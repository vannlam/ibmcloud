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4.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5.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6.xml" ContentType="application/vnd.openxmlformats-officedocument.theme+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54" r:id="rId3"/>
    <p:sldMasterId id="2147483770" r:id="rId4"/>
    <p:sldMasterId id="2147483802" r:id="rId5"/>
    <p:sldMasterId id="2147483855" r:id="rId6"/>
    <p:sldMasterId id="2147483883" r:id="rId7"/>
  </p:sldMasterIdLst>
  <p:notesMasterIdLst>
    <p:notesMasterId r:id="rId18"/>
  </p:notesMasterIdLst>
  <p:sldIdLst>
    <p:sldId id="2142533152" r:id="rId8"/>
    <p:sldId id="588" r:id="rId9"/>
    <p:sldId id="2961" r:id="rId10"/>
    <p:sldId id="2965" r:id="rId11"/>
    <p:sldId id="704" r:id="rId12"/>
    <p:sldId id="141168287" r:id="rId13"/>
    <p:sldId id="2142533151" r:id="rId14"/>
    <p:sldId id="2142531992" r:id="rId15"/>
    <p:sldId id="141167979" r:id="rId16"/>
    <p:sldId id="62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30" autoAdjust="0"/>
    <p:restoredTop sz="91565" autoAdjust="0"/>
  </p:normalViewPr>
  <p:slideViewPr>
    <p:cSldViewPr snapToGrid="0">
      <p:cViewPr varScale="1">
        <p:scale>
          <a:sx n="117" d="100"/>
          <a:sy n="117"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1382B8-6AC7-2940-BB50-53BF83062BEB}" type="datetimeFigureOut">
              <a:rPr lang="en-US" smtClean="0"/>
              <a:t>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586763-33FD-E341-8A1A-62407DC84B5B}" type="slidenum">
              <a:rPr lang="en-US" smtClean="0"/>
              <a:t>‹#›</a:t>
            </a:fld>
            <a:endParaRPr lang="en-US"/>
          </a:p>
        </p:txBody>
      </p:sp>
    </p:spTree>
    <p:extLst>
      <p:ext uri="{BB962C8B-B14F-4D97-AF65-F5344CB8AC3E}">
        <p14:creationId xmlns:p14="http://schemas.microsoft.com/office/powerpoint/2010/main" val="366584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99.95% availability is operational, this is not our SLA.</a:t>
            </a:r>
          </a:p>
          <a:p>
            <a:r>
              <a:rPr lang="en-US" dirty="0"/>
              <a:t>Durability: published designed for 99.999999999% in our SLA with clients but internally we are designed for 31 9’s.</a:t>
            </a:r>
          </a:p>
          <a:p>
            <a:endParaRPr lang="en-US" dirty="0"/>
          </a:p>
        </p:txBody>
      </p:sp>
      <p:sp>
        <p:nvSpPr>
          <p:cNvPr id="4" name="Slide Number Placeholder 3"/>
          <p:cNvSpPr>
            <a:spLocks noGrp="1"/>
          </p:cNvSpPr>
          <p:nvPr>
            <p:ph type="sldNum" sz="quarter" idx="5"/>
          </p:nvPr>
        </p:nvSpPr>
        <p:spPr/>
        <p:txBody>
          <a:bodyPr/>
          <a:lstStyle/>
          <a:p>
            <a:fld id="{A4586763-33FD-E341-8A1A-62407DC84B5B}" type="slidenum">
              <a:rPr lang="en-US" smtClean="0"/>
              <a:t>4</a:t>
            </a:fld>
            <a:endParaRPr lang="en-US"/>
          </a:p>
        </p:txBody>
      </p:sp>
    </p:spTree>
    <p:extLst>
      <p:ext uri="{BB962C8B-B14F-4D97-AF65-F5344CB8AC3E}">
        <p14:creationId xmlns:p14="http://schemas.microsoft.com/office/powerpoint/2010/main" val="2769288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endParaRPr lang="en-US" sz="5400" dirty="0">
              <a:solidFill>
                <a:srgbClr val="000000"/>
              </a:solidFill>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4CF00E19-F562-4142-A0E8-E8BCB60B6EB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5998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service level</a:t>
            </a:r>
            <a:r>
              <a:rPr lang="en-US" baseline="0" dirty="0"/>
              <a:t> details here: https://www-03.ibm.com/software/</a:t>
            </a:r>
            <a:r>
              <a:rPr lang="en-US" baseline="0" dirty="0" err="1"/>
              <a:t>sla</a:t>
            </a:r>
            <a:r>
              <a:rPr lang="en-US" baseline="0" dirty="0"/>
              <a:t>/</a:t>
            </a:r>
            <a:r>
              <a:rPr lang="en-US" baseline="0" dirty="0" err="1"/>
              <a:t>sladb.nsf</a:t>
            </a:r>
            <a:r>
              <a:rPr lang="en-US" baseline="0" dirty="0"/>
              <a:t>/</a:t>
            </a:r>
            <a:r>
              <a:rPr lang="en-US" baseline="0" dirty="0" err="1"/>
              <a:t>sla</a:t>
            </a:r>
            <a:r>
              <a:rPr lang="en-US" baseline="0" dirty="0"/>
              <a:t>/</a:t>
            </a:r>
            <a:r>
              <a:rPr lang="en-US" baseline="0" dirty="0" err="1"/>
              <a:t>bm</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E86C87-1132-E640-90DD-57631B96D0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6995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18D02FFD-07D4-5C4F-BD77-92100817734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1742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1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Master" Target="../slideMasters/slideMaster5.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93861-6624-466F-BB41-E7E77B9B4E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A2BBED-78FB-48C1-9B1B-3712DBEB8E41}"/>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8DF47B-C383-4799-801B-EE89D1B60D20}"/>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5" name="Footer Placeholder 4">
            <a:extLst>
              <a:ext uri="{FF2B5EF4-FFF2-40B4-BE49-F238E27FC236}">
                <a16:creationId xmlns:a16="http://schemas.microsoft.com/office/drawing/2014/main" id="{EBAB1EDF-0099-4C09-A552-1D32ABCAF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BD31D2-F930-4D81-B99F-D20371758E9C}"/>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1537599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41EA-9CE4-46F9-805E-4E7BA6E7F8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5CD26A-0378-445A-9EEB-3DF3D01256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3EB16-DB0A-4ECB-ACD6-64E23E6A71A9}"/>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5" name="Footer Placeholder 4">
            <a:extLst>
              <a:ext uri="{FF2B5EF4-FFF2-40B4-BE49-F238E27FC236}">
                <a16:creationId xmlns:a16="http://schemas.microsoft.com/office/drawing/2014/main" id="{02C19961-4EB5-42DF-9B0C-F1E509E5B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8CCA67-8985-4305-AAE7-5476766878C7}"/>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2926276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D480D-6E14-43B7-BAC0-C8BE2B0489CC}"/>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9083C2-C739-40C0-B054-2095027707E6}"/>
              </a:ext>
            </a:extLst>
          </p:cNvPr>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B915386-0043-497C-88D8-A1741AFFF8F2}"/>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5" name="Footer Placeholder 4">
            <a:extLst>
              <a:ext uri="{FF2B5EF4-FFF2-40B4-BE49-F238E27FC236}">
                <a16:creationId xmlns:a16="http://schemas.microsoft.com/office/drawing/2014/main" id="{99B6F2DA-5F1B-4A4F-B5CA-D16C5CAE4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1596E0-6F96-40BC-8BAA-B2886D3B5066}"/>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774269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95D27-CEE9-41E8-AC98-6EFEB8FB37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7A7E46-25C2-4E91-B64B-5AB905B448A7}"/>
              </a:ext>
            </a:extLst>
          </p:cNvPr>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12A044-8576-4A98-BEB4-FA640E8E3D85}"/>
              </a:ext>
            </a:extLst>
          </p:cNvPr>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FC36EE-C06C-4D2A-AE45-8867900DF31A}"/>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6" name="Footer Placeholder 5">
            <a:extLst>
              <a:ext uri="{FF2B5EF4-FFF2-40B4-BE49-F238E27FC236}">
                <a16:creationId xmlns:a16="http://schemas.microsoft.com/office/drawing/2014/main" id="{A0AC5E25-829C-4B88-8008-F47B8D55DE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F33CA6-5CE9-4591-AB00-EDE2966962A2}"/>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4039731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E79D-C588-487E-8A06-464BB386FF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07D8FE-E3E5-4914-8E37-A3F6E3582F58}"/>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9872A0-C31F-41B9-B526-2E4F348B2F3B}"/>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3C7628-057B-44F3-B134-3C0F91DF443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83D1D-68AB-414E-AEED-C857F448BDD0}"/>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E59943-2B66-4C85-AEC4-95354807516B}"/>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8" name="Footer Placeholder 7">
            <a:extLst>
              <a:ext uri="{FF2B5EF4-FFF2-40B4-BE49-F238E27FC236}">
                <a16:creationId xmlns:a16="http://schemas.microsoft.com/office/drawing/2014/main" id="{CDAC3DDC-09D1-4B92-B8A8-D037FDEFE3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FCF7FF-26D7-40C9-8B96-FFE3F0389A8F}"/>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3358081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AA479-6F08-4CE1-A89F-223A195AC4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22F9F4-480D-4BA7-A1F0-E39FF20C3B5F}"/>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4" name="Footer Placeholder 3">
            <a:extLst>
              <a:ext uri="{FF2B5EF4-FFF2-40B4-BE49-F238E27FC236}">
                <a16:creationId xmlns:a16="http://schemas.microsoft.com/office/drawing/2014/main" id="{EC11966C-1873-4CC8-9703-D47DE0FFEB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5A614B-E7AB-4BC0-8D73-BAD6090ED491}"/>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283527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D6254E-41E3-4A54-BD7B-D67DB20A1C6C}"/>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3" name="Footer Placeholder 2">
            <a:extLst>
              <a:ext uri="{FF2B5EF4-FFF2-40B4-BE49-F238E27FC236}">
                <a16:creationId xmlns:a16="http://schemas.microsoft.com/office/drawing/2014/main" id="{EA3F54C2-4E67-4D89-AF47-D2B5AE2DB6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E75A41-AEEE-4E90-9AD5-C3941AD96CD7}"/>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1442865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8A421-B1D1-46F4-A2E5-9436AE04AC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5897DA-CC40-4440-869B-D8E1D29EA2DC}"/>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ECCD72-3D59-4E54-96CA-918B0F62A5DA}"/>
              </a:ext>
            </a:extLst>
          </p:cNvPr>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3C4158-DBD1-40B5-9B89-37B9B1797B3E}"/>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6" name="Footer Placeholder 5">
            <a:extLst>
              <a:ext uri="{FF2B5EF4-FFF2-40B4-BE49-F238E27FC236}">
                <a16:creationId xmlns:a16="http://schemas.microsoft.com/office/drawing/2014/main" id="{8BF68EC6-4E38-4BEE-AD3A-0430B44575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263C2-14F9-4E3F-BDBF-0681D0ADFEEA}"/>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326420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ABE7-83F5-415B-AAC2-867935EAFA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3C9A9-02E7-4A13-8174-039464577602}"/>
              </a:ext>
            </a:extLst>
          </p:cNvPr>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7AB21E97-ED47-4A0A-A978-11ACACD44A87}"/>
              </a:ext>
            </a:extLst>
          </p:cNvPr>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0F196A1-341D-4EA0-B1D5-AB6748F0472D}"/>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6" name="Footer Placeholder 5">
            <a:extLst>
              <a:ext uri="{FF2B5EF4-FFF2-40B4-BE49-F238E27FC236}">
                <a16:creationId xmlns:a16="http://schemas.microsoft.com/office/drawing/2014/main" id="{59157A9C-369B-468A-BEB7-246A9BF493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D5D7D5-AA60-40A9-A1FC-0CE97C089420}"/>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228676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12AA9-24F1-4A30-A6BA-3C747419E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FE04F3-8CF1-4634-8ACA-95A47A151F5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6E210-F74C-4B1C-B9B0-6F45F5652F31}"/>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5" name="Footer Placeholder 4">
            <a:extLst>
              <a:ext uri="{FF2B5EF4-FFF2-40B4-BE49-F238E27FC236}">
                <a16:creationId xmlns:a16="http://schemas.microsoft.com/office/drawing/2014/main" id="{728151C9-89F5-4EDE-9018-70B5D9A57B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C90C40-2173-4C49-9487-2C5BB37FD223}"/>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37537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064AA1-8AA9-44F1-AC62-73EB799C7CA7}"/>
              </a:ext>
            </a:extLst>
          </p:cNvPr>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0E58EE-51BB-4839-8253-7D2A4232F9E1}"/>
              </a:ext>
            </a:extLst>
          </p:cNvPr>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EC244E-2A47-4E11-88D8-F675C2373902}"/>
              </a:ext>
            </a:extLst>
          </p:cNvPr>
          <p:cNvSpPr>
            <a:spLocks noGrp="1"/>
          </p:cNvSpPr>
          <p:nvPr>
            <p:ph type="dt" sz="half" idx="10"/>
          </p:nvPr>
        </p:nvSpPr>
        <p:spPr/>
        <p:txBody>
          <a:bodyPr/>
          <a:lstStyle/>
          <a:p>
            <a:fld id="{4EF8C3DF-957A-4298-8AC3-2A894DB885F2}" type="datetimeFigureOut">
              <a:rPr lang="en-US" smtClean="0"/>
              <a:t>4/20/21</a:t>
            </a:fld>
            <a:endParaRPr lang="en-US"/>
          </a:p>
        </p:txBody>
      </p:sp>
      <p:sp>
        <p:nvSpPr>
          <p:cNvPr id="5" name="Footer Placeholder 4">
            <a:extLst>
              <a:ext uri="{FF2B5EF4-FFF2-40B4-BE49-F238E27FC236}">
                <a16:creationId xmlns:a16="http://schemas.microsoft.com/office/drawing/2014/main" id="{73259F02-FCAA-47D6-B1F4-617D2B2F96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3D9BE5-2ED4-4AA1-A0BB-AD73A7D6D32A}"/>
              </a:ext>
            </a:extLst>
          </p:cNvPr>
          <p:cNvSpPr>
            <a:spLocks noGrp="1"/>
          </p:cNvSpPr>
          <p:nvPr>
            <p:ph type="sldNum" sz="quarter" idx="12"/>
          </p:nvPr>
        </p:nvSpPr>
        <p:spPr/>
        <p:txBody>
          <a:bodyPr/>
          <a:lstStyle/>
          <a:p>
            <a:fld id="{4A557450-EA53-4A15-9C3B-E720942D22F6}" type="slidenum">
              <a:rPr lang="en-US" smtClean="0"/>
              <a:t>‹#›</a:t>
            </a:fld>
            <a:endParaRPr lang="en-US"/>
          </a:p>
        </p:txBody>
      </p:sp>
    </p:spTree>
    <p:extLst>
      <p:ext uri="{BB962C8B-B14F-4D97-AF65-F5344CB8AC3E}">
        <p14:creationId xmlns:p14="http://schemas.microsoft.com/office/powerpoint/2010/main" val="2360497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a:prstGeom prst="rect">
            <a:avLst/>
          </a:prstGeom>
        </p:spPr>
        <p:txBody>
          <a:bodyPr/>
          <a:lstStyle>
            <a:lvl1pPr>
              <a:defRPr>
                <a:solidFill>
                  <a:schemeClr val="tx1"/>
                </a:solidFill>
              </a:defRPr>
            </a:lvl1pPr>
          </a:lstStyle>
          <a:p>
            <a:endParaRPr lang="en-US" dirty="0"/>
          </a:p>
        </p:txBody>
      </p:sp>
      <p:sp>
        <p:nvSpPr>
          <p:cNvPr id="4" name="Title 3"/>
          <p:cNvSpPr>
            <a:spLocks noGrp="1"/>
          </p:cNvSpPr>
          <p:nvPr>
            <p:ph type="title"/>
          </p:nvPr>
        </p:nvSpPr>
        <p:spPr>
          <a:xfrm>
            <a:off x="304801" y="271709"/>
            <a:ext cx="5486401" cy="5972459"/>
          </a:xfrm>
        </p:spPr>
        <p:txBody>
          <a:bodyPr/>
          <a:lstStyle>
            <a:lvl1pPr>
              <a:lnSpc>
                <a:spcPct val="90000"/>
              </a:lnSpc>
              <a:defRPr sz="3200" b="0">
                <a:solidFill>
                  <a:schemeClr val="tx1"/>
                </a:solidFill>
              </a:defRPr>
            </a:lvl1pPr>
          </a:lstStyle>
          <a:p>
            <a:r>
              <a:rPr lang="en-US"/>
              <a:t>Click to edit Master title style</a:t>
            </a:r>
            <a:endParaRPr lang="en-US" dirty="0"/>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91750" y="6273802"/>
            <a:ext cx="695452" cy="281940"/>
          </a:xfrm>
          <a:prstGeom prst="rect">
            <a:avLst/>
          </a:prstGeom>
        </p:spPr>
      </p:pic>
      <p:pic>
        <p:nvPicPr>
          <p:cNvPr id="7" name="Picture 6"/>
          <p:cNvPicPr>
            <a:picLocks noChangeAspect="1"/>
          </p:cNvPicPr>
          <p:nvPr userDrawn="1"/>
        </p:nvPicPr>
        <p:blipFill rotWithShape="1">
          <a:blip>
            <a:extLst>
              <a:ext uri="{28A0092B-C50C-407E-A947-70E740481C1C}">
                <a14:useLocalDpi xmlns:a14="http://schemas.microsoft.com/office/drawing/2010/main" val="0"/>
              </a:ext>
            </a:extLst>
          </a:blip>
          <a:srcRect l="18001" t="20400" r="17675" b="20719"/>
          <a:stretch/>
        </p:blipFill>
        <p:spPr>
          <a:xfrm>
            <a:off x="5956301" y="540364"/>
            <a:ext cx="5729895" cy="4916867"/>
          </a:xfrm>
          <a:prstGeom prst="rect">
            <a:avLst/>
          </a:prstGeom>
        </p:spPr>
      </p:pic>
      <p:pic>
        <p:nvPicPr>
          <p:cNvPr id="8" name="Picture 7" descr="ibm_gry.png"/>
          <p:cNvPicPr>
            <a:picLocks noChangeAspect="1"/>
          </p:cNvPicPr>
          <p:nvPr userDrawn="1"/>
        </p:nvPicPr>
        <p:blipFill>
          <a:blip r:embed="rId3">
            <a:biLevel thresh="75000"/>
            <a:extLst>
              <a:ext uri="{28A0092B-C50C-407E-A947-70E740481C1C}">
                <a14:useLocalDpi xmlns:a14="http://schemas.microsoft.com/office/drawing/2010/main"/>
              </a:ext>
            </a:extLst>
          </a:blip>
          <a:stretch>
            <a:fillRect/>
          </a:stretch>
        </p:blipFill>
        <p:spPr>
          <a:xfrm>
            <a:off x="11191750" y="320062"/>
            <a:ext cx="695452" cy="281961"/>
          </a:xfrm>
          <a:prstGeom prst="rect">
            <a:avLst/>
          </a:prstGeom>
        </p:spPr>
      </p:pic>
      <p:pic>
        <p:nvPicPr>
          <p:cNvPr id="9" name="Picture 8"/>
          <p:cNvPicPr>
            <a:picLocks noChangeAspect="1"/>
          </p:cNvPicPr>
          <p:nvPr userDrawn="1"/>
        </p:nvPicPr>
        <p:blipFill rotWithShape="1">
          <a:blip r:embed="rId4" cstate="print">
            <a:extLst>
              <a:ext uri="{28A0092B-C50C-407E-A947-70E740481C1C}">
                <a14:useLocalDpi xmlns:a14="http://schemas.microsoft.com/office/drawing/2010/main" val="0"/>
              </a:ext>
            </a:extLst>
          </a:blip>
          <a:srcRect l="15172" t="28443" r="13568" b="27421"/>
          <a:stretch/>
        </p:blipFill>
        <p:spPr>
          <a:xfrm>
            <a:off x="9880914" y="6112935"/>
            <a:ext cx="2160569" cy="627264"/>
          </a:xfrm>
          <a:prstGeom prst="rect">
            <a:avLst/>
          </a:prstGeom>
        </p:spPr>
      </p:pic>
    </p:spTree>
    <p:extLst>
      <p:ext uri="{BB962C8B-B14F-4D97-AF65-F5344CB8AC3E}">
        <p14:creationId xmlns:p14="http://schemas.microsoft.com/office/powerpoint/2010/main" val="2948209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304800" y="6435307"/>
            <a:ext cx="8534400" cy="182880"/>
          </a:xfrm>
          <a:prstGeom prst="rect">
            <a:avLst/>
          </a:prstGeom>
        </p:spPr>
        <p:txBody>
          <a:bodyPr/>
          <a:lstStyle>
            <a:lvl1pPr>
              <a:defRPr>
                <a:solidFill>
                  <a:schemeClr val="tx1"/>
                </a:solidFill>
              </a:defRPr>
            </a:lvl1pPr>
          </a:lstStyle>
          <a:p>
            <a:endParaRPr lang="en-US" dirty="0"/>
          </a:p>
        </p:txBody>
      </p:sp>
      <p:sp>
        <p:nvSpPr>
          <p:cNvPr id="4" name="Slide Number Placeholder 3"/>
          <p:cNvSpPr>
            <a:spLocks noGrp="1"/>
          </p:cNvSpPr>
          <p:nvPr>
            <p:ph type="sldNum" sz="quarter" idx="11"/>
          </p:nvPr>
        </p:nvSpPr>
        <p:spPr>
          <a:xfrm>
            <a:off x="9144000" y="6435307"/>
            <a:ext cx="2743200" cy="182880"/>
          </a:xfrm>
          <a:prstGeom prst="rect">
            <a:avLst/>
          </a:prstGeom>
        </p:spPr>
        <p:txBody>
          <a:bodyPr/>
          <a:lstStyle>
            <a:lvl1pPr>
              <a:defRPr>
                <a:solidFill>
                  <a:schemeClr val="tx1"/>
                </a:solidFill>
              </a:defRPr>
            </a:lvl1pPr>
          </a:lstStyle>
          <a:p>
            <a:fld id="{D0BE6F14-FF48-0F4F-A8AA-2E3F25371E4A}" type="slidenum">
              <a:rPr lang="en-US" smtClean="0"/>
              <a:pPr/>
              <a:t>‹#›</a:t>
            </a:fld>
            <a:endParaRPr lang="en-US"/>
          </a:p>
        </p:txBody>
      </p:sp>
      <p:sp>
        <p:nvSpPr>
          <p:cNvPr id="5" name="Title 4"/>
          <p:cNvSpPr>
            <a:spLocks noGrp="1"/>
          </p:cNvSpPr>
          <p:nvPr>
            <p:ph type="title"/>
          </p:nvPr>
        </p:nvSpPr>
        <p:spPr>
          <a:xfrm>
            <a:off x="304800" y="268224"/>
            <a:ext cx="5486400" cy="5991669"/>
          </a:xfrm>
        </p:spPr>
        <p:txBody>
          <a:bodyPr/>
          <a:lstStyle>
            <a:lvl1pPr>
              <a:lnSpc>
                <a:spcPct val="90000"/>
              </a:lnSpc>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47423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53303" algn="dec"/>
              </a:tabLst>
              <a:defRPr/>
            </a:lvl1pPr>
            <a:lvl2pPr marL="230706" indent="-230706">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53303"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9570" rtl="0" eaLnBrk="1" fontAlgn="auto" latinLnBrk="0" hangingPunct="1">
              <a:lnSpc>
                <a:spcPct val="100000"/>
              </a:lnSpc>
              <a:spcBef>
                <a:spcPts val="1467"/>
              </a:spcBef>
              <a:spcAft>
                <a:spcPts val="0"/>
              </a:spcAft>
              <a:buClrTx/>
              <a:buSzTx/>
              <a:buFont typeface="Arial"/>
              <a:buNone/>
              <a:tabLst>
                <a:tab pos="5364213" algn="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3509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8"/>
            <a:ext cx="5486400" cy="1338409"/>
          </a:xfrm>
        </p:spPr>
        <p:txBody>
          <a:bodyPr/>
          <a:lstStyle>
            <a:lvl1pPr>
              <a:defRPr sz="2133">
                <a:solidFill>
                  <a:schemeClr val="tx1"/>
                </a:solidFill>
              </a:defRPr>
            </a:lvl1p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tx1"/>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tx1"/>
                </a:solidFill>
              </a:defRPr>
            </a:lvl1pPr>
          </a:lstStyle>
          <a:p>
            <a:endParaRPr lang="en-US" dirty="0"/>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155049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8"/>
            <a:ext cx="5486400" cy="1338409"/>
          </a:xfrm>
        </p:spPr>
        <p:txBody>
          <a:bodyPr/>
          <a:lstStyle>
            <a:lvl1pPr>
              <a:defRPr sz="2133">
                <a:solidFill>
                  <a:schemeClr val="tx1"/>
                </a:solidFill>
              </a:defRPr>
            </a:lvl1p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tx1"/>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tx1"/>
                </a:solidFill>
              </a:defRPr>
            </a:lvl1pPr>
          </a:lstStyle>
          <a:p>
            <a:endParaRPr lang="en-US" dirty="0"/>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tx1"/>
                </a:solidFill>
              </a:defRPr>
            </a:lvl1pPr>
          </a:lstStyle>
          <a:p>
            <a:pPr lvl="0"/>
            <a:r>
              <a:rPr lang="en-US"/>
              <a:t>Click to 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tx1"/>
                </a:solidFill>
              </a:defRPr>
            </a:lvl1pPr>
          </a:lstStyle>
          <a:p>
            <a:r>
              <a:rPr lang="en-US"/>
              <a:t>Drag picture to placeholder or click icon to add</a:t>
            </a:r>
          </a:p>
        </p:txBody>
      </p:sp>
    </p:spTree>
    <p:extLst>
      <p:ext uri="{BB962C8B-B14F-4D97-AF65-F5344CB8AC3E}">
        <p14:creationId xmlns:p14="http://schemas.microsoft.com/office/powerpoint/2010/main" val="37019772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53570"/>
            <a:ext cx="11582400" cy="5964767"/>
          </a:xfrm>
        </p:spPr>
        <p:txBody>
          <a:bodyPr/>
          <a:lstStyle>
            <a:lvl1pPr>
              <a:lnSpc>
                <a:spcPct val="90000"/>
              </a:lnSpc>
              <a:defRPr sz="12800" b="1"/>
            </a:lvl1p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Tree>
    <p:extLst>
      <p:ext uri="{BB962C8B-B14F-4D97-AF65-F5344CB8AC3E}">
        <p14:creationId xmlns:p14="http://schemas.microsoft.com/office/powerpoint/2010/main" val="2988751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6916616" cy="6027740"/>
          </a:xfrm>
        </p:spPr>
        <p:txBody>
          <a:bodyPr/>
          <a:lstStyle>
            <a:lvl1pPr marL="156625" indent="-156625">
              <a:tabLst/>
              <a:defRPr>
                <a:solidFill>
                  <a:schemeClr val="tx1"/>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tx1"/>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209859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7420"/>
            <a:ext cx="5486400" cy="400049"/>
          </a:xfrm>
        </p:spPr>
        <p:txBody>
          <a:bodyPr/>
          <a:lstStyle>
            <a:lvl1pPr>
              <a:defRPr sz="1467"/>
            </a:lvl1pPr>
          </a:lstStyle>
          <a:p>
            <a:pPr lvl="0"/>
            <a:r>
              <a:rPr lang="en-US"/>
              <a:t>Click to edit Master text styles</a:t>
            </a:r>
          </a:p>
        </p:txBody>
      </p:sp>
    </p:spTree>
    <p:extLst>
      <p:ext uri="{BB962C8B-B14F-4D97-AF65-F5344CB8AC3E}">
        <p14:creationId xmlns:p14="http://schemas.microsoft.com/office/powerpoint/2010/main" val="10325899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8" name="Text Placeholder 7"/>
          <p:cNvSpPr>
            <a:spLocks noGrp="1"/>
          </p:cNvSpPr>
          <p:nvPr>
            <p:ph type="body" sz="quarter" idx="12"/>
          </p:nvPr>
        </p:nvSpPr>
        <p:spPr>
          <a:xfrm>
            <a:off x="304800" y="1499618"/>
            <a:ext cx="5486400" cy="4781127"/>
          </a:xfrm>
        </p:spPr>
        <p:txBody>
          <a:bodyPr/>
          <a:lstStyle>
            <a:lvl1pPr>
              <a:spcBef>
                <a:spcPts val="0"/>
              </a:spcBef>
              <a:defRPr sz="186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6400800" y="1499618"/>
            <a:ext cx="5486400" cy="4781127"/>
          </a:xfrm>
        </p:spPr>
        <p:txBody>
          <a:bodyPr/>
          <a:lstStyle>
            <a:lvl1pPr>
              <a:spcBef>
                <a:spcPts val="0"/>
              </a:spcBef>
              <a:defRPr sz="186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569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2"/>
            <a:ext cx="5486400" cy="4786207"/>
          </a:xfrm>
        </p:spPr>
        <p:txBody>
          <a:bodyPr/>
          <a:lstStyle>
            <a:lvl1pPr>
              <a:defRPr sz="2133"/>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45256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Content Placeholder 5"/>
          <p:cNvSpPr>
            <a:spLocks noGrp="1"/>
          </p:cNvSpPr>
          <p:nvPr>
            <p:ph sz="quarter" idx="12"/>
          </p:nvPr>
        </p:nvSpPr>
        <p:spPr>
          <a:xfrm>
            <a:off x="304800" y="1327360"/>
            <a:ext cx="5486400" cy="4916809"/>
          </a:xfrm>
        </p:spPr>
        <p:txBody>
          <a:bodyPr/>
          <a:lstStyle>
            <a:lvl1pPr>
              <a:defRPr sz="3200"/>
            </a:lvl1pPr>
          </a:lstStyle>
          <a:p>
            <a:pPr lvl="0"/>
            <a:r>
              <a:rPr lang="en-US" dirty="0"/>
              <a:t>Click to edit Master text styles</a:t>
            </a:r>
          </a:p>
        </p:txBody>
      </p:sp>
      <p:sp>
        <p:nvSpPr>
          <p:cNvPr id="8" name="Content Placeholder 7"/>
          <p:cNvSpPr>
            <a:spLocks noGrp="1"/>
          </p:cNvSpPr>
          <p:nvPr>
            <p:ph sz="quarter" idx="13"/>
          </p:nvPr>
        </p:nvSpPr>
        <p:spPr>
          <a:xfrm>
            <a:off x="6400800" y="1488866"/>
            <a:ext cx="5486400" cy="4755303"/>
          </a:xfrm>
        </p:spPr>
        <p:txBody>
          <a:bodyPr/>
          <a:lstStyle>
            <a:lvl1pPr>
              <a:defRPr sz="1867"/>
            </a:lvl1pPr>
            <a:lvl2pPr>
              <a:defRPr sz="1867"/>
            </a:lvl2pPr>
            <a:lvl3pPr>
              <a:defRPr sz="1867"/>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9426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6400800" y="1457961"/>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1"/>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61"/>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61"/>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7359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853440"/>
          </a:xfrm>
        </p:spPr>
        <p:txBody>
          <a:body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63042"/>
            <a:ext cx="5486400" cy="478112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5"/>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29185721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7" name="Text Placeholder 6"/>
          <p:cNvSpPr>
            <a:spLocks noGrp="1"/>
          </p:cNvSpPr>
          <p:nvPr>
            <p:ph type="body" sz="quarter" idx="14"/>
          </p:nvPr>
        </p:nvSpPr>
        <p:spPr>
          <a:xfrm>
            <a:off x="304800" y="1463040"/>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40"/>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6"/>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17538276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6400800" y="1463042"/>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6"/>
            <a:ext cx="5486400" cy="400049"/>
          </a:xfrm>
        </p:spPr>
        <p:txBody>
          <a:bodyPr/>
          <a:lstStyle>
            <a:lvl1pPr>
              <a:defRPr sz="1467"/>
            </a:lvl1pPr>
          </a:lstStyle>
          <a:p>
            <a:pPr lvl="0"/>
            <a:r>
              <a:rPr lang="en-US"/>
              <a:t>Click to edit Master text styles</a:t>
            </a:r>
          </a:p>
        </p:txBody>
      </p:sp>
      <p:sp>
        <p:nvSpPr>
          <p:cNvPr id="10" name="Text Placeholder 9"/>
          <p:cNvSpPr>
            <a:spLocks noGrp="1"/>
          </p:cNvSpPr>
          <p:nvPr>
            <p:ph type="body" sz="quarter" idx="16"/>
          </p:nvPr>
        </p:nvSpPr>
        <p:spPr>
          <a:xfrm>
            <a:off x="9448800" y="1463042"/>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74195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text (dark background)">
    <p:spTree>
      <p:nvGrpSpPr>
        <p:cNvPr id="1" name=""/>
        <p:cNvGrpSpPr/>
        <p:nvPr/>
      </p:nvGrpSpPr>
      <p:grpSpPr>
        <a:xfrm>
          <a:off x="0" y="0"/>
          <a:ext cx="0" cy="0"/>
          <a:chOff x="0" y="0"/>
          <a:chExt cx="0" cy="0"/>
        </a:xfrm>
      </p:grpSpPr>
      <p:sp>
        <p:nvSpPr>
          <p:cNvPr id="5" name="Rectangle 4"/>
          <p:cNvSpPr/>
          <p:nvPr/>
        </p:nvSpPr>
        <p:spPr>
          <a:xfrm>
            <a:off x="0" y="-2147"/>
            <a:ext cx="12192000" cy="6858000"/>
          </a:xfrm>
          <a:prstGeom prst="rect">
            <a:avLst/>
          </a:prstGeom>
          <a:solidFill>
            <a:schemeClr val="tx1"/>
          </a:solidFill>
        </p:spPr>
        <p:txBody>
          <a:bodyPr wrap="square" lIns="0" tIns="0" rIns="0" bIns="0" rtlCol="0" anchor="ctr">
            <a:noAutofit/>
          </a:bodyPr>
          <a:lstStyle/>
          <a:p>
            <a:pPr algn="ctr"/>
            <a:endParaRPr lang="en-US" sz="1600" err="1">
              <a:solidFill>
                <a:schemeClr val="bg2"/>
              </a:solidFill>
              <a:latin typeface="IBM Plex Sans" panose="020B0503050203000203" pitchFamily="34" charset="77"/>
              <a:cs typeface="Arial"/>
            </a:endParaRPr>
          </a:p>
        </p:txBody>
      </p:sp>
      <p:sp>
        <p:nvSpPr>
          <p:cNvPr id="3" name="Slide Number Placeholder 2"/>
          <p:cNvSpPr>
            <a:spLocks noGrp="1"/>
          </p:cNvSpPr>
          <p:nvPr>
            <p:ph type="sldNum" sz="quarter" idx="10"/>
          </p:nvPr>
        </p:nvSpPr>
        <p:spPr>
          <a:xfrm>
            <a:off x="9933592" y="6516329"/>
            <a:ext cx="894656" cy="364968"/>
          </a:xfrm>
          <a:prstGeom prst="rect">
            <a:avLst/>
          </a:prstGeom>
        </p:spPr>
        <p:txBody>
          <a:bodyPr/>
          <a:lstStyle>
            <a:lvl1pPr algn="l">
              <a:defRPr sz="1067">
                <a:solidFill>
                  <a:schemeClr val="bg2"/>
                </a:solidFill>
                <a:latin typeface="IBM Plex Sans" panose="020B0503050203000203" pitchFamily="34" charset="77"/>
              </a:defRPr>
            </a:lvl1pPr>
          </a:lstStyle>
          <a:p>
            <a:fld id="{D0BE6F14-FF48-0F4F-A8AA-2E3F25371E4A}" type="slidenum">
              <a:rPr lang="en-US" smtClean="0"/>
              <a:pPr/>
              <a:t>‹#›</a:t>
            </a:fld>
            <a:endParaRPr lang="en-US" dirty="0"/>
          </a:p>
        </p:txBody>
      </p:sp>
      <p:sp>
        <p:nvSpPr>
          <p:cNvPr id="6" name="Text Placeholder 5"/>
          <p:cNvSpPr>
            <a:spLocks noGrp="1"/>
          </p:cNvSpPr>
          <p:nvPr>
            <p:ph type="body" sz="quarter" idx="12"/>
          </p:nvPr>
        </p:nvSpPr>
        <p:spPr>
          <a:xfrm>
            <a:off x="304800" y="1499618"/>
            <a:ext cx="11582400" cy="4668593"/>
          </a:xfrm>
        </p:spPr>
        <p:txBody>
          <a:bodyPr/>
          <a:lstStyle>
            <a:lvl1pPr>
              <a:defRPr>
                <a:solidFill>
                  <a:schemeClr val="bg2"/>
                </a:solidFill>
                <a:latin typeface="IBM Plex Sans" panose="020B0503050203000203" pitchFamily="34" charset="77"/>
              </a:defRPr>
            </a:lvl1pPr>
            <a:lvl2pPr marL="0" indent="0">
              <a:spcBef>
                <a:spcPts val="1467"/>
              </a:spcBef>
              <a:buFontTx/>
              <a:buNone/>
              <a:defRPr sz="1467">
                <a:solidFill>
                  <a:schemeClr val="bg2"/>
                </a:solidFill>
                <a:latin typeface="IBM Plex Sans" panose="020B0503050203000203" pitchFamily="34" charset="77"/>
              </a:defRPr>
            </a:lvl2pPr>
            <a:lvl3pPr>
              <a:defRPr sz="1467">
                <a:solidFill>
                  <a:schemeClr val="bg2"/>
                </a:solidFill>
                <a:latin typeface="IBM Plex Sans" panose="020B0503050203000203" pitchFamily="34" charset="77"/>
              </a:defRPr>
            </a:lvl3pPr>
            <a:lvl4pPr>
              <a:defRPr sz="1467">
                <a:solidFill>
                  <a:schemeClr val="bg2"/>
                </a:solidFill>
                <a:latin typeface="IBM Plex Sans" panose="020B0503050203000203" pitchFamily="34" charset="77"/>
              </a:defRPr>
            </a:lvl4pPr>
            <a:lvl5pPr>
              <a:defRPr sz="1467">
                <a:solidFill>
                  <a:schemeClr val="bg2"/>
                </a:solidFill>
                <a:latin typeface="IBM Plex Sans" panose="020B0503050203000203"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6"/>
            <a:ext cx="11887200" cy="400049"/>
          </a:xfrm>
        </p:spPr>
        <p:txBody>
          <a:bodyPr/>
          <a:lstStyle>
            <a:lvl1pPr>
              <a:defRPr sz="2400">
                <a:solidFill>
                  <a:schemeClr val="bg2"/>
                </a:solidFill>
                <a:latin typeface="IBM Plex Sans" panose="020B0503050203000203" pitchFamily="34" charset="77"/>
              </a:defRPr>
            </a:lvl1pPr>
          </a:lstStyle>
          <a:p>
            <a:pPr lvl="0"/>
            <a:r>
              <a:rPr lang="en-US" dirty="0"/>
              <a:t>Click to edit Master text styles</a:t>
            </a:r>
          </a:p>
        </p:txBody>
      </p:sp>
      <p:sp>
        <p:nvSpPr>
          <p:cNvPr id="8" name="TextBox 7">
            <a:extLst>
              <a:ext uri="{FF2B5EF4-FFF2-40B4-BE49-F238E27FC236}">
                <a16:creationId xmlns:a16="http://schemas.microsoft.com/office/drawing/2014/main" id="{3E9405C3-F898-B84C-A9BE-99675D5DFEDE}"/>
              </a:ext>
            </a:extLst>
          </p:cNvPr>
          <p:cNvSpPr txBox="1"/>
          <p:nvPr userDrawn="1"/>
        </p:nvSpPr>
        <p:spPr>
          <a:xfrm>
            <a:off x="143339" y="6516330"/>
            <a:ext cx="1220412" cy="249129"/>
          </a:xfrm>
          <a:prstGeom prst="rect">
            <a:avLst/>
          </a:prstGeom>
          <a:noFill/>
          <a:ln>
            <a:noFill/>
          </a:ln>
        </p:spPr>
        <p:txBody>
          <a:bodyPr wrap="square" lIns="0" tIns="62400" rIns="0" bIns="62400" rtlCol="0">
            <a:spAutoFit/>
          </a:bodyPr>
          <a:lstStyle/>
          <a:p>
            <a:r>
              <a:rPr lang="en-GB" sz="800" dirty="0">
                <a:solidFill>
                  <a:schemeClr val="bg2"/>
                </a:solidFill>
                <a:latin typeface="Arial" panose="020B0604020202020204" pitchFamily="34" charset="0"/>
                <a:cs typeface="Arial" panose="020B0604020202020204" pitchFamily="34" charset="0"/>
              </a:rPr>
              <a:t>© 2019 IBM Corporation</a:t>
            </a:r>
          </a:p>
        </p:txBody>
      </p:sp>
      <p:pic>
        <p:nvPicPr>
          <p:cNvPr id="10" name="Picture 9" descr="A screen shot of a piano&#10;&#10;Description generated with high confidence">
            <a:extLst>
              <a:ext uri="{FF2B5EF4-FFF2-40B4-BE49-F238E27FC236}">
                <a16:creationId xmlns:a16="http://schemas.microsoft.com/office/drawing/2014/main" id="{3A886BEA-A40D-0145-ACF1-18F724C9CA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0251" y="6443467"/>
            <a:ext cx="638411" cy="242301"/>
          </a:xfrm>
          <a:prstGeom prst="rect">
            <a:avLst/>
          </a:prstGeom>
        </p:spPr>
      </p:pic>
    </p:spTree>
    <p:extLst>
      <p:ext uri="{BB962C8B-B14F-4D97-AF65-F5344CB8AC3E}">
        <p14:creationId xmlns:p14="http://schemas.microsoft.com/office/powerpoint/2010/main" val="1028870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8" name="Picture Placeholder 7"/>
          <p:cNvSpPr>
            <a:spLocks noGrp="1"/>
          </p:cNvSpPr>
          <p:nvPr>
            <p:ph type="pic" sz="quarter" idx="15"/>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2782278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Tree>
    <p:extLst>
      <p:ext uri="{BB962C8B-B14F-4D97-AF65-F5344CB8AC3E}">
        <p14:creationId xmlns:p14="http://schemas.microsoft.com/office/powerpoint/2010/main" val="21336874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Tree>
    <p:extLst>
      <p:ext uri="{BB962C8B-B14F-4D97-AF65-F5344CB8AC3E}">
        <p14:creationId xmlns:p14="http://schemas.microsoft.com/office/powerpoint/2010/main" val="26218560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2"/>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12" name="Text Placeholder 11"/>
          <p:cNvSpPr>
            <a:spLocks noGrp="1"/>
          </p:cNvSpPr>
          <p:nvPr>
            <p:ph type="body" sz="quarter" idx="13"/>
          </p:nvPr>
        </p:nvSpPr>
        <p:spPr>
          <a:xfrm>
            <a:off x="304800" y="256034"/>
            <a:ext cx="5486400" cy="400049"/>
          </a:xfrm>
        </p:spPr>
        <p:txBody>
          <a:bodyPr/>
          <a:lstStyle>
            <a:lvl1pPr>
              <a:defRPr sz="2133"/>
            </a:lvl1pPr>
          </a:lstStyle>
          <a:p>
            <a:pPr lvl="0"/>
            <a:r>
              <a:rPr lang="en-US" dirty="0"/>
              <a:t>Click to edit Master text styles</a:t>
            </a:r>
          </a:p>
        </p:txBody>
      </p:sp>
      <p:sp>
        <p:nvSpPr>
          <p:cNvPr id="7" name="Text Placeholder 6"/>
          <p:cNvSpPr>
            <a:spLocks noGrp="1"/>
          </p:cNvSpPr>
          <p:nvPr>
            <p:ph type="body" sz="quarter" idx="14"/>
          </p:nvPr>
        </p:nvSpPr>
        <p:spPr>
          <a:xfrm>
            <a:off x="304800" y="1463042"/>
            <a:ext cx="5486400" cy="4651641"/>
          </a:xfrm>
        </p:spPr>
        <p:txBody>
          <a:bodyPr/>
          <a:lstStyle>
            <a:lvl1pPr>
              <a:defRPr sz="2133"/>
            </a:lvl1pPr>
            <a:lvl2pPr>
              <a:defRPr sz="1867"/>
            </a:lvl2pPr>
            <a:lvl3pPr>
              <a:defRPr sz="1867"/>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5"/>
          </p:nvPr>
        </p:nvSpPr>
        <p:spPr>
          <a:xfrm>
            <a:off x="9144000" y="0"/>
            <a:ext cx="3048000" cy="3429000"/>
          </a:xfrm>
          <a:solidFill>
            <a:schemeClr val="bg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accent3"/>
          </a:solidFill>
        </p:spPr>
        <p:txBody>
          <a:bodyPr lIns="228600" tIns="192024" rIns="228600" bIns="228600"/>
          <a:lstStyle>
            <a:lvl1pPr>
              <a:defRPr sz="1867">
                <a:solidFill>
                  <a:schemeClr val="bg2"/>
                </a:solidFill>
              </a:defRPr>
            </a:lvl1pPr>
          </a:lstStyle>
          <a:p>
            <a:pPr lvl="0"/>
            <a:r>
              <a:rPr lang="en-US" dirty="0"/>
              <a:t>Click to edit Master text styles</a:t>
            </a:r>
          </a:p>
        </p:txBody>
      </p:sp>
    </p:spTree>
    <p:extLst>
      <p:ext uri="{BB962C8B-B14F-4D97-AF65-F5344CB8AC3E}">
        <p14:creationId xmlns:p14="http://schemas.microsoft.com/office/powerpoint/2010/main" val="2005375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6096000" cy="3429000"/>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bg2"/>
                </a:solidFill>
              </a:defRPr>
            </a:lvl1pPr>
          </a:lstStyle>
          <a:p>
            <a:endParaRPr lang="en-US" dirty="0"/>
          </a:p>
        </p:txBody>
      </p:sp>
      <p:sp>
        <p:nvSpPr>
          <p:cNvPr id="8" name="Content Placeholder 7"/>
          <p:cNvSpPr>
            <a:spLocks noGrp="1"/>
          </p:cNvSpPr>
          <p:nvPr>
            <p:ph sz="quarter" idx="15"/>
          </p:nvPr>
        </p:nvSpPr>
        <p:spPr>
          <a:xfrm>
            <a:off x="9144000" y="0"/>
            <a:ext cx="3048000" cy="3429000"/>
          </a:xfrm>
          <a:solidFill>
            <a:schemeClr val="tx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tx2">
              <a:lumMod val="50000"/>
            </a:schemeClr>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6" name="Title 5"/>
          <p:cNvSpPr>
            <a:spLocks noGrp="1"/>
          </p:cNvSpPr>
          <p:nvPr>
            <p:ph type="title"/>
          </p:nvPr>
        </p:nvSpPr>
        <p:spPr>
          <a:xfrm>
            <a:off x="1" y="-1"/>
            <a:ext cx="6095999" cy="3429001"/>
          </a:xfrm>
          <a:solidFill>
            <a:schemeClr val="accent2"/>
          </a:solidFill>
        </p:spPr>
        <p:txBody>
          <a:bodyPr lIns="228600" tIns="201168" rIns="228600" bIns="228600"/>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0244671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3" y="3429000"/>
            <a:ext cx="3047996" cy="3429000"/>
          </a:xfrm>
          <a:solidFill>
            <a:schemeClr val="accent2"/>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chemeClr val="bg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bg2"/>
                </a:solidFill>
              </a:defRPr>
            </a:lvl1pPr>
          </a:lstStyle>
          <a:p>
            <a:endParaRPr lang="en-US" dirty="0"/>
          </a:p>
        </p:txBody>
      </p:sp>
      <p:sp>
        <p:nvSpPr>
          <p:cNvPr id="6" name="Title 5"/>
          <p:cNvSpPr>
            <a:spLocks noGrp="1"/>
          </p:cNvSpPr>
          <p:nvPr>
            <p:ph type="title"/>
          </p:nvPr>
        </p:nvSpPr>
        <p:spPr>
          <a:xfrm>
            <a:off x="1" y="-1"/>
            <a:ext cx="12191999" cy="3429001"/>
          </a:xfrm>
          <a:solidFill>
            <a:schemeClr val="tx1"/>
          </a:solidFill>
        </p:spPr>
        <p:txBody>
          <a:bodyPr lIns="228600" tIns="155448" rIns="228600" bIns="228600"/>
          <a:lstStyle>
            <a:lvl1pPr>
              <a:defRPr sz="640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4980546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itle 5"/>
          <p:cNvSpPr>
            <a:spLocks noGrp="1"/>
          </p:cNvSpPr>
          <p:nvPr>
            <p:ph type="title"/>
          </p:nvPr>
        </p:nvSpPr>
        <p:spPr>
          <a:xfrm>
            <a:off x="1" y="-1"/>
            <a:ext cx="12191999" cy="1720852"/>
          </a:xfrm>
          <a:solidFill>
            <a:schemeClr val="tx1"/>
          </a:solidFill>
        </p:spPr>
        <p:txBody>
          <a:bodyPr lIns="228600" tIns="201168" rIns="228600" bIns="228600"/>
          <a:lstStyle>
            <a:lvl1pPr>
              <a:defRPr sz="320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4967360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600" tIns="155448" rIns="228600" bIns="228600"/>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bg2"/>
                </a:solidFill>
              </a:defRPr>
            </a:lvl1pPr>
          </a:lstStyle>
          <a:p>
            <a:endParaRPr lang="en-US" dirty="0"/>
          </a:p>
        </p:txBody>
      </p:sp>
    </p:spTree>
    <p:extLst>
      <p:ext uri="{BB962C8B-B14F-4D97-AF65-F5344CB8AC3E}">
        <p14:creationId xmlns:p14="http://schemas.microsoft.com/office/powerpoint/2010/main" val="3403776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600" tIns="182880" rIns="228600" bIns="228600"/>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17" name="Content Placeholder 16"/>
          <p:cNvSpPr>
            <a:spLocks noGrp="1"/>
          </p:cNvSpPr>
          <p:nvPr>
            <p:ph sz="quarter" idx="22"/>
          </p:nvPr>
        </p:nvSpPr>
        <p:spPr>
          <a:xfrm>
            <a:off x="9144000" y="0"/>
            <a:ext cx="3048000" cy="6858000"/>
          </a:xfrm>
          <a:solidFill>
            <a:schemeClr val="tx2">
              <a:lumMod val="75000"/>
            </a:schemeClr>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a:defRPr>
                <a:solidFill>
                  <a:schemeClr val="bg2"/>
                </a:solidFill>
              </a:defRPr>
            </a:lvl1pPr>
          </a:lstStyle>
          <a:p>
            <a:endParaRPr lang="en-US" dirty="0"/>
          </a:p>
        </p:txBody>
      </p:sp>
    </p:spTree>
    <p:extLst>
      <p:ext uri="{BB962C8B-B14F-4D97-AF65-F5344CB8AC3E}">
        <p14:creationId xmlns:p14="http://schemas.microsoft.com/office/powerpoint/2010/main" val="7270211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304800" y="1463042"/>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4726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1"/>
            <a:ext cx="8534400" cy="5099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87271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857727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1180481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6267189" y="1454615"/>
            <a:ext cx="5620011" cy="4608576"/>
          </a:xfrm>
        </p:spPr>
        <p:txBody>
          <a:bodyPr/>
          <a:lstStyle>
            <a:lvl1pPr marL="156625" indent="-156625">
              <a:tabLst/>
              <a:defRPr sz="3200"/>
            </a:lvl1pPr>
            <a:lvl2pPr marL="0" indent="0">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97398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304800" y="256034"/>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8"/>
            <a:ext cx="8534400" cy="6129867"/>
          </a:xfrm>
        </p:spPr>
        <p:txBody>
          <a:bodyPr/>
          <a:lstStyle/>
          <a:p>
            <a:r>
              <a:rPr lang="en-US"/>
              <a:t>Click icon to add table</a:t>
            </a:r>
          </a:p>
        </p:txBody>
      </p:sp>
    </p:spTree>
    <p:extLst>
      <p:ext uri="{BB962C8B-B14F-4D97-AF65-F5344CB8AC3E}">
        <p14:creationId xmlns:p14="http://schemas.microsoft.com/office/powerpoint/2010/main" val="18934237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Tree>
    <p:extLst>
      <p:ext uri="{BB962C8B-B14F-4D97-AF65-F5344CB8AC3E}">
        <p14:creationId xmlns:p14="http://schemas.microsoft.com/office/powerpoint/2010/main" val="374906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897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dirty="0"/>
              <a:t>Click to edit Master title style</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303" algn="dec"/>
              </a:tabLst>
              <a:defRPr sz="1467"/>
            </a:lvl1pPr>
            <a:lvl2pPr marL="230706" indent="-230706">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70" rtl="0" eaLnBrk="1" fontAlgn="auto" latinLnBrk="0" hangingPunct="1">
              <a:lnSpc>
                <a:spcPct val="100000"/>
              </a:lnSpc>
              <a:spcBef>
                <a:spcPts val="0"/>
              </a:spcBef>
              <a:spcAft>
                <a:spcPts val="0"/>
              </a:spcAft>
              <a:buClrTx/>
              <a:buSzTx/>
              <a:buFont typeface="Arial"/>
              <a:buNone/>
              <a:tabLst>
                <a:tab pos="5364213" algn="r"/>
              </a:tabLst>
              <a:defRPr/>
            </a:pPr>
            <a:r>
              <a:rPr lang="en-US" dirty="0"/>
              <a:t>Click to edit Master text styles</a:t>
            </a:r>
          </a:p>
        </p:txBody>
      </p:sp>
    </p:spTree>
    <p:extLst>
      <p:ext uri="{BB962C8B-B14F-4D97-AF65-F5344CB8AC3E}">
        <p14:creationId xmlns:p14="http://schemas.microsoft.com/office/powerpoint/2010/main" val="1394057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9144000" y="6435307"/>
            <a:ext cx="2743200" cy="182880"/>
          </a:xfrm>
          <a:prstGeom prst="rect">
            <a:avLst/>
          </a:prstGeom>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p>
        </p:txBody>
      </p:sp>
      <p:pic>
        <p:nvPicPr>
          <p:cNvPr id="5" name="Picture 4" descr="ibm_gry.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9"/>
            <a:ext cx="1730144" cy="701463"/>
          </a:xfrm>
          <a:prstGeom prst="rect">
            <a:avLst/>
          </a:prstGeom>
        </p:spPr>
      </p:pic>
    </p:spTree>
    <p:extLst>
      <p:ext uri="{BB962C8B-B14F-4D97-AF65-F5344CB8AC3E}">
        <p14:creationId xmlns:p14="http://schemas.microsoft.com/office/powerpoint/2010/main" val="25197133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cNvSpPr txBox="1">
            <a:spLocks noGrp="1"/>
          </p:cNvSpPr>
          <p:nvPr>
            <p:ph type="sldNum" sz="quarter" idx="2"/>
          </p:nvPr>
        </p:nvSpPr>
        <p:spPr>
          <a:xfrm>
            <a:off x="5735783" y="6512416"/>
            <a:ext cx="473528" cy="256685"/>
          </a:xfrm>
          <a:prstGeom prst="rect">
            <a:avLst/>
          </a:prstGeom>
        </p:spPr>
        <p:txBody>
          <a:bodyPr/>
          <a:lstStyle>
            <a:lvl1pPr>
              <a:defRPr b="0">
                <a:solidFill>
                  <a:srgbClr val="000000"/>
                </a:solidFill>
                <a:latin typeface="Helvetica Light"/>
                <a:ea typeface="Helvetica Light"/>
                <a:cs typeface="Helvetica Light"/>
                <a:sym typeface="Helvetica Light"/>
              </a:defRPr>
            </a:lvl1pPr>
          </a:lstStyle>
          <a:p>
            <a:fld id="{86CB4B4D-7CA3-9044-876B-883B54F8677D}" type="slidenum">
              <a:rPr/>
              <a:pPr/>
              <a:t>‹#›</a:t>
            </a:fld>
            <a:endParaRPr dirty="0"/>
          </a:p>
        </p:txBody>
      </p:sp>
    </p:spTree>
    <p:extLst>
      <p:ext uri="{BB962C8B-B14F-4D97-AF65-F5344CB8AC3E}">
        <p14:creationId xmlns:p14="http://schemas.microsoft.com/office/powerpoint/2010/main" val="37713615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a:prstGeom prst="rect">
            <a:avLst/>
          </a:prstGeom>
        </p:spPr>
        <p:txBody>
          <a:bodyPr/>
          <a:lstStyle>
            <a:lvl1pPr>
              <a:defRPr>
                <a:solidFill>
                  <a:schemeClr val="tx1"/>
                </a:solidFill>
              </a:defRPr>
            </a:lvl1pPr>
          </a:lstStyle>
          <a:p>
            <a:endParaRPr lang="en-US" dirty="0">
              <a:solidFill>
                <a:srgbClr val="000000"/>
              </a:solidFill>
            </a:endParaRPr>
          </a:p>
        </p:txBody>
      </p:sp>
      <p:sp>
        <p:nvSpPr>
          <p:cNvPr id="4" name="Title 3"/>
          <p:cNvSpPr>
            <a:spLocks noGrp="1"/>
          </p:cNvSpPr>
          <p:nvPr>
            <p:ph type="title"/>
          </p:nvPr>
        </p:nvSpPr>
        <p:spPr>
          <a:xfrm>
            <a:off x="304801" y="271709"/>
            <a:ext cx="5486401" cy="5972459"/>
          </a:xfrm>
        </p:spPr>
        <p:txBody>
          <a:bodyPr/>
          <a:lstStyle>
            <a:lvl1pPr>
              <a:lnSpc>
                <a:spcPct val="90000"/>
              </a:lnSpc>
              <a:defRPr sz="3200" b="0">
                <a:solidFill>
                  <a:schemeClr val="tx1"/>
                </a:solidFill>
              </a:defRPr>
            </a:lvl1pPr>
          </a:lstStyle>
          <a:p>
            <a:r>
              <a:rPr lang="en-US"/>
              <a:t>Click to edit Master title style</a:t>
            </a:r>
            <a:endParaRPr lang="en-US" dirty="0"/>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91750" y="6273802"/>
            <a:ext cx="695452" cy="281940"/>
          </a:xfrm>
          <a:prstGeom prst="rect">
            <a:avLst/>
          </a:prstGeom>
        </p:spPr>
      </p:pic>
      <p:pic>
        <p:nvPicPr>
          <p:cNvPr id="7" name="Picture 6"/>
          <p:cNvPicPr>
            <a:picLocks noChangeAspect="1"/>
          </p:cNvPicPr>
          <p:nvPr userDrawn="1"/>
        </p:nvPicPr>
        <p:blipFill rotWithShape="1">
          <a:blip r:embed="rId3" cstate="print">
            <a:extLst>
              <a:ext uri="{28A0092B-C50C-407E-A947-70E740481C1C}">
                <a14:useLocalDpi xmlns:a14="http://schemas.microsoft.com/office/drawing/2010/main" val="0"/>
              </a:ext>
            </a:extLst>
          </a:blip>
          <a:srcRect l="18001" t="20400" r="17675" b="20719"/>
          <a:stretch/>
        </p:blipFill>
        <p:spPr>
          <a:xfrm>
            <a:off x="7986644" y="540363"/>
            <a:ext cx="3699549" cy="3174612"/>
          </a:xfrm>
          <a:prstGeom prst="rect">
            <a:avLst/>
          </a:prstGeom>
        </p:spPr>
      </p:pic>
      <p:pic>
        <p:nvPicPr>
          <p:cNvPr id="8" name="Picture 7" descr="ibm_gry.png"/>
          <p:cNvPicPr>
            <a:picLocks noChangeAspect="1"/>
          </p:cNvPicPr>
          <p:nvPr userDrawn="1"/>
        </p:nvPicPr>
        <p:blipFill>
          <a:blip r:embed="rId4">
            <a:biLevel thresh="75000"/>
            <a:extLst>
              <a:ext uri="{28A0092B-C50C-407E-A947-70E740481C1C}">
                <a14:useLocalDpi xmlns:a14="http://schemas.microsoft.com/office/drawing/2010/main"/>
              </a:ext>
            </a:extLst>
          </a:blip>
          <a:stretch>
            <a:fillRect/>
          </a:stretch>
        </p:blipFill>
        <p:spPr>
          <a:xfrm>
            <a:off x="11191750" y="320062"/>
            <a:ext cx="695452" cy="281961"/>
          </a:xfrm>
          <a:prstGeom prst="rect">
            <a:avLst/>
          </a:prstGeom>
        </p:spPr>
      </p:pic>
      <p:pic>
        <p:nvPicPr>
          <p:cNvPr id="9" name="Picture 8"/>
          <p:cNvPicPr>
            <a:picLocks noChangeAspect="1"/>
          </p:cNvPicPr>
          <p:nvPr userDrawn="1"/>
        </p:nvPicPr>
        <p:blipFill rotWithShape="1">
          <a:blip r:embed="rId5" cstate="print">
            <a:extLst>
              <a:ext uri="{28A0092B-C50C-407E-A947-70E740481C1C}">
                <a14:useLocalDpi xmlns:a14="http://schemas.microsoft.com/office/drawing/2010/main" val="0"/>
              </a:ext>
            </a:extLst>
          </a:blip>
          <a:srcRect l="15172" t="28443" r="13568" b="27421"/>
          <a:stretch/>
        </p:blipFill>
        <p:spPr>
          <a:xfrm>
            <a:off x="9880914" y="6112935"/>
            <a:ext cx="2160569" cy="627264"/>
          </a:xfrm>
          <a:prstGeom prst="rect">
            <a:avLst/>
          </a:prstGeom>
        </p:spPr>
      </p:pic>
    </p:spTree>
    <p:extLst>
      <p:ext uri="{BB962C8B-B14F-4D97-AF65-F5344CB8AC3E}">
        <p14:creationId xmlns:p14="http://schemas.microsoft.com/office/powerpoint/2010/main" val="419644771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rge Type-Bright">
    <p:spTree>
      <p:nvGrpSpPr>
        <p:cNvPr id="1" name=""/>
        <p:cNvGrpSpPr/>
        <p:nvPr/>
      </p:nvGrpSpPr>
      <p:grpSpPr>
        <a:xfrm>
          <a:off x="0" y="0"/>
          <a:ext cx="0" cy="0"/>
          <a:chOff x="0" y="0"/>
          <a:chExt cx="0" cy="0"/>
        </a:xfrm>
      </p:grpSpPr>
      <p:sp>
        <p:nvSpPr>
          <p:cNvPr id="2" name="Title 1"/>
          <p:cNvSpPr>
            <a:spLocks noGrp="1"/>
          </p:cNvSpPr>
          <p:nvPr>
            <p:ph type="title"/>
          </p:nvPr>
        </p:nvSpPr>
        <p:spPr>
          <a:xfrm>
            <a:off x="790957" y="787807"/>
            <a:ext cx="7267575" cy="1453389"/>
          </a:xfrm>
        </p:spPr>
        <p:txBody>
          <a:bodyPr/>
          <a:lstStyle>
            <a:lvl1pPr algn="l" defTabSz="1219140" rtl="0" eaLnBrk="1" latinLnBrk="0" hangingPunct="1">
              <a:lnSpc>
                <a:spcPts val="5600"/>
              </a:lnSpc>
              <a:spcBef>
                <a:spcPct val="0"/>
              </a:spcBef>
              <a:buNone/>
              <a:defRPr lang="en-US" sz="5333" kern="1200" baseline="0" dirty="0">
                <a:solidFill>
                  <a:schemeClr val="accent5"/>
                </a:solidFill>
                <a:latin typeface="+mj-lt"/>
                <a:ea typeface="+mj-ea"/>
                <a:cs typeface="+mj-cs"/>
              </a:defRPr>
            </a:lvl1pPr>
          </a:lstStyle>
          <a:p>
            <a:r>
              <a:rPr lang="en-US" dirty="0"/>
              <a:t>Click to edit Master title style</a:t>
            </a:r>
          </a:p>
        </p:txBody>
      </p:sp>
      <p:sp>
        <p:nvSpPr>
          <p:cNvPr id="6" name="Footer Placeholder 3"/>
          <p:cNvSpPr txBox="1">
            <a:spLocks/>
          </p:cNvSpPr>
          <p:nvPr userDrawn="1"/>
        </p:nvSpPr>
        <p:spPr>
          <a:xfrm>
            <a:off x="314632" y="6675120"/>
            <a:ext cx="8534400" cy="182880"/>
          </a:xfrm>
          <a:prstGeom prst="rect">
            <a:avLst/>
          </a:prstGeom>
        </p:spPr>
        <p:txBody>
          <a:bodyPr vert="horz" lIns="0" tIns="0" rIns="0" bIns="0" rtlCol="0" anchor="ctr"/>
          <a:lstStyle>
            <a:defPPr>
              <a:defRPr lang="en-US"/>
            </a:defPPr>
            <a:lvl1pPr marL="0" algn="r" defTabSz="685800" rtl="0" eaLnBrk="1" latinLnBrk="0" hangingPunct="1">
              <a:defRPr sz="600" kern="1200" baseline="0">
                <a:solidFill>
                  <a:schemeClr val="tx1"/>
                </a:solidFill>
                <a:latin typeface="+mn-lt"/>
                <a:ea typeface="Arial" charset="0"/>
                <a:cs typeface="Arial"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de-DE" sz="800" dirty="0"/>
              <a:t>IBM Cloud /  2018 /  © 2017 IBM Corporation</a:t>
            </a:r>
            <a:endParaRPr lang="en-US" sz="800" dirty="0"/>
          </a:p>
        </p:txBody>
      </p:sp>
    </p:spTree>
    <p:extLst>
      <p:ext uri="{BB962C8B-B14F-4D97-AF65-F5344CB8AC3E}">
        <p14:creationId xmlns:p14="http://schemas.microsoft.com/office/powerpoint/2010/main" val="38718135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5_Side by side">
    <p:spTree>
      <p:nvGrpSpPr>
        <p:cNvPr id="1" name=""/>
        <p:cNvGrpSpPr/>
        <p:nvPr/>
      </p:nvGrpSpPr>
      <p:grpSpPr>
        <a:xfrm>
          <a:off x="0" y="0"/>
          <a:ext cx="0" cy="0"/>
          <a:chOff x="0" y="0"/>
          <a:chExt cx="0" cy="0"/>
        </a:xfrm>
      </p:grpSpPr>
      <p:sp>
        <p:nvSpPr>
          <p:cNvPr id="2" name="Title 1"/>
          <p:cNvSpPr>
            <a:spLocks noGrp="1"/>
          </p:cNvSpPr>
          <p:nvPr>
            <p:ph type="title"/>
          </p:nvPr>
        </p:nvSpPr>
        <p:spPr>
          <a:xfrm>
            <a:off x="790588" y="793383"/>
            <a:ext cx="4978401" cy="523220"/>
          </a:xfrm>
        </p:spPr>
        <p:txBody>
          <a:bodyPr>
            <a:spAutoFit/>
          </a:bodyPr>
          <a:lstStyle>
            <a:lvl1pPr>
              <a:lnSpc>
                <a:spcPts val="4000"/>
              </a:lnSpc>
              <a:defRPr sz="3733" baseline="0">
                <a:solidFill>
                  <a:schemeClr val="accent5"/>
                </a:solidFill>
              </a:defRPr>
            </a:lvl1pPr>
          </a:lstStyle>
          <a:p>
            <a:r>
              <a:rPr lang="en-US" dirty="0"/>
              <a:t>Click to edit Master title</a:t>
            </a:r>
          </a:p>
        </p:txBody>
      </p:sp>
      <p:sp>
        <p:nvSpPr>
          <p:cNvPr id="11" name="Text Placeholder 5"/>
          <p:cNvSpPr>
            <a:spLocks noGrp="1"/>
          </p:cNvSpPr>
          <p:nvPr>
            <p:ph type="body" sz="quarter" idx="11"/>
          </p:nvPr>
        </p:nvSpPr>
        <p:spPr>
          <a:xfrm>
            <a:off x="6604008" y="2034552"/>
            <a:ext cx="4775201" cy="246221"/>
          </a:xfrm>
        </p:spPr>
        <p:txBody>
          <a:bodyPr>
            <a:spAutoFit/>
          </a:bodyPr>
          <a:lstStyle>
            <a:lvl1pPr marL="228562" indent="-228562">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81" y="793383"/>
            <a:ext cx="4775201" cy="523220"/>
          </a:xfrm>
        </p:spPr>
        <p:txBody>
          <a:bodyPr>
            <a:spAutoFit/>
          </a:bodyPr>
          <a:lstStyle>
            <a:lvl1pPr marL="0" indent="0">
              <a:lnSpc>
                <a:spcPts val="4000"/>
              </a:lnSpc>
              <a:spcBef>
                <a:spcPts val="2400"/>
              </a:spcBef>
              <a:buFont typeface="Arial" panose="020B0604020202020204" pitchFamily="34" charset="0"/>
              <a:buNone/>
              <a:defRPr sz="3733"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4" name="Text Placeholder 5"/>
          <p:cNvSpPr>
            <a:spLocks noGrp="1"/>
          </p:cNvSpPr>
          <p:nvPr>
            <p:ph type="body" sz="quarter" idx="13"/>
          </p:nvPr>
        </p:nvSpPr>
        <p:spPr>
          <a:xfrm>
            <a:off x="812810" y="2034552"/>
            <a:ext cx="4978401" cy="246221"/>
          </a:xfrm>
        </p:spPr>
        <p:txBody>
          <a:bodyPr>
            <a:spAutoFit/>
          </a:bodyPr>
          <a:lstStyle>
            <a:lvl1pPr marL="228562" indent="-228562">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9" name="Footer Placeholder 3"/>
          <p:cNvSpPr txBox="1">
            <a:spLocks/>
          </p:cNvSpPr>
          <p:nvPr userDrawn="1"/>
        </p:nvSpPr>
        <p:spPr>
          <a:xfrm>
            <a:off x="285135" y="6675120"/>
            <a:ext cx="8534400" cy="182880"/>
          </a:xfrm>
          <a:prstGeom prst="rect">
            <a:avLst/>
          </a:prstGeom>
        </p:spPr>
        <p:txBody>
          <a:bodyPr vert="horz" lIns="0" tIns="0" rIns="0" bIns="0" rtlCol="0" anchor="ctr"/>
          <a:lstStyle>
            <a:defPPr>
              <a:defRPr lang="en-US"/>
            </a:defPPr>
            <a:lvl1pPr marL="0" algn="r" defTabSz="685800" rtl="0" eaLnBrk="1" latinLnBrk="0" hangingPunct="1">
              <a:defRPr sz="600" kern="1200" baseline="0">
                <a:solidFill>
                  <a:schemeClr val="tx1"/>
                </a:solidFill>
                <a:latin typeface="+mn-lt"/>
                <a:ea typeface="Arial" charset="0"/>
                <a:cs typeface="Arial"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de-DE" sz="800" dirty="0"/>
              <a:t>IBM Cloud /  2018 /  © 2017 IBM Corporation</a:t>
            </a:r>
            <a:endParaRPr lang="en-US" sz="800" dirty="0"/>
          </a:p>
        </p:txBody>
      </p:sp>
    </p:spTree>
    <p:extLst>
      <p:ext uri="{BB962C8B-B14F-4D97-AF65-F5344CB8AC3E}">
        <p14:creationId xmlns:p14="http://schemas.microsoft.com/office/powerpoint/2010/main" val="40585247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with single column">
    <p:spTree>
      <p:nvGrpSpPr>
        <p:cNvPr id="1" name=""/>
        <p:cNvGrpSpPr/>
        <p:nvPr/>
      </p:nvGrpSpPr>
      <p:grpSpPr>
        <a:xfrm>
          <a:off x="0" y="0"/>
          <a:ext cx="0" cy="0"/>
          <a:chOff x="0" y="0"/>
          <a:chExt cx="0" cy="0"/>
        </a:xfrm>
      </p:grpSpPr>
      <p:sp>
        <p:nvSpPr>
          <p:cNvPr id="6" name="Rectangle 3"/>
          <p:cNvSpPr>
            <a:spLocks noChangeArrowheads="1"/>
          </p:cNvSpPr>
          <p:nvPr/>
        </p:nvSpPr>
        <p:spPr bwMode="auto">
          <a:xfrm>
            <a:off x="3723220" y="6489702"/>
            <a:ext cx="410633"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40"/>
            <a:fld id="{33BF8EC9-7369-964B-8DC2-5B96682FF51E}" type="slidenum">
              <a:rPr lang="en-US" sz="800">
                <a:solidFill>
                  <a:srgbClr val="5A5A5A"/>
                </a:solidFill>
                <a:cs typeface="Arial" charset="0"/>
              </a:rPr>
              <a:pPr defTabSz="1219140"/>
              <a:t>‹#›</a:t>
            </a:fld>
            <a:endParaRPr lang="en-US" sz="800">
              <a:solidFill>
                <a:srgbClr val="5A5A5A"/>
              </a:solidFill>
              <a:cs typeface="Arial" charset="0"/>
            </a:endParaRPr>
          </a:p>
        </p:txBody>
      </p:sp>
      <p:sp>
        <p:nvSpPr>
          <p:cNvPr id="7" name="Rectangle 4"/>
          <p:cNvSpPr>
            <a:spLocks noChangeArrowheads="1"/>
          </p:cNvSpPr>
          <p:nvPr/>
        </p:nvSpPr>
        <p:spPr bwMode="auto">
          <a:xfrm>
            <a:off x="3454401" y="6489702"/>
            <a:ext cx="26246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40"/>
            <a:r>
              <a:rPr lang="en-US" sz="800">
                <a:solidFill>
                  <a:srgbClr val="5A5A5A"/>
                </a:solidFill>
                <a:cs typeface="Arial" charset="0"/>
              </a:rPr>
              <a:t>Page</a:t>
            </a:r>
          </a:p>
        </p:txBody>
      </p:sp>
      <p:sp>
        <p:nvSpPr>
          <p:cNvPr id="8" name="Rectangle 5"/>
          <p:cNvSpPr>
            <a:spLocks noChangeArrowheads="1"/>
          </p:cNvSpPr>
          <p:nvPr/>
        </p:nvSpPr>
        <p:spPr bwMode="auto">
          <a:xfrm>
            <a:off x="817035" y="6489702"/>
            <a:ext cx="158961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40"/>
            <a:r>
              <a:rPr lang="en-US" sz="800" dirty="0">
                <a:solidFill>
                  <a:srgbClr val="5A5A5A"/>
                </a:solidFill>
                <a:cs typeface="Arial" charset="0"/>
              </a:rPr>
              <a:t>© 2017 IBM Corporation</a:t>
            </a:r>
          </a:p>
        </p:txBody>
      </p:sp>
      <p:sp>
        <p:nvSpPr>
          <p:cNvPr id="2" name="Title 1"/>
          <p:cNvSpPr>
            <a:spLocks noGrp="1"/>
          </p:cNvSpPr>
          <p:nvPr>
            <p:ph type="title"/>
          </p:nvPr>
        </p:nvSpPr>
        <p:spPr>
          <a:xfrm>
            <a:off x="790578" y="793382"/>
            <a:ext cx="10569996" cy="523220"/>
          </a:xfrm>
        </p:spPr>
        <p:txBody>
          <a:bodyPr/>
          <a:lstStyle>
            <a:lvl1pPr>
              <a:lnSpc>
                <a:spcPts val="4000"/>
              </a:lnSpc>
              <a:defRPr sz="3733" baseline="0">
                <a:solidFill>
                  <a:schemeClr val="accent5"/>
                </a:solidFill>
              </a:defRPr>
            </a:lvl1pPr>
          </a:lstStyle>
          <a:p>
            <a:r>
              <a:rPr lang="en-US"/>
              <a:t>Click to edit Master title style</a:t>
            </a:r>
            <a:endParaRPr lang="en-US" dirty="0"/>
          </a:p>
        </p:txBody>
      </p:sp>
      <p:sp>
        <p:nvSpPr>
          <p:cNvPr id="14" name="Text Placeholder 5"/>
          <p:cNvSpPr>
            <a:spLocks noGrp="1"/>
          </p:cNvSpPr>
          <p:nvPr>
            <p:ph type="body" sz="quarter" idx="13" hasCustomPrompt="1"/>
          </p:nvPr>
        </p:nvSpPr>
        <p:spPr>
          <a:xfrm>
            <a:off x="804672" y="2048256"/>
            <a:ext cx="10566400" cy="3533912"/>
          </a:xfrm>
        </p:spPr>
        <p:txBody>
          <a:bodyPr>
            <a:normAutofit/>
          </a:bodyPr>
          <a:lstStyle>
            <a:lvl1pPr marL="228589" indent="-228589">
              <a:spcBef>
                <a:spcPts val="0"/>
              </a:spcBef>
              <a:spcAft>
                <a:spcPts val="1600"/>
              </a:spcAft>
              <a:buFont typeface="Arial" panose="020B0604020202020204" pitchFamily="34" charset="0"/>
              <a:buChar char="•"/>
              <a:defRPr sz="2133"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291000815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itle with two column with subheader">
    <p:spTree>
      <p:nvGrpSpPr>
        <p:cNvPr id="1" name=""/>
        <p:cNvGrpSpPr/>
        <p:nvPr/>
      </p:nvGrpSpPr>
      <p:grpSpPr>
        <a:xfrm>
          <a:off x="0" y="0"/>
          <a:ext cx="0" cy="0"/>
          <a:chOff x="0" y="0"/>
          <a:chExt cx="0" cy="0"/>
        </a:xfrm>
      </p:grpSpPr>
      <p:sp>
        <p:nvSpPr>
          <p:cNvPr id="6" name="Rectangle 3"/>
          <p:cNvSpPr>
            <a:spLocks noChangeArrowheads="1"/>
          </p:cNvSpPr>
          <p:nvPr/>
        </p:nvSpPr>
        <p:spPr bwMode="auto">
          <a:xfrm>
            <a:off x="3723220" y="6489702"/>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219140"/>
            <a:fld id="{33BF8EC9-7369-964B-8DC2-5B96682FF51E}" type="slidenum">
              <a:rPr lang="en-US" sz="800">
                <a:solidFill>
                  <a:srgbClr val="5A5A5A"/>
                </a:solidFill>
                <a:cs typeface="Arial" charset="0"/>
              </a:rPr>
              <a:pPr defTabSz="1219140"/>
              <a:t>‹#›</a:t>
            </a:fld>
            <a:endParaRPr lang="en-US" sz="800" dirty="0">
              <a:solidFill>
                <a:srgbClr val="5A5A5A"/>
              </a:solidFill>
              <a:cs typeface="Arial" charset="0"/>
            </a:endParaRPr>
          </a:p>
        </p:txBody>
      </p:sp>
      <p:sp>
        <p:nvSpPr>
          <p:cNvPr id="7" name="Rectangle 4"/>
          <p:cNvSpPr>
            <a:spLocks noChangeArrowheads="1"/>
          </p:cNvSpPr>
          <p:nvPr/>
        </p:nvSpPr>
        <p:spPr bwMode="auto">
          <a:xfrm>
            <a:off x="3454401" y="6489702"/>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219140"/>
            <a:r>
              <a:rPr lang="en-US" sz="800" dirty="0">
                <a:solidFill>
                  <a:srgbClr val="5A5A5A"/>
                </a:solidFill>
                <a:cs typeface="Arial" charset="0"/>
              </a:rPr>
              <a:t>Page</a:t>
            </a:r>
          </a:p>
        </p:txBody>
      </p:sp>
      <p:sp>
        <p:nvSpPr>
          <p:cNvPr id="8" name="Rectangle 5"/>
          <p:cNvSpPr>
            <a:spLocks noChangeArrowheads="1"/>
          </p:cNvSpPr>
          <p:nvPr/>
        </p:nvSpPr>
        <p:spPr bwMode="auto">
          <a:xfrm>
            <a:off x="817035" y="6489702"/>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219140"/>
            <a:r>
              <a:rPr lang="en-US" sz="800" dirty="0">
                <a:solidFill>
                  <a:srgbClr val="5A5A5A"/>
                </a:solidFill>
                <a:cs typeface="Arial" charset="0"/>
              </a:rPr>
              <a:t>© 2017 IBM Corporation</a:t>
            </a:r>
          </a:p>
        </p:txBody>
      </p:sp>
      <p:sp>
        <p:nvSpPr>
          <p:cNvPr id="2" name="Title 1"/>
          <p:cNvSpPr>
            <a:spLocks noGrp="1"/>
          </p:cNvSpPr>
          <p:nvPr>
            <p:ph type="title"/>
          </p:nvPr>
        </p:nvSpPr>
        <p:spPr>
          <a:xfrm>
            <a:off x="790578" y="793382"/>
            <a:ext cx="10569996" cy="523220"/>
          </a:xfrm>
        </p:spPr>
        <p:txBody>
          <a:bodyPr/>
          <a:lstStyle>
            <a:lvl1pPr>
              <a:lnSpc>
                <a:spcPts val="4000"/>
              </a:lnSpc>
              <a:defRPr sz="3733" baseline="0">
                <a:solidFill>
                  <a:schemeClr val="accent5"/>
                </a:solidFill>
              </a:defRPr>
            </a:lvl1pPr>
          </a:lstStyle>
          <a:p>
            <a:r>
              <a:rPr lang="en-US" dirty="0"/>
              <a:t>Click to edit Master title</a:t>
            </a:r>
          </a:p>
        </p:txBody>
      </p:sp>
      <p:sp>
        <p:nvSpPr>
          <p:cNvPr id="11" name="Text Placeholder 3"/>
          <p:cNvSpPr>
            <a:spLocks noGrp="1"/>
          </p:cNvSpPr>
          <p:nvPr>
            <p:ph type="body" sz="quarter" idx="14" hasCustomPrompt="1"/>
          </p:nvPr>
        </p:nvSpPr>
        <p:spPr>
          <a:xfrm>
            <a:off x="808060" y="2045789"/>
            <a:ext cx="4983141" cy="3755571"/>
          </a:xfrm>
        </p:spPr>
        <p:txBody>
          <a:bodyPr>
            <a:normAutofit/>
          </a:bodyPr>
          <a:lstStyle>
            <a:lvl1pPr marL="0" indent="0">
              <a:spcBef>
                <a:spcPts val="1600"/>
              </a:spcBef>
              <a:buFontTx/>
              <a:buNone/>
              <a:defRPr sz="2667" baseline="0">
                <a:solidFill>
                  <a:schemeClr val="bg1"/>
                </a:solidFill>
              </a:defRPr>
            </a:lvl1pPr>
            <a:lvl2pPr marL="533373" indent="-230706">
              <a:buFont typeface="Arial" panose="020B0604020202020204" pitchFamily="34" charset="0"/>
              <a:buChar char="•"/>
              <a:defRPr sz="2667" baseline="0">
                <a:solidFill>
                  <a:schemeClr val="bg1"/>
                </a:solidFill>
              </a:defRPr>
            </a:lvl2pPr>
            <a:lvl3pPr marL="685766" indent="-230706">
              <a:buClr>
                <a:schemeClr val="bg1"/>
              </a:buClr>
              <a:buFont typeface="Arial" panose="020B0604020202020204" pitchFamily="34" charset="0"/>
              <a:buChar char="–"/>
              <a:defRPr sz="2667" baseline="0">
                <a:solidFill>
                  <a:schemeClr val="bg1"/>
                </a:solidFill>
              </a:defRPr>
            </a:lvl3pPr>
            <a:lvl4pPr marL="829693" indent="-220122">
              <a:buFont typeface="Arial" panose="020B0604020202020204" pitchFamily="34" charset="0"/>
              <a:buChar char="•"/>
              <a:defRPr sz="2667" baseline="0">
                <a:solidFill>
                  <a:schemeClr val="bg1"/>
                </a:solidFill>
              </a:defRPr>
            </a:lvl4pPr>
            <a:lvl5pPr marL="1032882" indent="-186258">
              <a:defRPr sz="2133" baseline="0">
                <a:solidFill>
                  <a:schemeClr val="bg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p:txBody>
      </p:sp>
      <p:sp>
        <p:nvSpPr>
          <p:cNvPr id="13" name="Text Placeholder 3"/>
          <p:cNvSpPr>
            <a:spLocks noGrp="1"/>
          </p:cNvSpPr>
          <p:nvPr>
            <p:ph type="body" sz="quarter" idx="18" hasCustomPrompt="1"/>
          </p:nvPr>
        </p:nvSpPr>
        <p:spPr>
          <a:xfrm>
            <a:off x="6377432" y="2045789"/>
            <a:ext cx="4983141" cy="3755571"/>
          </a:xfrm>
        </p:spPr>
        <p:txBody>
          <a:bodyPr>
            <a:normAutofit/>
          </a:bodyPr>
          <a:lstStyle>
            <a:lvl1pPr marL="0" indent="0">
              <a:spcBef>
                <a:spcPts val="1600"/>
              </a:spcBef>
              <a:buFontTx/>
              <a:buNone/>
              <a:defRPr sz="2667" baseline="0">
                <a:solidFill>
                  <a:schemeClr val="bg1"/>
                </a:solidFill>
              </a:defRPr>
            </a:lvl1pPr>
            <a:lvl2pPr marL="533373" indent="-230706">
              <a:buFont typeface="Arial" panose="020B0604020202020204" pitchFamily="34" charset="0"/>
              <a:buChar char="•"/>
              <a:defRPr sz="2667" baseline="0">
                <a:solidFill>
                  <a:schemeClr val="bg1"/>
                </a:solidFill>
              </a:defRPr>
            </a:lvl2pPr>
            <a:lvl3pPr marL="685766" indent="-230706">
              <a:buClr>
                <a:schemeClr val="bg1"/>
              </a:buClr>
              <a:buFont typeface="Arial" panose="020B0604020202020204" pitchFamily="34" charset="0"/>
              <a:buChar char="–"/>
              <a:defRPr sz="2667" baseline="0">
                <a:solidFill>
                  <a:schemeClr val="bg1"/>
                </a:solidFill>
              </a:defRPr>
            </a:lvl3pPr>
            <a:lvl4pPr marL="829693" indent="-220122">
              <a:buFont typeface="Arial" panose="020B0604020202020204" pitchFamily="34" charset="0"/>
              <a:buChar char="•"/>
              <a:defRPr sz="2667" baseline="0">
                <a:solidFill>
                  <a:schemeClr val="bg1"/>
                </a:solidFill>
              </a:defRPr>
            </a:lvl4pPr>
            <a:lvl5pPr marL="1032882" indent="-186258">
              <a:defRPr sz="2133" baseline="0">
                <a:solidFill>
                  <a:schemeClr val="bg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p:txBody>
      </p:sp>
    </p:spTree>
    <p:extLst>
      <p:ext uri="{BB962C8B-B14F-4D97-AF65-F5344CB8AC3E}">
        <p14:creationId xmlns:p14="http://schemas.microsoft.com/office/powerpoint/2010/main" val="287275760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Graphic slide">
    <p:spTree>
      <p:nvGrpSpPr>
        <p:cNvPr id="1" name=""/>
        <p:cNvGrpSpPr/>
        <p:nvPr/>
      </p:nvGrpSpPr>
      <p:grpSpPr>
        <a:xfrm>
          <a:off x="0" y="0"/>
          <a:ext cx="0" cy="0"/>
          <a:chOff x="0" y="0"/>
          <a:chExt cx="0" cy="0"/>
        </a:xfrm>
      </p:grpSpPr>
      <p:sp>
        <p:nvSpPr>
          <p:cNvPr id="3" name="Rectangle 3"/>
          <p:cNvSpPr>
            <a:spLocks noChangeArrowheads="1"/>
          </p:cNvSpPr>
          <p:nvPr/>
        </p:nvSpPr>
        <p:spPr bwMode="auto">
          <a:xfrm>
            <a:off x="3723220" y="6489702"/>
            <a:ext cx="410633"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40"/>
            <a:fld id="{B2DC037B-B229-BD4C-B7B6-C0AEF2B4BC18}" type="slidenum">
              <a:rPr lang="en-US" sz="800">
                <a:solidFill>
                  <a:srgbClr val="5A5A5A"/>
                </a:solidFill>
                <a:cs typeface="Arial" charset="0"/>
              </a:rPr>
              <a:pPr defTabSz="1219140"/>
              <a:t>‹#›</a:t>
            </a:fld>
            <a:endParaRPr lang="en-US" sz="800">
              <a:solidFill>
                <a:srgbClr val="5A5A5A"/>
              </a:solidFill>
              <a:cs typeface="Arial" charset="0"/>
            </a:endParaRPr>
          </a:p>
        </p:txBody>
      </p:sp>
      <p:sp>
        <p:nvSpPr>
          <p:cNvPr id="4" name="Rectangle 4"/>
          <p:cNvSpPr>
            <a:spLocks noChangeArrowheads="1"/>
          </p:cNvSpPr>
          <p:nvPr/>
        </p:nvSpPr>
        <p:spPr bwMode="auto">
          <a:xfrm>
            <a:off x="3454401" y="6489702"/>
            <a:ext cx="26246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40"/>
            <a:r>
              <a:rPr lang="en-US" sz="800">
                <a:solidFill>
                  <a:srgbClr val="5A5A5A"/>
                </a:solidFill>
                <a:cs typeface="Arial" charset="0"/>
              </a:rPr>
              <a:t>Page</a:t>
            </a:r>
          </a:p>
        </p:txBody>
      </p:sp>
      <p:sp>
        <p:nvSpPr>
          <p:cNvPr id="5" name="Rectangle 5"/>
          <p:cNvSpPr>
            <a:spLocks noChangeArrowheads="1"/>
          </p:cNvSpPr>
          <p:nvPr/>
        </p:nvSpPr>
        <p:spPr bwMode="auto">
          <a:xfrm>
            <a:off x="817035" y="6489702"/>
            <a:ext cx="158961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40"/>
            <a:r>
              <a:rPr lang="en-US" sz="800" dirty="0">
                <a:solidFill>
                  <a:srgbClr val="5A5A5A"/>
                </a:solidFill>
                <a:cs typeface="Arial" charset="0"/>
              </a:rPr>
              <a:t>© 2017 IBM Corporation</a:t>
            </a:r>
          </a:p>
        </p:txBody>
      </p:sp>
      <p:sp>
        <p:nvSpPr>
          <p:cNvPr id="2" name="Title 1"/>
          <p:cNvSpPr>
            <a:spLocks noGrp="1"/>
          </p:cNvSpPr>
          <p:nvPr>
            <p:ph type="title"/>
          </p:nvPr>
        </p:nvSpPr>
        <p:spPr>
          <a:xfrm>
            <a:off x="790577" y="795410"/>
            <a:ext cx="10539275" cy="523220"/>
          </a:xfrm>
        </p:spPr>
        <p:txBody>
          <a:bodyPr/>
          <a:lstStyle>
            <a:lvl1pPr>
              <a:lnSpc>
                <a:spcPts val="4000"/>
              </a:lnSpc>
              <a:defRPr sz="3733" baseline="0">
                <a:solidFill>
                  <a:schemeClr val="accent5"/>
                </a:solidFill>
              </a:defRPr>
            </a:lvl1pPr>
          </a:lstStyle>
          <a:p>
            <a:r>
              <a:rPr lang="en-US"/>
              <a:t>Click to edit Master title style</a:t>
            </a:r>
            <a:endParaRPr lang="en-US" dirty="0"/>
          </a:p>
        </p:txBody>
      </p:sp>
    </p:spTree>
    <p:extLst>
      <p:ext uri="{BB962C8B-B14F-4D97-AF65-F5344CB8AC3E}">
        <p14:creationId xmlns:p14="http://schemas.microsoft.com/office/powerpoint/2010/main" val="13915750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9" y="790820"/>
            <a:ext cx="10588623" cy="470323"/>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10" name="Rectangle 9"/>
          <p:cNvSpPr/>
          <p:nvPr userDrawn="1"/>
        </p:nvSpPr>
        <p:spPr>
          <a:xfrm>
            <a:off x="3723484" y="6490233"/>
            <a:ext cx="410749" cy="123111"/>
          </a:xfrm>
          <a:prstGeom prst="rect">
            <a:avLst/>
          </a:prstGeom>
        </p:spPr>
        <p:txBody>
          <a:bodyPr wrap="square" lIns="0" tIns="0" rIns="0" bIns="0">
            <a:spAutoFit/>
          </a:bodyPr>
          <a:lstStyle/>
          <a:p>
            <a:pPr defTabSz="1219140"/>
            <a:fld id="{655362CE-4ABE-4CB4-8947-B1242CDD9D94}" type="slidenum">
              <a:rPr lang="en-US" sz="800" smtClean="0">
                <a:solidFill>
                  <a:srgbClr val="5A5A5A"/>
                </a:solidFill>
                <a:ea typeface="ＭＳ Ｐゴシック" charset="0"/>
              </a:rPr>
              <a:pPr defTabSz="1219140"/>
              <a:t>‹#›</a:t>
            </a:fld>
            <a:endParaRPr lang="en-US" sz="800" dirty="0">
              <a:solidFill>
                <a:srgbClr val="5A5A5A"/>
              </a:solidFill>
              <a:ea typeface="ＭＳ Ｐゴシック" charset="0"/>
            </a:endParaRPr>
          </a:p>
        </p:txBody>
      </p:sp>
      <p:sp>
        <p:nvSpPr>
          <p:cNvPr id="11" name="Rectangle 10"/>
          <p:cNvSpPr/>
          <p:nvPr userDrawn="1"/>
        </p:nvSpPr>
        <p:spPr>
          <a:xfrm>
            <a:off x="3454933" y="6490233"/>
            <a:ext cx="261527" cy="123111"/>
          </a:xfrm>
          <a:prstGeom prst="rect">
            <a:avLst/>
          </a:prstGeom>
        </p:spPr>
        <p:txBody>
          <a:bodyPr wrap="square" lIns="0" tIns="0" rIns="0" bIns="0">
            <a:spAutoFit/>
          </a:bodyPr>
          <a:lstStyle/>
          <a:p>
            <a:pPr defTabSz="1219140"/>
            <a:r>
              <a:rPr lang="en-US" sz="800" dirty="0">
                <a:solidFill>
                  <a:srgbClr val="5A5A5A"/>
                </a:solidFill>
                <a:ea typeface="ＭＳ Ｐゴシック" charset="0"/>
              </a:rPr>
              <a:t>Page</a:t>
            </a:r>
          </a:p>
        </p:txBody>
      </p:sp>
      <p:sp>
        <p:nvSpPr>
          <p:cNvPr id="13" name="Rectangle 12"/>
          <p:cNvSpPr/>
          <p:nvPr userDrawn="1"/>
        </p:nvSpPr>
        <p:spPr>
          <a:xfrm>
            <a:off x="817564" y="6490233"/>
            <a:ext cx="1589616" cy="123111"/>
          </a:xfrm>
          <a:prstGeom prst="rect">
            <a:avLst/>
          </a:prstGeom>
        </p:spPr>
        <p:txBody>
          <a:bodyPr wrap="square" lIns="0" tIns="0" rIns="0" bIns="0">
            <a:spAutoFit/>
          </a:bodyPr>
          <a:lstStyle/>
          <a:p>
            <a:pPr defTabSz="1219140"/>
            <a:r>
              <a:rPr lang="en-US" sz="800">
                <a:solidFill>
                  <a:srgbClr val="5A5A5A"/>
                </a:solidFill>
                <a:ea typeface="ＭＳ Ｐゴシック" charset="0"/>
              </a:rPr>
              <a:t>© 2017 </a:t>
            </a:r>
            <a:r>
              <a:rPr lang="en-US" sz="800" dirty="0">
                <a:solidFill>
                  <a:srgbClr val="5A5A5A"/>
                </a:solidFill>
                <a:ea typeface="ＭＳ Ｐゴシック" charset="0"/>
              </a:rPr>
              <a:t>IBM Corporation</a:t>
            </a:r>
          </a:p>
        </p:txBody>
      </p:sp>
      <p:sp>
        <p:nvSpPr>
          <p:cNvPr id="19" name="TextBox 18"/>
          <p:cNvSpPr txBox="1"/>
          <p:nvPr userDrawn="1"/>
        </p:nvSpPr>
        <p:spPr>
          <a:xfrm>
            <a:off x="670837" y="347904"/>
            <a:ext cx="2425664" cy="318100"/>
          </a:xfrm>
          <a:prstGeom prst="rect">
            <a:avLst/>
          </a:prstGeom>
          <a:noFill/>
        </p:spPr>
        <p:txBody>
          <a:bodyPr wrap="none" rtlCol="0">
            <a:spAutoFit/>
          </a:bodyPr>
          <a:lstStyle/>
          <a:p>
            <a:pPr defTabSz="1219140"/>
            <a:r>
              <a:rPr lang="en-US" sz="1467" b="1" dirty="0">
                <a:solidFill>
                  <a:srgbClr val="5A5A5A"/>
                </a:solidFill>
                <a:ea typeface="ＭＳ Ｐゴシック" charset="0"/>
                <a:cs typeface="ＭＳ Ｐゴシック" charset="0"/>
              </a:rPr>
              <a:t>IBM Cloud </a:t>
            </a:r>
            <a:r>
              <a:rPr lang="en-US" sz="1467" dirty="0">
                <a:solidFill>
                  <a:srgbClr val="5A5A5A"/>
                </a:solidFill>
                <a:ea typeface="ＭＳ Ｐゴシック" charset="0"/>
                <a:cs typeface="ＭＳ Ｐゴシック" charset="0"/>
              </a:rPr>
              <a:t>Object Storage</a:t>
            </a:r>
          </a:p>
        </p:txBody>
      </p:sp>
      <p:sp>
        <p:nvSpPr>
          <p:cNvPr id="9" name="Rectangle 8"/>
          <p:cNvSpPr/>
          <p:nvPr userDrawn="1"/>
        </p:nvSpPr>
        <p:spPr>
          <a:xfrm>
            <a:off x="4876800" y="6490233"/>
            <a:ext cx="6629400" cy="123111"/>
          </a:xfrm>
          <a:prstGeom prst="rect">
            <a:avLst/>
          </a:prstGeom>
        </p:spPr>
        <p:txBody>
          <a:bodyPr wrap="square" lIns="0" tIns="0" rIns="0" bIns="0">
            <a:spAutoFit/>
          </a:bodyPr>
          <a:lstStyle/>
          <a:p>
            <a:pPr algn="r" defTabSz="1219140"/>
            <a:r>
              <a:rPr lang="en-US" sz="800">
                <a:solidFill>
                  <a:srgbClr val="6D7777"/>
                </a:solidFill>
              </a:rPr>
              <a:t>IBM Confidential</a:t>
            </a:r>
            <a:endParaRPr lang="en-US" sz="800" dirty="0">
              <a:solidFill>
                <a:srgbClr val="6D7777"/>
              </a:solidFill>
            </a:endParaRPr>
          </a:p>
        </p:txBody>
      </p:sp>
    </p:spTree>
    <p:extLst>
      <p:ext uri="{BB962C8B-B14F-4D97-AF65-F5344CB8AC3E}">
        <p14:creationId xmlns:p14="http://schemas.microsoft.com/office/powerpoint/2010/main" val="38300305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le 1"/>
          <p:cNvSpPr>
            <a:spLocks noGrp="1"/>
          </p:cNvSpPr>
          <p:nvPr>
            <p:ph type="title"/>
          </p:nvPr>
        </p:nvSpPr>
        <p:spPr>
          <a:xfrm>
            <a:off x="790577" y="790819"/>
            <a:ext cx="5283200" cy="523220"/>
          </a:xfrm>
        </p:spPr>
        <p:txBody>
          <a:bodyPr>
            <a:spAutoFit/>
          </a:bodyPr>
          <a:lstStyle>
            <a:lvl1pPr>
              <a:lnSpc>
                <a:spcPts val="4000"/>
              </a:lnSpc>
              <a:defRPr sz="3733" baseline="0">
                <a:solidFill>
                  <a:schemeClr val="bg1"/>
                </a:solidFill>
              </a:defRPr>
            </a:lvl1pPr>
          </a:lstStyle>
          <a:p>
            <a:r>
              <a:rPr lang="en-US" dirty="0"/>
              <a:t>Click to edit Master title</a:t>
            </a:r>
          </a:p>
        </p:txBody>
      </p:sp>
      <p:sp>
        <p:nvSpPr>
          <p:cNvPr id="19" name="Table Placeholder 18"/>
          <p:cNvSpPr>
            <a:spLocks noGrp="1"/>
          </p:cNvSpPr>
          <p:nvPr>
            <p:ph type="tbl" sz="quarter" idx="11"/>
          </p:nvPr>
        </p:nvSpPr>
        <p:spPr>
          <a:xfrm>
            <a:off x="812800" y="1736448"/>
            <a:ext cx="10566400" cy="410369"/>
          </a:xfrm>
        </p:spPr>
        <p:txBody>
          <a:bodyPr/>
          <a:lstStyle>
            <a:lvl1pPr>
              <a:defRPr baseline="0">
                <a:solidFill>
                  <a:schemeClr val="bg1"/>
                </a:solidFill>
              </a:defRPr>
            </a:lvl1pPr>
          </a:lstStyle>
          <a:p>
            <a:endParaRPr lang="en-US"/>
          </a:p>
        </p:txBody>
      </p:sp>
      <p:sp>
        <p:nvSpPr>
          <p:cNvPr id="10" name="Rectangle 9"/>
          <p:cNvSpPr/>
          <p:nvPr userDrawn="1"/>
        </p:nvSpPr>
        <p:spPr>
          <a:xfrm>
            <a:off x="3723487" y="6490233"/>
            <a:ext cx="410749" cy="123111"/>
          </a:xfrm>
          <a:prstGeom prst="rect">
            <a:avLst/>
          </a:prstGeom>
        </p:spPr>
        <p:txBody>
          <a:bodyPr wrap="square" lIns="0" tIns="0" rIns="0" bIns="0">
            <a:spAutoFit/>
          </a:bodyPr>
          <a:lstStyle/>
          <a:p>
            <a:pPr defTabSz="1219140"/>
            <a:fld id="{655362CE-4ABE-4CB4-8947-B1242CDD9D94}" type="slidenum">
              <a:rPr lang="en-US" sz="800" smtClean="0">
                <a:solidFill>
                  <a:srgbClr val="5A5A5A"/>
                </a:solidFill>
                <a:cs typeface="Arial" panose="020B0604020202020204" pitchFamily="34" charset="0"/>
              </a:rPr>
              <a:pPr defTabSz="1219140"/>
              <a:t>‹#›</a:t>
            </a:fld>
            <a:endParaRPr lang="en-US" sz="800">
              <a:solidFill>
                <a:srgbClr val="5A5A5A"/>
              </a:solidFill>
              <a:cs typeface="Arial" panose="020B0604020202020204" pitchFamily="34" charset="0"/>
            </a:endParaRPr>
          </a:p>
        </p:txBody>
      </p:sp>
      <p:sp>
        <p:nvSpPr>
          <p:cNvPr id="11" name="Rectangle 10"/>
          <p:cNvSpPr/>
          <p:nvPr userDrawn="1"/>
        </p:nvSpPr>
        <p:spPr>
          <a:xfrm>
            <a:off x="3454928" y="6490231"/>
            <a:ext cx="261528" cy="123111"/>
          </a:xfrm>
          <a:prstGeom prst="rect">
            <a:avLst/>
          </a:prstGeom>
        </p:spPr>
        <p:txBody>
          <a:bodyPr wrap="square" lIns="0" tIns="0" rIns="0" bIns="0">
            <a:spAutoFit/>
          </a:bodyPr>
          <a:lstStyle/>
          <a:p>
            <a:pPr defTabSz="1219140"/>
            <a:r>
              <a:rPr lang="en-US" sz="800">
                <a:solidFill>
                  <a:srgbClr val="5A5A5A"/>
                </a:solidFill>
                <a:cs typeface="Arial" panose="020B0604020202020204" pitchFamily="34" charset="0"/>
              </a:rPr>
              <a:t>Page</a:t>
            </a:r>
          </a:p>
        </p:txBody>
      </p:sp>
      <p:sp>
        <p:nvSpPr>
          <p:cNvPr id="13" name="Rectangle 12"/>
          <p:cNvSpPr/>
          <p:nvPr userDrawn="1"/>
        </p:nvSpPr>
        <p:spPr>
          <a:xfrm>
            <a:off x="817565" y="6490231"/>
            <a:ext cx="1589616" cy="123111"/>
          </a:xfrm>
          <a:prstGeom prst="rect">
            <a:avLst/>
          </a:prstGeom>
        </p:spPr>
        <p:txBody>
          <a:bodyPr wrap="square" lIns="0" tIns="0" rIns="0" bIns="0">
            <a:spAutoFit/>
          </a:bodyPr>
          <a:lstStyle/>
          <a:p>
            <a:pPr defTabSz="1219140"/>
            <a:r>
              <a:rPr lang="en-US" sz="800" dirty="0">
                <a:solidFill>
                  <a:srgbClr val="5A5A5A"/>
                </a:solidFill>
                <a:cs typeface="Arial" panose="020B0604020202020204" pitchFamily="34" charset="0"/>
              </a:rPr>
              <a:t>© 2016 IBM Corporation</a:t>
            </a:r>
          </a:p>
        </p:txBody>
      </p:sp>
    </p:spTree>
    <p:extLst>
      <p:ext uri="{BB962C8B-B14F-4D97-AF65-F5344CB8AC3E}">
        <p14:creationId xmlns:p14="http://schemas.microsoft.com/office/powerpoint/2010/main" val="13758286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a:xfrm>
            <a:off x="304800" y="6435307"/>
            <a:ext cx="8534400" cy="182880"/>
          </a:xfrm>
          <a:prstGeom prst="rect">
            <a:avLst/>
          </a:prstGeom>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a:xfrm>
            <a:off x="9144000" y="6435307"/>
            <a:ext cx="2743200" cy="182880"/>
          </a:xfrm>
          <a:prstGeom prst="rect">
            <a:avLst/>
          </a:prstGeom>
        </p:spPr>
        <p:txBody>
          <a:bodyPr/>
          <a:lstStyle/>
          <a:p>
            <a:fld id="{384D21A0-162F-482A-8D56-D63A3C6491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95574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2" name="Title 1"/>
          <p:cNvSpPr>
            <a:spLocks noGrp="1"/>
          </p:cNvSpPr>
          <p:nvPr>
            <p:ph type="title"/>
          </p:nvPr>
        </p:nvSpPr>
        <p:spPr>
          <a:xfrm>
            <a:off x="790581" y="793383"/>
            <a:ext cx="4978401" cy="523220"/>
          </a:xfrm>
        </p:spPr>
        <p:txBody>
          <a:bodyPr>
            <a:spAutoFit/>
          </a:bodyPr>
          <a:lstStyle>
            <a:lvl1pPr>
              <a:lnSpc>
                <a:spcPts val="4000"/>
              </a:lnSpc>
              <a:defRPr sz="3733" baseline="0">
                <a:solidFill>
                  <a:schemeClr val="accent5"/>
                </a:solidFill>
              </a:defRPr>
            </a:lvl1pPr>
          </a:lstStyle>
          <a:p>
            <a:r>
              <a:rPr lang="en-US" dirty="0"/>
              <a:t>Click to edit Master title</a:t>
            </a:r>
          </a:p>
        </p:txBody>
      </p:sp>
      <p:sp>
        <p:nvSpPr>
          <p:cNvPr id="11" name="Text Placeholder 5"/>
          <p:cNvSpPr>
            <a:spLocks noGrp="1"/>
          </p:cNvSpPr>
          <p:nvPr>
            <p:ph type="body" sz="quarter" idx="11"/>
          </p:nvPr>
        </p:nvSpPr>
        <p:spPr>
          <a:xfrm>
            <a:off x="6604001" y="2034551"/>
            <a:ext cx="4775201" cy="246221"/>
          </a:xfrm>
        </p:spPr>
        <p:txBody>
          <a:bodyPr>
            <a:spAutoFit/>
          </a:bodyPr>
          <a:lstStyle>
            <a:lvl1pPr marL="228589" indent="-228589">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74" y="793383"/>
            <a:ext cx="4775201" cy="523220"/>
          </a:xfrm>
        </p:spPr>
        <p:txBody>
          <a:bodyPr>
            <a:spAutoFit/>
          </a:bodyPr>
          <a:lstStyle>
            <a:lvl1pPr marL="0" indent="0">
              <a:lnSpc>
                <a:spcPts val="4000"/>
              </a:lnSpc>
              <a:spcBef>
                <a:spcPts val="2400"/>
              </a:spcBef>
              <a:buFont typeface="Arial" panose="020B0604020202020204" pitchFamily="34" charset="0"/>
              <a:buNone/>
              <a:defRPr sz="3733"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4" name="Text Placeholder 5"/>
          <p:cNvSpPr>
            <a:spLocks noGrp="1"/>
          </p:cNvSpPr>
          <p:nvPr>
            <p:ph type="body" sz="quarter" idx="13"/>
          </p:nvPr>
        </p:nvSpPr>
        <p:spPr>
          <a:xfrm>
            <a:off x="812804" y="2034551"/>
            <a:ext cx="4978401" cy="246221"/>
          </a:xfrm>
        </p:spPr>
        <p:txBody>
          <a:bodyPr>
            <a:spAutoFit/>
          </a:bodyPr>
          <a:lstStyle>
            <a:lvl1pPr marL="228589" indent="-228589">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0" name="Rectangle 9"/>
          <p:cNvSpPr/>
          <p:nvPr userDrawn="1"/>
        </p:nvSpPr>
        <p:spPr>
          <a:xfrm>
            <a:off x="3723487" y="6490233"/>
            <a:ext cx="410749" cy="123111"/>
          </a:xfrm>
          <a:prstGeom prst="rect">
            <a:avLst/>
          </a:prstGeom>
        </p:spPr>
        <p:txBody>
          <a:bodyPr wrap="square" lIns="0" tIns="0" rIns="0" bIns="0">
            <a:spAutoFit/>
          </a:bodyPr>
          <a:lstStyle/>
          <a:p>
            <a:pPr defTabSz="1219140"/>
            <a:fld id="{655362CE-4ABE-4CB4-8947-B1242CDD9D94}" type="slidenum">
              <a:rPr lang="en-US" sz="800" smtClean="0">
                <a:solidFill>
                  <a:srgbClr val="5A5A5A"/>
                </a:solidFill>
                <a:cs typeface="Arial" panose="020B0604020202020204" pitchFamily="34" charset="0"/>
              </a:rPr>
              <a:pPr defTabSz="1219140"/>
              <a:t>‹#›</a:t>
            </a:fld>
            <a:endParaRPr lang="en-US" sz="800">
              <a:solidFill>
                <a:srgbClr val="5A5A5A"/>
              </a:solidFill>
              <a:cs typeface="Arial" panose="020B0604020202020204" pitchFamily="34" charset="0"/>
            </a:endParaRPr>
          </a:p>
        </p:txBody>
      </p:sp>
      <p:sp>
        <p:nvSpPr>
          <p:cNvPr id="15" name="Rectangle 14"/>
          <p:cNvSpPr/>
          <p:nvPr userDrawn="1"/>
        </p:nvSpPr>
        <p:spPr>
          <a:xfrm>
            <a:off x="3454928" y="6490231"/>
            <a:ext cx="261528" cy="123111"/>
          </a:xfrm>
          <a:prstGeom prst="rect">
            <a:avLst/>
          </a:prstGeom>
        </p:spPr>
        <p:txBody>
          <a:bodyPr wrap="square" lIns="0" tIns="0" rIns="0" bIns="0">
            <a:spAutoFit/>
          </a:bodyPr>
          <a:lstStyle/>
          <a:p>
            <a:pPr defTabSz="1219140"/>
            <a:r>
              <a:rPr lang="en-US" sz="800">
                <a:solidFill>
                  <a:srgbClr val="5A5A5A"/>
                </a:solidFill>
                <a:cs typeface="Arial" panose="020B0604020202020204" pitchFamily="34" charset="0"/>
              </a:rPr>
              <a:t>Page</a:t>
            </a:r>
          </a:p>
        </p:txBody>
      </p:sp>
      <p:sp>
        <p:nvSpPr>
          <p:cNvPr id="18" name="Rectangle 17"/>
          <p:cNvSpPr/>
          <p:nvPr userDrawn="1"/>
        </p:nvSpPr>
        <p:spPr>
          <a:xfrm>
            <a:off x="817565" y="6490231"/>
            <a:ext cx="1589616" cy="123111"/>
          </a:xfrm>
          <a:prstGeom prst="rect">
            <a:avLst/>
          </a:prstGeom>
        </p:spPr>
        <p:txBody>
          <a:bodyPr wrap="square" lIns="0" tIns="0" rIns="0" bIns="0">
            <a:spAutoFit/>
          </a:bodyPr>
          <a:lstStyle/>
          <a:p>
            <a:pPr defTabSz="1219140"/>
            <a:r>
              <a:rPr lang="en-US" sz="800" dirty="0">
                <a:solidFill>
                  <a:srgbClr val="5A5A5A"/>
                </a:solidFill>
                <a:cs typeface="Arial" panose="020B0604020202020204" pitchFamily="34" charset="0"/>
              </a:rPr>
              <a:t>© 2016 IBM Corporation</a:t>
            </a:r>
          </a:p>
        </p:txBody>
      </p:sp>
    </p:spTree>
    <p:extLst>
      <p:ext uri="{BB962C8B-B14F-4D97-AF65-F5344CB8AC3E}">
        <p14:creationId xmlns:p14="http://schemas.microsoft.com/office/powerpoint/2010/main" val="26000694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reserve="1">
  <p:cSld name="Light Bullets">
    <p:spTree>
      <p:nvGrpSpPr>
        <p:cNvPr id="1" name=""/>
        <p:cNvGrpSpPr/>
        <p:nvPr/>
      </p:nvGrpSpPr>
      <p:grpSpPr>
        <a:xfrm>
          <a:off x="0" y="0"/>
          <a:ext cx="0" cy="0"/>
          <a:chOff x="0" y="0"/>
          <a:chExt cx="0" cy="0"/>
        </a:xfrm>
      </p:grpSpPr>
      <p:sp>
        <p:nvSpPr>
          <p:cNvPr id="280" name="Rectangle 14"/>
          <p:cNvSpPr/>
          <p:nvPr/>
        </p:nvSpPr>
        <p:spPr>
          <a:xfrm>
            <a:off x="-2" y="6413502"/>
            <a:ext cx="12192004" cy="444500"/>
          </a:xfrm>
          <a:prstGeom prst="rect">
            <a:avLst/>
          </a:prstGeom>
          <a:solidFill>
            <a:srgbClr val="FFFFFF"/>
          </a:solidFill>
          <a:ln w="12700">
            <a:miter lim="400000"/>
          </a:ln>
        </p:spPr>
        <p:txBody>
          <a:bodyPr lIns="45719" tIns="45719" rIns="45719" bIns="45719" anchor="ctr"/>
          <a:lstStyle/>
          <a:p>
            <a:pPr algn="ctr" defTabSz="1219140" fontAlgn="base">
              <a:spcBef>
                <a:spcPct val="0"/>
              </a:spcBef>
              <a:spcAft>
                <a:spcPct val="0"/>
              </a:spcAft>
              <a:defRPr>
                <a:solidFill>
                  <a:srgbClr val="FFFFFF"/>
                </a:solidFill>
                <a:latin typeface="+mn-lt"/>
                <a:ea typeface="+mn-ea"/>
                <a:cs typeface="+mn-cs"/>
                <a:sym typeface="Arial"/>
              </a:defRPr>
            </a:pPr>
            <a:endParaRPr sz="2400">
              <a:solidFill>
                <a:srgbClr val="FFFFFF"/>
              </a:solidFill>
              <a:sym typeface="Arial"/>
            </a:endParaRPr>
          </a:p>
        </p:txBody>
      </p:sp>
      <p:pic>
        <p:nvPicPr>
          <p:cNvPr id="281" name="ibm_logo_dark blue-01.png" descr="ibm_logo_dark blue-01.png"/>
          <p:cNvPicPr>
            <a:picLocks noChangeAspect="1"/>
          </p:cNvPicPr>
          <p:nvPr/>
        </p:nvPicPr>
        <p:blipFill>
          <a:blip r:embed="rId2"/>
          <a:stretch>
            <a:fillRect/>
          </a:stretch>
        </p:blipFill>
        <p:spPr>
          <a:xfrm rot="5400000">
            <a:off x="11717321" y="6383320"/>
            <a:ext cx="190503" cy="504861"/>
          </a:xfrm>
          <a:prstGeom prst="rect">
            <a:avLst/>
          </a:prstGeom>
          <a:ln w="12700">
            <a:miter lim="400000"/>
          </a:ln>
        </p:spPr>
      </p:pic>
      <p:sp>
        <p:nvSpPr>
          <p:cNvPr id="282" name="Line"/>
          <p:cNvSpPr/>
          <p:nvPr/>
        </p:nvSpPr>
        <p:spPr>
          <a:xfrm>
            <a:off x="1" y="6394451"/>
            <a:ext cx="12192003" cy="0"/>
          </a:xfrm>
          <a:prstGeom prst="line">
            <a:avLst/>
          </a:prstGeom>
          <a:ln w="25400">
            <a:solidFill>
              <a:schemeClr val="accent5"/>
            </a:solidFill>
            <a:miter/>
          </a:ln>
        </p:spPr>
        <p:txBody>
          <a:bodyPr lIns="45719" tIns="45719" rIns="45719" bIns="45719"/>
          <a:lstStyle/>
          <a:p>
            <a:pPr defTabSz="1219140" fontAlgn="base">
              <a:spcBef>
                <a:spcPct val="0"/>
              </a:spcBef>
              <a:spcAft>
                <a:spcPct val="0"/>
              </a:spcAft>
            </a:pPr>
            <a:endParaRPr sz="2400">
              <a:solidFill>
                <a:srgbClr val="000000"/>
              </a:solidFill>
              <a:ea typeface="ＭＳ Ｐゴシック" charset="0"/>
              <a:cs typeface="ＭＳ Ｐゴシック" charset="0"/>
            </a:endParaRPr>
          </a:p>
        </p:txBody>
      </p:sp>
      <p:sp>
        <p:nvSpPr>
          <p:cNvPr id="283" name="Subtitle 2"/>
          <p:cNvSpPr txBox="1"/>
          <p:nvPr/>
        </p:nvSpPr>
        <p:spPr>
          <a:xfrm>
            <a:off x="7768907" y="6512413"/>
            <a:ext cx="3643976" cy="258530"/>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lgn="r">
              <a:lnSpc>
                <a:spcPct val="90000"/>
              </a:lnSpc>
              <a:defRPr sz="1200">
                <a:solidFill>
                  <a:srgbClr val="CACACA"/>
                </a:solidFill>
                <a:latin typeface="+mn-lt"/>
                <a:ea typeface="+mn-ea"/>
                <a:cs typeface="+mn-cs"/>
                <a:sym typeface="Arial"/>
              </a:defRPr>
            </a:lvl1pPr>
          </a:lstStyle>
          <a:p>
            <a:pPr defTabSz="1219140" fontAlgn="base">
              <a:spcBef>
                <a:spcPct val="0"/>
              </a:spcBef>
              <a:spcAft>
                <a:spcPct val="0"/>
              </a:spcAft>
            </a:pPr>
            <a:r>
              <a:rPr sz="1200"/>
              <a:t>Internal and Business Partner Use Only</a:t>
            </a:r>
          </a:p>
        </p:txBody>
      </p:sp>
      <p:sp>
        <p:nvSpPr>
          <p:cNvPr id="284" name="Lorem ipsum dolor sit amet, consectetur adipiscing elit, sed do eiusmod tempor incididunt ut labore et."/>
          <p:cNvSpPr txBox="1">
            <a:spLocks noGrp="1"/>
          </p:cNvSpPr>
          <p:nvPr>
            <p:ph type="body" sz="quarter" idx="13"/>
          </p:nvPr>
        </p:nvSpPr>
        <p:spPr>
          <a:xfrm>
            <a:off x="254000" y="2064833"/>
            <a:ext cx="5405821" cy="2298067"/>
          </a:xfrm>
          <a:prstGeom prst="rect">
            <a:avLst/>
          </a:prstGeom>
        </p:spPr>
        <p:txBody>
          <a:bodyPr/>
          <a:lstStyle/>
          <a:p>
            <a:pPr marL="285737" lvl="0" indent="-285737">
              <a:buClr>
                <a:schemeClr val="accent5"/>
              </a:buClr>
              <a:buSzPct val="100000"/>
              <a:buFont typeface="Arial"/>
              <a:buChar char="•"/>
              <a:defRPr>
                <a:solidFill>
                  <a:schemeClr val="accent4">
                    <a:satOff val="-27949"/>
                    <a:lumOff val="20049"/>
                  </a:schemeClr>
                </a:solidFill>
              </a:defRPr>
            </a:pPr>
            <a:r>
              <a:rPr lang="en-US"/>
              <a:t>Click to edit Master text styles</a:t>
            </a:r>
          </a:p>
          <a:p>
            <a:pPr marL="285737" lvl="1" indent="-285737">
              <a:buClr>
                <a:schemeClr val="accent5"/>
              </a:buClr>
              <a:buSzPct val="100000"/>
              <a:buFont typeface="Arial"/>
              <a:buChar char="•"/>
              <a:defRPr>
                <a:solidFill>
                  <a:schemeClr val="accent4">
                    <a:satOff val="-27949"/>
                    <a:lumOff val="20049"/>
                  </a:schemeClr>
                </a:solidFill>
              </a:defRPr>
            </a:pPr>
            <a:r>
              <a:rPr lang="en-US"/>
              <a:t>Second level</a:t>
            </a:r>
          </a:p>
          <a:p>
            <a:pPr marL="285737" lvl="2" indent="-285737">
              <a:buClr>
                <a:schemeClr val="accent5"/>
              </a:buClr>
              <a:buSzPct val="100000"/>
              <a:buFont typeface="Arial"/>
              <a:buChar char="•"/>
              <a:defRPr>
                <a:solidFill>
                  <a:schemeClr val="accent4">
                    <a:satOff val="-27949"/>
                    <a:lumOff val="20049"/>
                  </a:schemeClr>
                </a:solidFill>
              </a:defRPr>
            </a:pPr>
            <a:r>
              <a:rPr lang="en-US"/>
              <a:t>Third level</a:t>
            </a:r>
          </a:p>
        </p:txBody>
      </p:sp>
      <p:sp>
        <p:nvSpPr>
          <p:cNvPr id="285" name="Lorem ipsum dolor sit amet, consectetur adipiscing elit, sed do eiusmod tempor incididunt ut labore et."/>
          <p:cNvSpPr txBox="1">
            <a:spLocks noGrp="1"/>
          </p:cNvSpPr>
          <p:nvPr>
            <p:ph type="body" sz="quarter" idx="14"/>
          </p:nvPr>
        </p:nvSpPr>
        <p:spPr>
          <a:xfrm>
            <a:off x="6154320" y="2064832"/>
            <a:ext cx="5405821" cy="2298067"/>
          </a:xfrm>
          <a:prstGeom prst="rect">
            <a:avLst/>
          </a:prstGeom>
        </p:spPr>
        <p:txBody>
          <a:bodyPr/>
          <a:lstStyle/>
          <a:p>
            <a:pPr marL="285737" lvl="0" indent="-285737">
              <a:buClr>
                <a:schemeClr val="accent5"/>
              </a:buClr>
              <a:buSzPct val="100000"/>
              <a:buFont typeface="Arial"/>
              <a:buChar char="•"/>
              <a:defRPr>
                <a:solidFill>
                  <a:schemeClr val="accent4">
                    <a:satOff val="-27949"/>
                    <a:lumOff val="20049"/>
                  </a:schemeClr>
                </a:solidFill>
              </a:defRPr>
            </a:pPr>
            <a:r>
              <a:rPr lang="en-US"/>
              <a:t>Click to edit Master text styles</a:t>
            </a:r>
          </a:p>
          <a:p>
            <a:pPr marL="285737" lvl="1" indent="-285737">
              <a:buClr>
                <a:schemeClr val="accent5"/>
              </a:buClr>
              <a:buSzPct val="100000"/>
              <a:buFont typeface="Arial"/>
              <a:buChar char="•"/>
              <a:defRPr>
                <a:solidFill>
                  <a:schemeClr val="accent4">
                    <a:satOff val="-27949"/>
                    <a:lumOff val="20049"/>
                  </a:schemeClr>
                </a:solidFill>
              </a:defRPr>
            </a:pPr>
            <a:r>
              <a:rPr lang="en-US"/>
              <a:t>Second level</a:t>
            </a:r>
          </a:p>
          <a:p>
            <a:pPr marL="285737" lvl="2" indent="-285737">
              <a:buClr>
                <a:schemeClr val="accent5"/>
              </a:buClr>
              <a:buSzPct val="100000"/>
              <a:buFont typeface="Arial"/>
              <a:buChar char="•"/>
              <a:defRPr>
                <a:solidFill>
                  <a:schemeClr val="accent4">
                    <a:satOff val="-27949"/>
                    <a:lumOff val="20049"/>
                  </a:schemeClr>
                </a:solidFill>
              </a:defRPr>
            </a:pPr>
            <a:r>
              <a:rPr lang="en-US"/>
              <a:t>Third level</a:t>
            </a:r>
          </a:p>
        </p:txBody>
      </p:sp>
      <p:sp>
        <p:nvSpPr>
          <p:cNvPr id="286" name="Slide title"/>
          <p:cNvSpPr txBox="1">
            <a:spLocks noGrp="1"/>
          </p:cNvSpPr>
          <p:nvPr>
            <p:ph type="body" sz="quarter" idx="15"/>
          </p:nvPr>
        </p:nvSpPr>
        <p:spPr>
          <a:xfrm>
            <a:off x="254002" y="254003"/>
            <a:ext cx="4024249" cy="521223"/>
          </a:xfrm>
          <a:prstGeom prst="rect">
            <a:avLst/>
          </a:prstGeom>
        </p:spPr>
        <p:txBody>
          <a:bodyPr lIns="45718" tIns="45718" rIns="45718" bIns="45718"/>
          <a:lstStyle>
            <a:lvl1pPr defTabSz="777202">
              <a:lnSpc>
                <a:spcPct val="90000"/>
              </a:lnSpc>
              <a:defRPr sz="3000" b="1">
                <a:solidFill>
                  <a:schemeClr val="accent4"/>
                </a:solidFill>
              </a:defRPr>
            </a:lvl1pPr>
          </a:lstStyle>
          <a:p>
            <a:pPr lvl="0"/>
            <a:r>
              <a:rPr lang="en-US"/>
              <a:t>Click to edit Master text styles</a:t>
            </a:r>
          </a:p>
        </p:txBody>
      </p:sp>
      <p:sp>
        <p:nvSpPr>
          <p:cNvPr id="287" name="Subtitle 2"/>
          <p:cNvSpPr txBox="1"/>
          <p:nvPr/>
        </p:nvSpPr>
        <p:spPr>
          <a:xfrm>
            <a:off x="127000" y="6491339"/>
            <a:ext cx="1432509" cy="286230"/>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defTabSz="1219140" fontAlgn="base">
              <a:lnSpc>
                <a:spcPct val="90000"/>
              </a:lnSpc>
              <a:spcBef>
                <a:spcPct val="0"/>
              </a:spcBef>
              <a:spcAft>
                <a:spcPct val="0"/>
              </a:spcAft>
              <a:defRPr sz="1400">
                <a:solidFill>
                  <a:srgbClr val="1C3649"/>
                </a:solidFill>
                <a:latin typeface="+mn-lt"/>
                <a:ea typeface="+mn-ea"/>
                <a:cs typeface="+mn-cs"/>
                <a:sym typeface="Arial"/>
              </a:defRPr>
            </a:pPr>
            <a:r>
              <a:rPr sz="1400">
                <a:solidFill>
                  <a:srgbClr val="1C3649"/>
                </a:solidFill>
                <a:sym typeface="Arial"/>
              </a:rPr>
              <a:t>IBM </a:t>
            </a:r>
            <a:r>
              <a:rPr sz="1400" b="1">
                <a:solidFill>
                  <a:srgbClr val="1C3649"/>
                </a:solidFill>
                <a:sym typeface="Arial"/>
              </a:rPr>
              <a:t>Cloud</a:t>
            </a:r>
          </a:p>
        </p:txBody>
      </p:sp>
    </p:spTree>
    <p:extLst>
      <p:ext uri="{BB962C8B-B14F-4D97-AF65-F5344CB8AC3E}">
        <p14:creationId xmlns:p14="http://schemas.microsoft.com/office/powerpoint/2010/main" val="591144842"/>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Side by side">
    <p:spTree>
      <p:nvGrpSpPr>
        <p:cNvPr id="1" name=""/>
        <p:cNvGrpSpPr/>
        <p:nvPr/>
      </p:nvGrpSpPr>
      <p:grpSpPr>
        <a:xfrm>
          <a:off x="0" y="0"/>
          <a:ext cx="0" cy="0"/>
          <a:chOff x="0" y="0"/>
          <a:chExt cx="0" cy="0"/>
        </a:xfrm>
      </p:grpSpPr>
      <p:sp>
        <p:nvSpPr>
          <p:cNvPr id="6" name="Rectangle 3"/>
          <p:cNvSpPr>
            <a:spLocks noChangeArrowheads="1"/>
          </p:cNvSpPr>
          <p:nvPr/>
        </p:nvSpPr>
        <p:spPr bwMode="auto">
          <a:xfrm>
            <a:off x="3723248" y="6489730"/>
            <a:ext cx="410633"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913969"/>
            <a:fld id="{33BF8EC9-7369-964B-8DC2-5B96682FF51E}" type="slidenum">
              <a:rPr lang="en-US" sz="800">
                <a:solidFill>
                  <a:srgbClr val="5A5A5A"/>
                </a:solidFill>
                <a:cs typeface="Arial" charset="0"/>
              </a:rPr>
              <a:pPr defTabSz="913969"/>
              <a:t>‹#›</a:t>
            </a:fld>
            <a:endParaRPr lang="en-US" sz="800" dirty="0">
              <a:solidFill>
                <a:srgbClr val="5A5A5A"/>
              </a:solidFill>
              <a:cs typeface="Arial" charset="0"/>
            </a:endParaRPr>
          </a:p>
        </p:txBody>
      </p:sp>
      <p:sp>
        <p:nvSpPr>
          <p:cNvPr id="7" name="Rectangle 4"/>
          <p:cNvSpPr>
            <a:spLocks noChangeArrowheads="1"/>
          </p:cNvSpPr>
          <p:nvPr/>
        </p:nvSpPr>
        <p:spPr bwMode="auto">
          <a:xfrm>
            <a:off x="3454405" y="6489730"/>
            <a:ext cx="26246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913969"/>
            <a:r>
              <a:rPr lang="en-US" sz="800" dirty="0">
                <a:solidFill>
                  <a:srgbClr val="5A5A5A"/>
                </a:solidFill>
                <a:cs typeface="Arial" charset="0"/>
              </a:rPr>
              <a:t>Page</a:t>
            </a:r>
          </a:p>
        </p:txBody>
      </p:sp>
      <p:sp>
        <p:nvSpPr>
          <p:cNvPr id="11" name="Text Placeholder 5"/>
          <p:cNvSpPr>
            <a:spLocks noGrp="1"/>
          </p:cNvSpPr>
          <p:nvPr>
            <p:ph type="body" sz="quarter" idx="11"/>
          </p:nvPr>
        </p:nvSpPr>
        <p:spPr>
          <a:xfrm>
            <a:off x="6604003" y="1736455"/>
            <a:ext cx="4793676" cy="4599697"/>
          </a:xfrm>
          <a:prstGeom prst="rect">
            <a:avLst/>
          </a:prstGeom>
        </p:spPr>
        <p:txBody>
          <a:bodyPr/>
          <a:lstStyle>
            <a:lvl1pPr marL="228482" indent="-228482">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401" y="793383"/>
            <a:ext cx="4812303" cy="523220"/>
          </a:xfrm>
          <a:prstGeom prst="rect">
            <a:avLst/>
          </a:prstGeom>
        </p:spPr>
        <p:txBody>
          <a:bodyPr/>
          <a:lstStyle>
            <a:lvl1pPr marL="0" indent="0">
              <a:lnSpc>
                <a:spcPts val="4000"/>
              </a:lnSpc>
              <a:spcBef>
                <a:spcPts val="2400"/>
              </a:spcBef>
              <a:buFont typeface="Arial" panose="020B0604020202020204" pitchFamily="34" charset="0"/>
              <a:buNone/>
              <a:defRPr sz="3700"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4" name="Title 3"/>
          <p:cNvSpPr>
            <a:spLocks noGrp="1"/>
          </p:cNvSpPr>
          <p:nvPr>
            <p:ph type="title"/>
          </p:nvPr>
        </p:nvSpPr>
        <p:spPr>
          <a:xfrm>
            <a:off x="804335" y="804335"/>
            <a:ext cx="5321300" cy="1725084"/>
          </a:xfrm>
          <a:prstGeom prst="rect">
            <a:avLst/>
          </a:prstGeom>
        </p:spPr>
        <p:txBody>
          <a:bodyPr/>
          <a:lstStyle>
            <a:lvl1pPr>
              <a:defRPr>
                <a:solidFill>
                  <a:schemeClr val="accent5"/>
                </a:solidFill>
              </a:defRPr>
            </a:lvl1pPr>
          </a:lstStyle>
          <a:p>
            <a:r>
              <a:rPr lang="en-US"/>
              <a:t>Click to edit Master title style</a:t>
            </a:r>
          </a:p>
        </p:txBody>
      </p:sp>
      <p:sp>
        <p:nvSpPr>
          <p:cNvPr id="15" name="Rectangle 5"/>
          <p:cNvSpPr>
            <a:spLocks noChangeArrowheads="1"/>
          </p:cNvSpPr>
          <p:nvPr userDrawn="1"/>
        </p:nvSpPr>
        <p:spPr bwMode="auto">
          <a:xfrm>
            <a:off x="817064" y="6489730"/>
            <a:ext cx="158961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913969"/>
            <a:r>
              <a:rPr lang="en-US" sz="800" dirty="0">
                <a:solidFill>
                  <a:srgbClr val="5A5A5A"/>
                </a:solidFill>
                <a:cs typeface="Arial" charset="0"/>
              </a:rPr>
              <a:t>© </a:t>
            </a:r>
            <a:r>
              <a:rPr lang="is-IS" sz="800" dirty="0">
                <a:solidFill>
                  <a:srgbClr val="5A5A5A"/>
                </a:solidFill>
                <a:cs typeface="Arial" charset="0"/>
              </a:rPr>
              <a:t>2017</a:t>
            </a:r>
            <a:r>
              <a:rPr lang="en-US" sz="800" dirty="0">
                <a:solidFill>
                  <a:srgbClr val="5A5A5A"/>
                </a:solidFill>
                <a:cs typeface="Arial" charset="0"/>
              </a:rPr>
              <a:t> IBM Corporation</a:t>
            </a:r>
          </a:p>
        </p:txBody>
      </p:sp>
      <p:sp>
        <p:nvSpPr>
          <p:cNvPr id="17" name="Footer Placeholder 1"/>
          <p:cNvSpPr>
            <a:spLocks noGrp="1"/>
          </p:cNvSpPr>
          <p:nvPr>
            <p:ph type="ftr" sz="quarter" idx="3"/>
          </p:nvPr>
        </p:nvSpPr>
        <p:spPr>
          <a:xfrm>
            <a:off x="4797995" y="6466679"/>
            <a:ext cx="6710660" cy="167207"/>
          </a:xfrm>
          <a:prstGeom prst="rect">
            <a:avLst/>
          </a:prstGeom>
          <a:ln>
            <a:noFill/>
          </a:ln>
        </p:spPr>
        <p:txBody>
          <a:bodyPr vert="horz" lIns="121866" tIns="60933" rIns="121866" bIns="60933" rtlCol="0" anchor="ctr"/>
          <a:lstStyle>
            <a:lvl1pPr algn="r">
              <a:defRPr sz="800">
                <a:solidFill>
                  <a:srgbClr val="5A5A5A"/>
                </a:solidFill>
              </a:defRPr>
            </a:lvl1pPr>
          </a:lstStyle>
          <a:p>
            <a:pPr defTabSz="1219140"/>
            <a:endParaRPr lang="en-US" dirty="0"/>
          </a:p>
        </p:txBody>
      </p:sp>
    </p:spTree>
    <p:extLst>
      <p:ext uri="{BB962C8B-B14F-4D97-AF65-F5344CB8AC3E}">
        <p14:creationId xmlns:p14="http://schemas.microsoft.com/office/powerpoint/2010/main" val="36132564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Title with para and single column with multilevels">
    <p:spTree>
      <p:nvGrpSpPr>
        <p:cNvPr id="1" name=""/>
        <p:cNvGrpSpPr/>
        <p:nvPr/>
      </p:nvGrpSpPr>
      <p:grpSpPr>
        <a:xfrm>
          <a:off x="0" y="0"/>
          <a:ext cx="0" cy="0"/>
          <a:chOff x="0" y="0"/>
          <a:chExt cx="0" cy="0"/>
        </a:xfrm>
      </p:grpSpPr>
      <p:sp>
        <p:nvSpPr>
          <p:cNvPr id="2" name="Title 1"/>
          <p:cNvSpPr>
            <a:spLocks noGrp="1"/>
          </p:cNvSpPr>
          <p:nvPr>
            <p:ph type="title"/>
          </p:nvPr>
        </p:nvSpPr>
        <p:spPr>
          <a:xfrm>
            <a:off x="790578" y="793382"/>
            <a:ext cx="10569996" cy="523220"/>
          </a:xfrm>
        </p:spPr>
        <p:txBody>
          <a:bodyPr/>
          <a:lstStyle>
            <a:lvl1pPr>
              <a:lnSpc>
                <a:spcPts val="4000"/>
              </a:lnSpc>
              <a:defRPr sz="3733" baseline="0">
                <a:solidFill>
                  <a:schemeClr val="accent5"/>
                </a:solidFill>
              </a:defRPr>
            </a:lvl1pPr>
          </a:lstStyle>
          <a:p>
            <a:r>
              <a:rPr lang="en-US"/>
              <a:t>Click to edit Master title style</a:t>
            </a:r>
            <a:endParaRPr lang="en-US" dirty="0"/>
          </a:p>
        </p:txBody>
      </p:sp>
      <p:sp>
        <p:nvSpPr>
          <p:cNvPr id="10" name="Text Placeholder 3"/>
          <p:cNvSpPr>
            <a:spLocks noGrp="1"/>
          </p:cNvSpPr>
          <p:nvPr>
            <p:ph type="body" sz="quarter" idx="14" hasCustomPrompt="1"/>
          </p:nvPr>
        </p:nvSpPr>
        <p:spPr>
          <a:xfrm>
            <a:off x="808060" y="2045789"/>
            <a:ext cx="10571141" cy="1887696"/>
          </a:xfrm>
        </p:spPr>
        <p:txBody>
          <a:bodyPr/>
          <a:lstStyle>
            <a:lvl1pPr marL="0" indent="0">
              <a:spcBef>
                <a:spcPts val="1600"/>
              </a:spcBef>
              <a:buFontTx/>
              <a:buNone/>
              <a:defRPr sz="2667" baseline="0">
                <a:solidFill>
                  <a:schemeClr val="bg1"/>
                </a:solidFill>
              </a:defRPr>
            </a:lvl1pPr>
            <a:lvl2pPr marL="533373" indent="-230706">
              <a:buFont typeface="Arial" panose="020B0604020202020204" pitchFamily="34" charset="0"/>
              <a:buChar char="•"/>
              <a:defRPr sz="2667" baseline="0">
                <a:solidFill>
                  <a:schemeClr val="bg1"/>
                </a:solidFill>
              </a:defRPr>
            </a:lvl2pPr>
            <a:lvl3pPr marL="685766" indent="-230706">
              <a:buClr>
                <a:schemeClr val="bg1"/>
              </a:buClr>
              <a:buFont typeface="Arial" panose="020B0604020202020204" pitchFamily="34" charset="0"/>
              <a:buChar char="–"/>
              <a:defRPr sz="2667" baseline="0">
                <a:solidFill>
                  <a:schemeClr val="bg1"/>
                </a:solidFill>
              </a:defRPr>
            </a:lvl3pPr>
            <a:lvl4pPr marL="829693" indent="-220122">
              <a:buFont typeface="Arial" panose="020B0604020202020204" pitchFamily="34" charset="0"/>
              <a:buChar char="•"/>
              <a:defRPr sz="2667" baseline="0">
                <a:solidFill>
                  <a:schemeClr val="bg1"/>
                </a:solidFill>
              </a:defRPr>
            </a:lvl4pPr>
            <a:lvl5pPr marL="1032882" indent="-186258">
              <a:defRPr sz="2133" baseline="0">
                <a:solidFill>
                  <a:schemeClr val="bg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p:txBody>
      </p:sp>
      <p:sp>
        <p:nvSpPr>
          <p:cNvPr id="9" name="Footer Placeholder 3"/>
          <p:cNvSpPr txBox="1">
            <a:spLocks/>
          </p:cNvSpPr>
          <p:nvPr userDrawn="1"/>
        </p:nvSpPr>
        <p:spPr>
          <a:xfrm>
            <a:off x="294968" y="6675120"/>
            <a:ext cx="8534400" cy="182880"/>
          </a:xfrm>
          <a:prstGeom prst="rect">
            <a:avLst/>
          </a:prstGeom>
        </p:spPr>
        <p:txBody>
          <a:bodyPr vert="horz" lIns="0" tIns="0" rIns="0" bIns="0" rtlCol="0" anchor="ctr"/>
          <a:lstStyle>
            <a:defPPr>
              <a:defRPr lang="en-US"/>
            </a:defPPr>
            <a:lvl1pPr marL="0" algn="r" defTabSz="685800" rtl="0" eaLnBrk="1" latinLnBrk="0" hangingPunct="1">
              <a:defRPr sz="600" kern="1200" baseline="0">
                <a:solidFill>
                  <a:schemeClr val="tx1"/>
                </a:solidFill>
                <a:latin typeface="+mn-lt"/>
                <a:ea typeface="Arial" charset="0"/>
                <a:cs typeface="Arial"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de-DE" sz="800" dirty="0"/>
              <a:t>IBM Cloud /  2018 /  © 2017 IBM Corporation</a:t>
            </a:r>
            <a:endParaRPr lang="en-US" sz="800" dirty="0"/>
          </a:p>
        </p:txBody>
      </p:sp>
    </p:spTree>
    <p:extLst>
      <p:ext uri="{BB962C8B-B14F-4D97-AF65-F5344CB8AC3E}">
        <p14:creationId xmlns:p14="http://schemas.microsoft.com/office/powerpoint/2010/main" val="1324766038"/>
      </p:ext>
    </p:extLst>
  </p:cSld>
  <p:clrMapOvr>
    <a:masterClrMapping/>
  </p:clrMapOvr>
  <p:extLst>
    <p:ext uri="{DCECCB84-F9BA-43D5-87BE-67443E8EF086}">
      <p15:sldGuideLst xmlns:p15="http://schemas.microsoft.com/office/powerpoint/2012/main">
        <p15:guide id="1" orient="horz" pos="948">
          <p15:clr>
            <a:srgbClr val="FBAE40"/>
          </p15:clr>
        </p15:guide>
        <p15:guide id="2" pos="5376">
          <p15:clr>
            <a:srgbClr val="FBAE40"/>
          </p15:clr>
        </p15:guide>
        <p15:guide id="3" orient="horz" pos="2628">
          <p15:clr>
            <a:srgbClr val="FBAE40"/>
          </p15:clr>
        </p15:guide>
        <p15:guide id="4" pos="38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Graphic slide">
    <p:spTree>
      <p:nvGrpSpPr>
        <p:cNvPr id="1" name=""/>
        <p:cNvGrpSpPr/>
        <p:nvPr/>
      </p:nvGrpSpPr>
      <p:grpSpPr>
        <a:xfrm>
          <a:off x="0" y="0"/>
          <a:ext cx="0" cy="0"/>
          <a:chOff x="0" y="0"/>
          <a:chExt cx="0" cy="0"/>
        </a:xfrm>
      </p:grpSpPr>
      <p:sp>
        <p:nvSpPr>
          <p:cNvPr id="2" name="Rectangle 1"/>
          <p:cNvSpPr>
            <a:spLocks noChangeArrowheads="1"/>
          </p:cNvSpPr>
          <p:nvPr/>
        </p:nvSpPr>
        <p:spPr bwMode="auto">
          <a:xfrm>
            <a:off x="3722689" y="6489702"/>
            <a:ext cx="41116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a:solidFill>
                  <a:schemeClr val="tx1"/>
                </a:solidFill>
                <a:latin typeface="Calibri" panose="020F0502020204030204" pitchFamily="34" charset="0"/>
                <a:cs typeface="Arial" panose="020B0604020202020204" pitchFamily="34" charset="0"/>
              </a:defRPr>
            </a:lvl1pPr>
            <a:lvl2pPr marL="742950" indent="-285750" defTabSz="912813">
              <a:defRPr>
                <a:solidFill>
                  <a:schemeClr val="tx1"/>
                </a:solidFill>
                <a:latin typeface="Calibri" panose="020F0502020204030204" pitchFamily="34" charset="0"/>
                <a:cs typeface="Arial" panose="020B0604020202020204" pitchFamily="34" charset="0"/>
              </a:defRPr>
            </a:lvl2pPr>
            <a:lvl3pPr marL="1143000" indent="-228600" defTabSz="912813">
              <a:defRPr>
                <a:solidFill>
                  <a:schemeClr val="tx1"/>
                </a:solidFill>
                <a:latin typeface="Calibri" panose="020F0502020204030204" pitchFamily="34" charset="0"/>
                <a:cs typeface="Arial" panose="020B0604020202020204" pitchFamily="34" charset="0"/>
              </a:defRPr>
            </a:lvl3pPr>
            <a:lvl4pPr marL="1600200" indent="-228600" defTabSz="912813">
              <a:defRPr>
                <a:solidFill>
                  <a:schemeClr val="tx1"/>
                </a:solidFill>
                <a:latin typeface="Calibri" panose="020F0502020204030204" pitchFamily="34" charset="0"/>
                <a:cs typeface="Arial" panose="020B0604020202020204" pitchFamily="34" charset="0"/>
              </a:defRPr>
            </a:lvl4pPr>
            <a:lvl5pPr marL="2057400" indent="-228600" defTabSz="912813">
              <a:defRPr>
                <a:solidFill>
                  <a:schemeClr val="tx1"/>
                </a:solidFill>
                <a:latin typeface="Calibri" panose="020F050202020403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fontAlgn="base">
              <a:spcBef>
                <a:spcPct val="0"/>
              </a:spcBef>
              <a:spcAft>
                <a:spcPct val="0"/>
              </a:spcAft>
              <a:defRPr/>
            </a:pPr>
            <a:fld id="{4461CAC9-B719-4451-BCF8-C2B59D6E7872}" type="slidenum">
              <a:rPr lang="en-US" altLang="en-US" sz="800" smtClean="0">
                <a:solidFill>
                  <a:srgbClr val="5A5A5A"/>
                </a:solidFill>
                <a:latin typeface="Arial" panose="020B0604020202020204" pitchFamily="34" charset="0"/>
                <a:ea typeface="MS PGothic" panose="020B0600070205080204" pitchFamily="34" charset="-128"/>
              </a:rPr>
              <a:pPr fontAlgn="base">
                <a:spcBef>
                  <a:spcPct val="0"/>
                </a:spcBef>
                <a:spcAft>
                  <a:spcPct val="0"/>
                </a:spcAft>
                <a:defRPr/>
              </a:pPr>
              <a:t>‹#›</a:t>
            </a:fld>
            <a:endParaRPr lang="en-US" altLang="en-US" sz="800">
              <a:solidFill>
                <a:srgbClr val="5A5A5A"/>
              </a:solidFill>
              <a:latin typeface="Arial" panose="020B0604020202020204" pitchFamily="34" charset="0"/>
              <a:ea typeface="MS PGothic" panose="020B0600070205080204" pitchFamily="34" charset="-128"/>
            </a:endParaRPr>
          </a:p>
        </p:txBody>
      </p:sp>
      <p:sp>
        <p:nvSpPr>
          <p:cNvPr id="3" name="Rectangle 2"/>
          <p:cNvSpPr>
            <a:spLocks noChangeArrowheads="1"/>
          </p:cNvSpPr>
          <p:nvPr/>
        </p:nvSpPr>
        <p:spPr bwMode="auto">
          <a:xfrm>
            <a:off x="3454401" y="6489702"/>
            <a:ext cx="26193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a:solidFill>
                  <a:schemeClr val="tx1"/>
                </a:solidFill>
                <a:latin typeface="Calibri" panose="020F0502020204030204" pitchFamily="34" charset="0"/>
                <a:cs typeface="Arial" panose="020B0604020202020204" pitchFamily="34" charset="0"/>
              </a:defRPr>
            </a:lvl1pPr>
            <a:lvl2pPr marL="742950" indent="-285750" defTabSz="912813">
              <a:defRPr>
                <a:solidFill>
                  <a:schemeClr val="tx1"/>
                </a:solidFill>
                <a:latin typeface="Calibri" panose="020F0502020204030204" pitchFamily="34" charset="0"/>
                <a:cs typeface="Arial" panose="020B0604020202020204" pitchFamily="34" charset="0"/>
              </a:defRPr>
            </a:lvl2pPr>
            <a:lvl3pPr marL="1143000" indent="-228600" defTabSz="912813">
              <a:defRPr>
                <a:solidFill>
                  <a:schemeClr val="tx1"/>
                </a:solidFill>
                <a:latin typeface="Calibri" panose="020F0502020204030204" pitchFamily="34" charset="0"/>
                <a:cs typeface="Arial" panose="020B0604020202020204" pitchFamily="34" charset="0"/>
              </a:defRPr>
            </a:lvl3pPr>
            <a:lvl4pPr marL="1600200" indent="-228600" defTabSz="912813">
              <a:defRPr>
                <a:solidFill>
                  <a:schemeClr val="tx1"/>
                </a:solidFill>
                <a:latin typeface="Calibri" panose="020F0502020204030204" pitchFamily="34" charset="0"/>
                <a:cs typeface="Arial" panose="020B0604020202020204" pitchFamily="34" charset="0"/>
              </a:defRPr>
            </a:lvl4pPr>
            <a:lvl5pPr marL="2057400" indent="-228600" defTabSz="912813">
              <a:defRPr>
                <a:solidFill>
                  <a:schemeClr val="tx1"/>
                </a:solidFill>
                <a:latin typeface="Calibri" panose="020F050202020403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fontAlgn="base">
              <a:spcBef>
                <a:spcPct val="0"/>
              </a:spcBef>
              <a:spcAft>
                <a:spcPct val="0"/>
              </a:spcAft>
              <a:defRPr/>
            </a:pPr>
            <a:r>
              <a:rPr lang="en-US" altLang="en-US" sz="800">
                <a:solidFill>
                  <a:srgbClr val="5A5A5A"/>
                </a:solidFill>
                <a:latin typeface="Arial" panose="020B0604020202020204" pitchFamily="34" charset="0"/>
                <a:ea typeface="MS PGothic" panose="020B0600070205080204" pitchFamily="34" charset="-128"/>
              </a:rPr>
              <a:t>Page</a:t>
            </a:r>
          </a:p>
        </p:txBody>
      </p:sp>
      <p:sp>
        <p:nvSpPr>
          <p:cNvPr id="4" name="Rectangle 3"/>
          <p:cNvSpPr>
            <a:spLocks noChangeArrowheads="1"/>
          </p:cNvSpPr>
          <p:nvPr/>
        </p:nvSpPr>
        <p:spPr bwMode="auto">
          <a:xfrm>
            <a:off x="817566" y="6489702"/>
            <a:ext cx="158908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a:solidFill>
                  <a:schemeClr val="tx1"/>
                </a:solidFill>
                <a:latin typeface="Calibri" panose="020F0502020204030204" pitchFamily="34" charset="0"/>
                <a:cs typeface="Arial" panose="020B0604020202020204" pitchFamily="34" charset="0"/>
              </a:defRPr>
            </a:lvl1pPr>
            <a:lvl2pPr marL="742950" indent="-285750" defTabSz="912813">
              <a:defRPr>
                <a:solidFill>
                  <a:schemeClr val="tx1"/>
                </a:solidFill>
                <a:latin typeface="Calibri" panose="020F0502020204030204" pitchFamily="34" charset="0"/>
                <a:cs typeface="Arial" panose="020B0604020202020204" pitchFamily="34" charset="0"/>
              </a:defRPr>
            </a:lvl2pPr>
            <a:lvl3pPr marL="1143000" indent="-228600" defTabSz="912813">
              <a:defRPr>
                <a:solidFill>
                  <a:schemeClr val="tx1"/>
                </a:solidFill>
                <a:latin typeface="Calibri" panose="020F0502020204030204" pitchFamily="34" charset="0"/>
                <a:cs typeface="Arial" panose="020B0604020202020204" pitchFamily="34" charset="0"/>
              </a:defRPr>
            </a:lvl3pPr>
            <a:lvl4pPr marL="1600200" indent="-228600" defTabSz="912813">
              <a:defRPr>
                <a:solidFill>
                  <a:schemeClr val="tx1"/>
                </a:solidFill>
                <a:latin typeface="Calibri" panose="020F0502020204030204" pitchFamily="34" charset="0"/>
                <a:cs typeface="Arial" panose="020B0604020202020204" pitchFamily="34" charset="0"/>
              </a:defRPr>
            </a:lvl4pPr>
            <a:lvl5pPr marL="2057400" indent="-228600" defTabSz="912813">
              <a:defRPr>
                <a:solidFill>
                  <a:schemeClr val="tx1"/>
                </a:solidFill>
                <a:latin typeface="Calibri" panose="020F050202020403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fontAlgn="base">
              <a:spcBef>
                <a:spcPct val="0"/>
              </a:spcBef>
              <a:spcAft>
                <a:spcPct val="0"/>
              </a:spcAft>
              <a:defRPr/>
            </a:pPr>
            <a:r>
              <a:rPr lang="en-US" altLang="en-US" sz="800">
                <a:solidFill>
                  <a:srgbClr val="5A5A5A"/>
                </a:solidFill>
                <a:latin typeface="Arial" panose="020B0604020202020204" pitchFamily="34" charset="0"/>
                <a:ea typeface="MS PGothic" panose="020B0600070205080204" pitchFamily="34" charset="-128"/>
              </a:rPr>
              <a:t>© 2017 IBM Corporation</a:t>
            </a:r>
          </a:p>
        </p:txBody>
      </p:sp>
    </p:spTree>
    <p:extLst>
      <p:ext uri="{BB962C8B-B14F-4D97-AF65-F5344CB8AC3E}">
        <p14:creationId xmlns:p14="http://schemas.microsoft.com/office/powerpoint/2010/main" val="30718074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IBM Clou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490440"/>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Text Box 4"/>
          <p:cNvSpPr txBox="1">
            <a:spLocks noChangeArrowheads="1"/>
          </p:cNvSpPr>
          <p:nvPr userDrawn="1"/>
        </p:nvSpPr>
        <p:spPr bwMode="auto">
          <a:xfrm>
            <a:off x="427039" y="255591"/>
            <a:ext cx="11582400" cy="5917902"/>
          </a:xfrm>
          <a:prstGeom prst="rect">
            <a:avLst/>
          </a:prstGeom>
          <a:noFill/>
          <a:ln>
            <a:noFill/>
          </a:ln>
          <a:effectLst/>
          <a:extLst>
            <a:ext uri="{909E8E84-426E-40dd-AFC4-6F175D3DCCD1}"/>
            <a:ext uri="{91240B29-F687-4f45-9708-019B960494DF}"/>
            <a:ext uri="{AF507438-7753-43e0-B8FC-AC1667EBCBE1}"/>
          </a:extLst>
        </p:spPr>
        <p:txBody>
          <a:bodyPr lIns="0">
            <a:spAutoFit/>
          </a:bodyPr>
          <a:lstStyle>
            <a:lvl1pPr>
              <a:defRPr>
                <a:solidFill>
                  <a:schemeClr val="tx1"/>
                </a:solidFill>
                <a:latin typeface="Arial" charset="0"/>
                <a:ea typeface="ＭＳ Ｐゴシック" charset="0"/>
              </a:defRPr>
            </a:lvl1pPr>
            <a:lvl2pPr marL="233363" indent="-119063">
              <a:defRPr>
                <a:solidFill>
                  <a:schemeClr val="tx1"/>
                </a:solidFill>
                <a:latin typeface="Arial" charset="0"/>
                <a:ea typeface="ＭＳ Ｐゴシック" charset="0"/>
              </a:defRPr>
            </a:lvl2pPr>
            <a:lvl3pPr marL="1719263">
              <a:defRPr>
                <a:solidFill>
                  <a:schemeClr val="tx1"/>
                </a:solidFill>
                <a:latin typeface="Arial" charset="0"/>
                <a:ea typeface="ＭＳ Ｐゴシック" charset="0"/>
              </a:defRPr>
            </a:lvl3pPr>
            <a:lvl4pPr marL="1833563">
              <a:defRPr>
                <a:solidFill>
                  <a:schemeClr val="tx1"/>
                </a:solidFill>
                <a:latin typeface="Arial" charset="0"/>
                <a:ea typeface="ＭＳ Ｐゴシック" charset="0"/>
              </a:defRPr>
            </a:lvl4pPr>
            <a:lvl5pPr marL="1947863">
              <a:defRPr>
                <a:solidFill>
                  <a:schemeClr val="tx1"/>
                </a:solidFill>
                <a:latin typeface="Arial" charset="0"/>
                <a:ea typeface="ＭＳ Ｐゴシック" charset="0"/>
              </a:defRPr>
            </a:lvl5pPr>
            <a:lvl6pPr marL="2405063" fontAlgn="base">
              <a:spcBef>
                <a:spcPct val="0"/>
              </a:spcBef>
              <a:spcAft>
                <a:spcPct val="0"/>
              </a:spcAft>
              <a:defRPr>
                <a:solidFill>
                  <a:schemeClr val="tx1"/>
                </a:solidFill>
                <a:latin typeface="Arial" charset="0"/>
                <a:ea typeface="ＭＳ Ｐゴシック" charset="0"/>
              </a:defRPr>
            </a:lvl6pPr>
            <a:lvl7pPr marL="2862263" fontAlgn="base">
              <a:spcBef>
                <a:spcPct val="0"/>
              </a:spcBef>
              <a:spcAft>
                <a:spcPct val="0"/>
              </a:spcAft>
              <a:defRPr>
                <a:solidFill>
                  <a:schemeClr val="tx1"/>
                </a:solidFill>
                <a:latin typeface="Arial" charset="0"/>
                <a:ea typeface="ＭＳ Ｐゴシック" charset="0"/>
              </a:defRPr>
            </a:lvl7pPr>
            <a:lvl8pPr marL="3319463" fontAlgn="base">
              <a:spcBef>
                <a:spcPct val="0"/>
              </a:spcBef>
              <a:spcAft>
                <a:spcPct val="0"/>
              </a:spcAft>
              <a:defRPr>
                <a:solidFill>
                  <a:schemeClr val="tx1"/>
                </a:solidFill>
                <a:latin typeface="Arial" charset="0"/>
                <a:ea typeface="ＭＳ Ｐゴシック" charset="0"/>
              </a:defRPr>
            </a:lvl8pPr>
            <a:lvl9pPr marL="3776663" fontAlgn="base">
              <a:spcBef>
                <a:spcPct val="0"/>
              </a:spcBef>
              <a:spcAft>
                <a:spcPct val="0"/>
              </a:spcAft>
              <a:defRPr>
                <a:solidFill>
                  <a:schemeClr val="tx1"/>
                </a:solidFill>
                <a:latin typeface="Arial" charset="0"/>
                <a:ea typeface="ＭＳ Ｐゴシック" charset="0"/>
              </a:defRPr>
            </a:lvl9pPr>
          </a:lstStyle>
          <a:p>
            <a:pPr defTabSz="1219048" eaLnBrk="1" fontAlgn="auto" hangingPunct="1">
              <a:spcBef>
                <a:spcPts val="0"/>
              </a:spcBef>
              <a:spcAft>
                <a:spcPts val="0"/>
              </a:spcAft>
              <a:defRPr/>
            </a:pPr>
            <a:r>
              <a:rPr lang="en-US" sz="3200" dirty="0">
                <a:solidFill>
                  <a:schemeClr val="bg1">
                    <a:lumMod val="75000"/>
                    <a:lumOff val="25000"/>
                  </a:schemeClr>
                </a:solidFill>
              </a:rPr>
              <a:t>Legal Disclaimer</a:t>
            </a:r>
          </a:p>
          <a:p>
            <a:pPr defTabSz="1219048" eaLnBrk="1" fontAlgn="auto" hangingPunct="1">
              <a:spcBef>
                <a:spcPts val="0"/>
              </a:spcBef>
              <a:spcAft>
                <a:spcPts val="0"/>
              </a:spcAft>
              <a:defRPr/>
            </a:pPr>
            <a:endParaRPr lang="en-US" sz="1333" b="1" dirty="0"/>
          </a:p>
          <a:p>
            <a:pPr defTabSz="1219048" eaLnBrk="1" fontAlgn="auto" hangingPunct="1">
              <a:spcBef>
                <a:spcPts val="0"/>
              </a:spcBef>
              <a:spcAft>
                <a:spcPts val="0"/>
              </a:spcAft>
              <a:defRPr/>
            </a:pPr>
            <a:endParaRPr lang="en-US" sz="1333" b="1" dirty="0"/>
          </a:p>
          <a:p>
            <a:pPr lvl="1" defTabSz="1219048" eaLnBrk="1" fontAlgn="auto" hangingPunct="1">
              <a:spcBef>
                <a:spcPts val="0"/>
              </a:spcBef>
              <a:spcAft>
                <a:spcPts val="0"/>
              </a:spcAft>
              <a:buFontTx/>
              <a:buChar char="•"/>
              <a:defRPr/>
            </a:pPr>
            <a:r>
              <a:rPr lang="en-US" sz="1333" dirty="0"/>
              <a:t>© IBM Corporation 2018. All Rights Reserved.</a:t>
            </a:r>
          </a:p>
          <a:p>
            <a:pPr lvl="1" defTabSz="1219048" eaLnBrk="1" fontAlgn="auto" hangingPunct="1">
              <a:spcBef>
                <a:spcPts val="0"/>
              </a:spcBef>
              <a:spcAft>
                <a:spcPts val="0"/>
              </a:spcAft>
              <a:buFontTx/>
              <a:buChar char="•"/>
              <a:defRPr/>
            </a:pPr>
            <a:endParaRPr lang="en-US" sz="1333" dirty="0"/>
          </a:p>
          <a:p>
            <a:pPr lvl="1" defTabSz="1219048" eaLnBrk="1" fontAlgn="auto" hangingPunct="1">
              <a:spcBef>
                <a:spcPts val="0"/>
              </a:spcBef>
              <a:spcAft>
                <a:spcPts val="0"/>
              </a:spcAft>
              <a:buFontTx/>
              <a:buChar char="•"/>
              <a:defRPr/>
            </a:pPr>
            <a:r>
              <a:rPr lang="en-US" sz="1333" dirty="0"/>
              <a:t>The information contained in this publication is provided for informational purposes only. While efforts were made to verify the completeness and accuracy of the information contained in this publication, it is provided AS IS without warranty of any kind, express or implied. In addition, this information is based on IBM</a:t>
            </a:r>
            <a:r>
              <a:rPr lang="ja-JP" altLang="en-US" sz="1333" dirty="0">
                <a:latin typeface="Arial"/>
              </a:rPr>
              <a:t>’</a:t>
            </a:r>
            <a:r>
              <a:rPr lang="en-US" sz="1333" dirty="0"/>
              <a:t>s current product plans and strategy, which are subject to change by IBM without notice. IBM shall not be responsible for any damages arising out of the use of, or otherwise related to, this publication or any other materials. Nothing contained in this publication is intended to, nor shall have the effect of, creating any warranties or representations from IBM or its suppliers or licensors, or altering the terms and conditions of the applicable license agreement governing the use of IBM software.</a:t>
            </a:r>
          </a:p>
          <a:p>
            <a:pPr lvl="1" defTabSz="1219048" eaLnBrk="1" fontAlgn="auto" hangingPunct="1">
              <a:spcBef>
                <a:spcPts val="0"/>
              </a:spcBef>
              <a:spcAft>
                <a:spcPts val="0"/>
              </a:spcAft>
              <a:buFontTx/>
              <a:buChar char="•"/>
              <a:defRPr/>
            </a:pPr>
            <a:endParaRPr lang="en-US" sz="1333" dirty="0"/>
          </a:p>
          <a:p>
            <a:pPr lvl="1" defTabSz="1219048" eaLnBrk="1" fontAlgn="auto" hangingPunct="1">
              <a:spcBef>
                <a:spcPts val="0"/>
              </a:spcBef>
              <a:spcAft>
                <a:spcPts val="0"/>
              </a:spcAft>
              <a:buFontTx/>
              <a:buChar char="•"/>
              <a:defRPr/>
            </a:pPr>
            <a:r>
              <a:rPr lang="en-US" sz="1333" dirty="0"/>
              <a:t>References in this presentation to IBM products, programs, or services do not imply that they will be available in all countries in which IBM operates. Product release dates and/or capabilities referenced in this presentation may change at any time at IBM</a:t>
            </a:r>
            <a:r>
              <a:rPr lang="ja-JP" altLang="en-US" sz="1333" dirty="0">
                <a:latin typeface="Arial"/>
              </a:rPr>
              <a:t>’</a:t>
            </a:r>
            <a:r>
              <a:rPr lang="en-US" sz="1333" dirty="0"/>
              <a:t>s sole discretion based on market opportunities or other factors, and are not intended to be a commitment to future product or feature availability in any way.  Nothing contained in these materials is intended to, nor shall have the effect of, stating or implying that any activities undertaken by you will result in any specific sales, revenue growth or other results. </a:t>
            </a:r>
          </a:p>
          <a:p>
            <a:pPr lvl="1" defTabSz="1219048" eaLnBrk="1" fontAlgn="auto" hangingPunct="1">
              <a:spcBef>
                <a:spcPts val="0"/>
              </a:spcBef>
              <a:spcAft>
                <a:spcPts val="0"/>
              </a:spcAft>
              <a:buFontTx/>
              <a:buChar char="•"/>
              <a:defRPr/>
            </a:pPr>
            <a:endParaRPr lang="en-US" sz="1333" dirty="0"/>
          </a:p>
          <a:p>
            <a:pPr lvl="1" defTabSz="1219048" eaLnBrk="1" fontAlgn="auto" hangingPunct="1">
              <a:spcBef>
                <a:spcPts val="0"/>
              </a:spcBef>
              <a:spcAft>
                <a:spcPts val="0"/>
              </a:spcAft>
              <a:buFontTx/>
              <a:buChar char="•"/>
              <a:defRPr/>
            </a:pPr>
            <a:r>
              <a:rPr lang="en-US" sz="1333" dirty="0"/>
              <a:t>Performance is based on measurements and projections using standard IBM benchmarks in a controlled environment. The actual throughput or performance that any user will experience will vary depending upon many factors, including considerations such as the amount of multiprogramming in the user's job stream, the I/O configuration, the storage configuration, and the workload processed. Therefore, no assurance can be given that an individual user will achieve results similar to those stated here.</a:t>
            </a:r>
          </a:p>
          <a:p>
            <a:pPr lvl="1" defTabSz="1219048" eaLnBrk="1" fontAlgn="auto" hangingPunct="1">
              <a:spcBef>
                <a:spcPts val="0"/>
              </a:spcBef>
              <a:spcAft>
                <a:spcPts val="0"/>
              </a:spcAft>
              <a:buFontTx/>
              <a:buChar char="•"/>
              <a:defRPr/>
            </a:pPr>
            <a:endParaRPr lang="en-US" sz="1333" dirty="0"/>
          </a:p>
          <a:p>
            <a:pPr lvl="1" defTabSz="1219048" eaLnBrk="1" fontAlgn="auto" hangingPunct="1">
              <a:spcBef>
                <a:spcPts val="0"/>
              </a:spcBef>
              <a:spcAft>
                <a:spcPts val="0"/>
              </a:spcAft>
              <a:buFontTx/>
              <a:buChar char="•"/>
              <a:defRPr/>
            </a:pPr>
            <a:r>
              <a:rPr lang="en-US" sz="1333" dirty="0"/>
              <a:t>All customer examples described are presented as illustrations of how those customers have used IBM products and the results they may have achieved.  Actual environmental costs and performance characteristics may vary by customer.</a:t>
            </a:r>
          </a:p>
          <a:p>
            <a:pPr lvl="1" defTabSz="1219048" eaLnBrk="1" fontAlgn="auto" hangingPunct="1">
              <a:spcBef>
                <a:spcPts val="0"/>
              </a:spcBef>
              <a:spcAft>
                <a:spcPts val="0"/>
              </a:spcAft>
              <a:buFontTx/>
              <a:buChar char="•"/>
              <a:defRPr/>
            </a:pPr>
            <a:endParaRPr lang="en-US" sz="1333" dirty="0"/>
          </a:p>
          <a:p>
            <a:pPr lvl="1" defTabSz="1219048">
              <a:buFont typeface="Arial" charset="0"/>
              <a:buChar char="•"/>
              <a:defRPr/>
            </a:pPr>
            <a:r>
              <a:rPr lang="en-US" sz="1333" dirty="0"/>
              <a:t>All references to fictitious companies are used for illustration purposes only.</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defTabSz="914354" eaLnBrk="0" hangingPunct="0">
              <a:defRPr/>
            </a:lvl1pPr>
          </a:lstStyle>
          <a:p>
            <a:fld id="{274E254F-9F6F-BA40-9E26-62C4366EF665}" type="slidenum">
              <a:rPr lang="en-US" altLang="x-none"/>
              <a:pPr/>
              <a:t>‹#›</a:t>
            </a:fld>
            <a:endParaRPr lang="en-US" altLang="x-none"/>
          </a:p>
        </p:txBody>
      </p:sp>
      <p:sp>
        <p:nvSpPr>
          <p:cNvPr id="4" name="Footer Placeholder 3"/>
          <p:cNvSpPr>
            <a:spLocks noGrp="1"/>
          </p:cNvSpPr>
          <p:nvPr>
            <p:ph type="ftr" sz="quarter" idx="11"/>
          </p:nvPr>
        </p:nvSpPr>
        <p:spPr>
          <a:xfrm>
            <a:off x="304800" y="6435307"/>
            <a:ext cx="8534400" cy="182880"/>
          </a:xfrm>
          <a:prstGeom prst="rect">
            <a:avLst/>
          </a:prstGeom>
        </p:spPr>
        <p:txBody>
          <a:bodyPr/>
          <a:lstStyle>
            <a:lvl1pPr defTabSz="914354" eaLnBrk="0" hangingPunct="0">
              <a:defRPr/>
            </a:lvl1pPr>
          </a:lstStyle>
          <a:p>
            <a:endParaRPr lang="en-US" altLang="x-none" dirty="0"/>
          </a:p>
        </p:txBody>
      </p:sp>
    </p:spTree>
    <p:extLst>
      <p:ext uri="{BB962C8B-B14F-4D97-AF65-F5344CB8AC3E}">
        <p14:creationId xmlns:p14="http://schemas.microsoft.com/office/powerpoint/2010/main" val="864114731"/>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0" y="0"/>
            <a:ext cx="6096000" cy="3429000"/>
          </a:xfrm>
          <a:prstGeom prst="rect">
            <a:avLst/>
          </a:prstGeom>
          <a:solidFill>
            <a:schemeClr val="accent2"/>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bg2"/>
                </a:solidFill>
              </a:defRPr>
            </a:lvl1p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solidFill>
                <a:srgbClr val="000000"/>
              </a:solidFill>
            </a:endParaRPr>
          </a:p>
        </p:txBody>
      </p:sp>
      <p:sp>
        <p:nvSpPr>
          <p:cNvPr id="12" name="Text Placeholder 11"/>
          <p:cNvSpPr>
            <a:spLocks noGrp="1"/>
          </p:cNvSpPr>
          <p:nvPr>
            <p:ph type="body" sz="quarter" idx="13"/>
          </p:nvPr>
        </p:nvSpPr>
        <p:spPr>
          <a:xfrm>
            <a:off x="304800" y="256032"/>
            <a:ext cx="5486400" cy="681744"/>
          </a:xfrm>
          <a:prstGeom prst="rect">
            <a:avLst/>
          </a:prstGeom>
        </p:spPr>
        <p:txBody>
          <a:bodyPr/>
          <a:lstStyle>
            <a:lvl1pPr>
              <a:defRPr sz="2667" b="1"/>
            </a:lvl1pPr>
          </a:lstStyle>
          <a:p>
            <a:pPr lvl="0"/>
            <a:r>
              <a:rPr lang="en-US" dirty="0"/>
              <a:t>Click to edit Master text styles</a:t>
            </a:r>
          </a:p>
        </p:txBody>
      </p:sp>
      <p:sp>
        <p:nvSpPr>
          <p:cNvPr id="8" name="Content Placeholder 7"/>
          <p:cNvSpPr>
            <a:spLocks noGrp="1"/>
          </p:cNvSpPr>
          <p:nvPr>
            <p:ph sz="quarter" idx="15"/>
          </p:nvPr>
        </p:nvSpPr>
        <p:spPr>
          <a:xfrm>
            <a:off x="9144000" y="3415679"/>
            <a:ext cx="3048000" cy="3444741"/>
          </a:xfrm>
          <a:prstGeom prst="rect">
            <a:avLst/>
          </a:prstGeom>
          <a:solidFill>
            <a:schemeClr val="bg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3415679"/>
            <a:ext cx="3048000" cy="3444741"/>
          </a:xfrm>
          <a:prstGeom prst="rect">
            <a:avLst/>
          </a:prstGeom>
          <a:solidFill>
            <a:schemeClr val="accent3"/>
          </a:solidFill>
        </p:spPr>
        <p:txBody>
          <a:bodyPr lIns="228600" tIns="192024" rIns="228600" bIns="228600"/>
          <a:lstStyle>
            <a:lvl1pPr>
              <a:defRPr sz="1867">
                <a:solidFill>
                  <a:schemeClr val="bg2"/>
                </a:solidFill>
              </a:defRPr>
            </a:lvl1pPr>
          </a:lstStyle>
          <a:p>
            <a:pPr lvl="0"/>
            <a:r>
              <a:rPr lang="en-US" dirty="0"/>
              <a:t>Click to edit Master text styles</a:t>
            </a:r>
          </a:p>
        </p:txBody>
      </p:sp>
      <p:pic>
        <p:nvPicPr>
          <p:cNvPr id="9" name="Picture 8">
            <a:extLst>
              <a:ext uri="{FF2B5EF4-FFF2-40B4-BE49-F238E27FC236}">
                <a16:creationId xmlns:a16="http://schemas.microsoft.com/office/drawing/2014/main" id="{553BA96F-6D8D-4D02-A9C7-FA3D0F156B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7844" y="1444015"/>
            <a:ext cx="5780315" cy="4440856"/>
          </a:xfrm>
          <a:prstGeom prst="rect">
            <a:avLst/>
          </a:prstGeom>
        </p:spPr>
      </p:pic>
    </p:spTree>
    <p:extLst>
      <p:ext uri="{BB962C8B-B14F-4D97-AF65-F5344CB8AC3E}">
        <p14:creationId xmlns:p14="http://schemas.microsoft.com/office/powerpoint/2010/main" val="116001911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el,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p>
            <a:pPr defTabSz="914354">
              <a:defRPr/>
            </a:pPr>
            <a:fld id="{61306876-7E60-6D40-9A83-6A3AF924BB27}" type="slidenum">
              <a:rPr lang="en-US" smtClean="0">
                <a:solidFill>
                  <a:srgbClr val="FFFFFF"/>
                </a:solidFill>
              </a:rPr>
              <a:pPr defTabSz="914354">
                <a:defRPr/>
              </a:pPr>
              <a:t>‹#›</a:t>
            </a:fld>
            <a:endParaRPr lang="en-US" dirty="0">
              <a:solidFill>
                <a:srgbClr val="FFFFFF"/>
              </a:solidFill>
            </a:endParaRPr>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pPr defTabSz="914354">
              <a:defRPr/>
            </a:pPr>
            <a:endParaRPr lang="en-US" dirty="0">
              <a:solidFill>
                <a:srgbClr val="FFFFFF"/>
              </a:solidFill>
            </a:endParaRPr>
          </a:p>
        </p:txBody>
      </p:sp>
    </p:spTree>
    <p:extLst>
      <p:ext uri="{BB962C8B-B14F-4D97-AF65-F5344CB8AC3E}">
        <p14:creationId xmlns:p14="http://schemas.microsoft.com/office/powerpoint/2010/main" val="15860804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790582" y="790526"/>
            <a:ext cx="10588623" cy="470257"/>
          </a:xfrm>
          <a:prstGeom prst="rect">
            <a:avLst/>
          </a:prstGeom>
        </p:spPr>
        <p:txBody>
          <a:bodyPr wrap="square">
            <a:spAutoFit/>
          </a:bodyPr>
          <a:lstStyle>
            <a:lvl1pPr>
              <a:lnSpc>
                <a:spcPts val="3996"/>
              </a:lnSpc>
              <a:defRPr sz="2931" baseline="0">
                <a:solidFill>
                  <a:schemeClr val="accent5"/>
                </a:solidFill>
              </a:defRPr>
            </a:lvl1pPr>
          </a:lstStyle>
          <a:p>
            <a:r>
              <a:rPr lang="en-US" dirty="0"/>
              <a:t>Click to edit Master title</a:t>
            </a:r>
          </a:p>
        </p:txBody>
      </p:sp>
      <p:sp>
        <p:nvSpPr>
          <p:cNvPr id="16" name="Content Placeholder 4"/>
          <p:cNvSpPr>
            <a:spLocks noGrp="1"/>
          </p:cNvSpPr>
          <p:nvPr>
            <p:ph sz="quarter" idx="10"/>
          </p:nvPr>
        </p:nvSpPr>
        <p:spPr>
          <a:xfrm>
            <a:off x="790582" y="1388760"/>
            <a:ext cx="10588623" cy="4946189"/>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1"/>
          <p:cNvSpPr>
            <a:spLocks noGrp="1"/>
          </p:cNvSpPr>
          <p:nvPr>
            <p:ph type="ftr" sz="quarter" idx="3"/>
          </p:nvPr>
        </p:nvSpPr>
        <p:spPr>
          <a:xfrm>
            <a:off x="571501" y="6480600"/>
            <a:ext cx="5161643" cy="253613"/>
          </a:xfrm>
          <a:prstGeom prst="rect">
            <a:avLst/>
          </a:prstGeom>
        </p:spPr>
        <p:txBody>
          <a:bodyPr vert="horz" lIns="91440" tIns="45720" rIns="91440" bIns="45720" rtlCol="0" anchor="ctr"/>
          <a:lstStyle>
            <a:lvl1pPr algn="l">
              <a:defRPr sz="932">
                <a:solidFill>
                  <a:schemeClr val="bg1"/>
                </a:solidFill>
              </a:defRPr>
            </a:lvl1pPr>
          </a:lstStyle>
          <a:p>
            <a:pPr fontAlgn="base">
              <a:lnSpc>
                <a:spcPct val="90000"/>
              </a:lnSpc>
              <a:spcBef>
                <a:spcPct val="0"/>
              </a:spcBef>
              <a:spcAft>
                <a:spcPct val="0"/>
              </a:spcAft>
            </a:pPr>
            <a:endParaRPr lang="en-US" dirty="0">
              <a:solidFill>
                <a:srgbClr val="FFFFFF"/>
              </a:solidFill>
            </a:endParaRPr>
          </a:p>
        </p:txBody>
      </p:sp>
      <p:sp>
        <p:nvSpPr>
          <p:cNvPr id="5" name="Slide Number Placeholder 2"/>
          <p:cNvSpPr>
            <a:spLocks noGrp="1"/>
          </p:cNvSpPr>
          <p:nvPr>
            <p:ph type="sldNum" sz="quarter" idx="4"/>
          </p:nvPr>
        </p:nvSpPr>
        <p:spPr>
          <a:xfrm>
            <a:off x="10616754" y="6480600"/>
            <a:ext cx="737049" cy="253613"/>
          </a:xfrm>
          <a:prstGeom prst="rect">
            <a:avLst/>
          </a:prstGeom>
        </p:spPr>
        <p:txBody>
          <a:bodyPr vert="horz" lIns="91440" tIns="45720" rIns="91440" bIns="45720" rtlCol="0" anchor="ctr"/>
          <a:lstStyle>
            <a:lvl1pPr algn="r">
              <a:defRPr sz="932">
                <a:solidFill>
                  <a:schemeClr val="bg1"/>
                </a:solidFill>
              </a:defRPr>
            </a:lvl1pPr>
          </a:lstStyle>
          <a:p>
            <a:pPr fontAlgn="base">
              <a:lnSpc>
                <a:spcPct val="90000"/>
              </a:lnSpc>
              <a:spcBef>
                <a:spcPct val="0"/>
              </a:spcBef>
              <a:spcAft>
                <a:spcPct val="0"/>
              </a:spcAft>
            </a:pPr>
            <a:fld id="{6A9A452F-58E0-474B-9190-AAEA49007BB2}" type="slidenum">
              <a:rPr lang="en-US" smtClean="0">
                <a:solidFill>
                  <a:srgbClr val="FFFFFF"/>
                </a:solidFill>
              </a:rPr>
              <a:pPr fontAlgn="base">
                <a:lnSpc>
                  <a:spcPct val="90000"/>
                </a:lnSpc>
                <a:spcBef>
                  <a:spcPct val="0"/>
                </a:spcBef>
                <a:spcAft>
                  <a:spcPct val="0"/>
                </a:spcAft>
              </a:pPr>
              <a:t>‹#›</a:t>
            </a:fld>
            <a:endParaRPr lang="en-US">
              <a:solidFill>
                <a:srgbClr val="FFFFFF"/>
              </a:solidFill>
            </a:endParaRPr>
          </a:p>
        </p:txBody>
      </p:sp>
    </p:spTree>
    <p:extLst>
      <p:ext uri="{BB962C8B-B14F-4D97-AF65-F5344CB8AC3E}">
        <p14:creationId xmlns:p14="http://schemas.microsoft.com/office/powerpoint/2010/main" val="13927674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571500"/>
            <a:ext cx="10287000" cy="952500"/>
          </a:xfrm>
        </p:spPr>
        <p:txBody>
          <a:bodyPr>
            <a:noAutofit/>
          </a:bodyPr>
          <a:lstStyle>
            <a:lvl1pPr>
              <a:defRPr>
                <a:solidFill>
                  <a:schemeClr val="tx1"/>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5245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096000" y="1714500"/>
            <a:ext cx="57150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17639928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571500"/>
            <a:ext cx="10287000" cy="952500"/>
          </a:xfrm>
        </p:spPr>
        <p:txBody>
          <a:bodyPr>
            <a:noAutofit/>
          </a:bodyPr>
          <a:lstStyle>
            <a:lvl1pPr>
              <a:defRPr>
                <a:solidFill>
                  <a:schemeClr val="tx1"/>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2476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096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2"/>
          </p:nvPr>
        </p:nvSpPr>
        <p:spPr>
          <a:xfrm>
            <a:off x="3048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
          <p:cNvSpPr>
            <a:spLocks noGrp="1"/>
          </p:cNvSpPr>
          <p:nvPr>
            <p:ph idx="13"/>
          </p:nvPr>
        </p:nvSpPr>
        <p:spPr>
          <a:xfrm>
            <a:off x="9144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39413185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20" name="Rectangle 19"/>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1028700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5245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0" name="Content Placeholder 2"/>
          <p:cNvSpPr>
            <a:spLocks noGrp="1"/>
          </p:cNvSpPr>
          <p:nvPr>
            <p:ph idx="13"/>
          </p:nvPr>
        </p:nvSpPr>
        <p:spPr>
          <a:xfrm>
            <a:off x="6096000" y="1714500"/>
            <a:ext cx="57150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35552409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10" name="Rectangle 9"/>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10287000" cy="952500"/>
          </a:xfrm>
        </p:spPr>
        <p:txBody>
          <a:bodyPr>
            <a:noAutofit/>
          </a:bodyPr>
          <a:lstStyle>
            <a:lvl1pPr>
              <a:defRPr>
                <a:solidFill>
                  <a:schemeClr val="tx1"/>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2476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096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2"/>
          </p:nvPr>
        </p:nvSpPr>
        <p:spPr>
          <a:xfrm>
            <a:off x="3048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
          <p:cNvSpPr>
            <a:spLocks noGrp="1"/>
          </p:cNvSpPr>
          <p:nvPr>
            <p:ph idx="13"/>
          </p:nvPr>
        </p:nvSpPr>
        <p:spPr>
          <a:xfrm>
            <a:off x="9144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12264563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5_Title and Content">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571500"/>
            <a:ext cx="1028700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524500" cy="43815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0" name="Content Placeholder 2"/>
          <p:cNvSpPr>
            <a:spLocks noGrp="1"/>
          </p:cNvSpPr>
          <p:nvPr>
            <p:ph idx="13"/>
          </p:nvPr>
        </p:nvSpPr>
        <p:spPr>
          <a:xfrm>
            <a:off x="6096000" y="1714500"/>
            <a:ext cx="57150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3"/>
          <p:cNvSpPr>
            <a:spLocks noGrp="1"/>
          </p:cNvSpPr>
          <p:nvPr>
            <p:ph type="body" sz="quarter" idx="14" hasCustomPrompt="1"/>
          </p:nvPr>
        </p:nvSpPr>
        <p:spPr>
          <a:xfrm>
            <a:off x="381000" y="6118860"/>
            <a:ext cx="55626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84347839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6_Title and Content">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571500"/>
            <a:ext cx="1028700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2476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096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2"/>
          </p:nvPr>
        </p:nvSpPr>
        <p:spPr>
          <a:xfrm>
            <a:off x="3048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
          <p:cNvSpPr>
            <a:spLocks noGrp="1"/>
          </p:cNvSpPr>
          <p:nvPr>
            <p:ph idx="13"/>
          </p:nvPr>
        </p:nvSpPr>
        <p:spPr>
          <a:xfrm>
            <a:off x="9144000" y="1714500"/>
            <a:ext cx="2857500" cy="4381500"/>
          </a:xfrm>
        </p:spPr>
        <p:txBody>
          <a:bodyPr tIns="2286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3"/>
          <p:cNvSpPr>
            <a:spLocks noGrp="1"/>
          </p:cNvSpPr>
          <p:nvPr>
            <p:ph type="body" sz="quarter" idx="14" hasCustomPrompt="1"/>
          </p:nvPr>
        </p:nvSpPr>
        <p:spPr>
          <a:xfrm>
            <a:off x="381000" y="6118860"/>
            <a:ext cx="5524500" cy="38100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Tree>
    <p:extLst>
      <p:ext uri="{BB962C8B-B14F-4D97-AF65-F5344CB8AC3E}">
        <p14:creationId xmlns:p14="http://schemas.microsoft.com/office/powerpoint/2010/main" val="64744512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2476500" cy="3048000"/>
          </a:xfrm>
        </p:spPr>
        <p:txBody>
          <a:bodyPr>
            <a:noAutofit/>
          </a:bodyPr>
          <a:lstStyle/>
          <a:p>
            <a:r>
              <a:rPr lang="en-US"/>
              <a:t>Click to edit Master title style</a:t>
            </a:r>
            <a:endParaRPr lang="en-US" dirty="0"/>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9" name="Content Placeholder 2"/>
          <p:cNvSpPr>
            <a:spLocks noGrp="1"/>
          </p:cNvSpPr>
          <p:nvPr>
            <p:ph idx="10"/>
          </p:nvPr>
        </p:nvSpPr>
        <p:spPr>
          <a:xfrm>
            <a:off x="6096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0"/>
            <a:ext cx="26670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144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3"/>
          <p:cNvSpPr>
            <a:spLocks noGrp="1"/>
          </p:cNvSpPr>
          <p:nvPr>
            <p:ph type="body" sz="quarter" idx="15" hasCustomPrompt="1"/>
          </p:nvPr>
        </p:nvSpPr>
        <p:spPr>
          <a:xfrm>
            <a:off x="381000" y="6096000"/>
            <a:ext cx="2514601" cy="40386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a:t>
            </a:r>
            <a:r>
              <a:rPr lang="en-US" sz="666" b="1" i="0" dirty="0">
                <a:solidFill>
                  <a:schemeClr val="tx1">
                    <a:alpha val="60000"/>
                  </a:schemeClr>
                </a:solidFill>
                <a:latin typeface="IBM Plex Sans" charset="0"/>
                <a:ea typeface="IBM Plex Sans" charset="0"/>
                <a:cs typeface="IBM Plex Sans" charset="0"/>
              </a:rPr>
              <a:t>Partnerships &amp; Alliances</a:t>
            </a:r>
          </a:p>
        </p:txBody>
      </p:sp>
    </p:spTree>
    <p:extLst>
      <p:ext uri="{BB962C8B-B14F-4D97-AF65-F5344CB8AC3E}">
        <p14:creationId xmlns:p14="http://schemas.microsoft.com/office/powerpoint/2010/main" val="36120474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4" name="Rectangle 3"/>
          <p:cNvSpPr/>
          <p:nvPr userDrawn="1"/>
        </p:nvSpPr>
        <p:spPr>
          <a:xfrm flipH="1">
            <a:off x="0" y="0"/>
            <a:ext cx="304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2476500" cy="3048000"/>
          </a:xfrm>
        </p:spPr>
        <p:txBody>
          <a:bodyPr>
            <a:noAutofit/>
          </a:bodyPr>
          <a:lstStyle/>
          <a:p>
            <a:r>
              <a:rPr lang="en-US"/>
              <a:t>Click to edit Master title style</a:t>
            </a:r>
            <a:endParaRPr lang="en-US" dirty="0"/>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Content Placeholder 2"/>
          <p:cNvSpPr>
            <a:spLocks noGrp="1"/>
          </p:cNvSpPr>
          <p:nvPr>
            <p:ph idx="10"/>
          </p:nvPr>
        </p:nvSpPr>
        <p:spPr>
          <a:xfrm>
            <a:off x="6096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0"/>
            <a:ext cx="26670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144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23"/>
          <p:cNvSpPr>
            <a:spLocks noGrp="1"/>
          </p:cNvSpPr>
          <p:nvPr>
            <p:ph type="body" sz="quarter" idx="15" hasCustomPrompt="1"/>
          </p:nvPr>
        </p:nvSpPr>
        <p:spPr>
          <a:xfrm>
            <a:off x="381000" y="6096000"/>
            <a:ext cx="2514601" cy="403860"/>
          </a:xfrm>
        </p:spPr>
        <p:txBody>
          <a:bodyPr tIns="0" anchor="b"/>
          <a:lstStyle>
            <a:lvl1pPr>
              <a:defRPr sz="667" b="0">
                <a:solidFill>
                  <a:schemeClr val="tx1">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a:t>
              </a:r>
              <a:r>
                <a:rPr lang="en-US" sz="333" b="0" i="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2018 IBM Corporation</a:t>
              </a:r>
              <a:r>
                <a:rPr lang="en-US" sz="666" b="0" i="0" baseline="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IBM Plex Sans" charset="0"/>
                  <a:ea typeface="IBM Plex Sans" charset="0"/>
                  <a:cs typeface="IBM Plex Sans" charset="0"/>
                </a:rPr>
                <a:t> </a:t>
              </a:r>
              <a:fld id="{7C9968D1-C8E5-4FE3-AED4-7D4518C301B3}" type="datetime3">
                <a:rPr lang="en-US" sz="666" b="0" i="0" smtClean="0">
                  <a:solidFill>
                    <a:schemeClr val="tx1">
                      <a:alpha val="60000"/>
                    </a:schemeClr>
                  </a:solidFill>
                  <a:latin typeface="IBM Plex Sans" charset="0"/>
                  <a:ea typeface="IBM Plex Sans" charset="0"/>
                  <a:cs typeface="IBM Plex Sans" charset="0"/>
                </a:rPr>
                <a:pPr marL="0" indent="0" fontAlgn="auto">
                  <a:spcBef>
                    <a:spcPts val="0"/>
                  </a:spcBef>
                  <a:spcAft>
                    <a:spcPts val="0"/>
                  </a:spcAft>
                  <a:tabLst/>
                  <a:defRPr/>
                </a:pPr>
                <a:t>20 April 2021</a:t>
              </a:fld>
              <a:endParaRPr lang="en-US" sz="666" b="0" i="0" dirty="0">
                <a:solidFill>
                  <a:schemeClr val="tx1">
                    <a:alpha val="60000"/>
                  </a:schemeClr>
                </a:solidFill>
                <a:latin typeface="IBM Plex Sans" charset="0"/>
                <a:ea typeface="IBM Plex Sans" charset="0"/>
                <a:cs typeface="IBM Plex Sans" charset="0"/>
              </a:endParaRPr>
            </a:p>
          </p:txBody>
        </p:sp>
      </p:gr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IBM Plex Sans" charset="0"/>
                <a:ea typeface="IBM Plex Sans" charset="0"/>
                <a:cs typeface="IBM Plex Sans" charset="0"/>
              </a:rPr>
              <a:pPr algn="l"/>
              <a:t>‹#›</a:t>
            </a:fld>
            <a:endParaRPr lang="en-US" sz="667" b="0" i="0" dirty="0">
              <a:solidFill>
                <a:schemeClr val="tx1"/>
              </a:solidFill>
              <a:latin typeface="IBM Plex Sans" charset="0"/>
              <a:ea typeface="IBM Plex Sans" charset="0"/>
              <a:cs typeface="IBM Plex Sans" charset="0"/>
            </a:endParaRPr>
          </a:p>
        </p:txBody>
      </p:sp>
    </p:spTree>
    <p:extLst>
      <p:ext uri="{BB962C8B-B14F-4D97-AF65-F5344CB8AC3E}">
        <p14:creationId xmlns:p14="http://schemas.microsoft.com/office/powerpoint/2010/main" val="311353813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4" name="Rectangle 3"/>
          <p:cNvSpPr/>
          <p:nvPr userDrawn="1"/>
        </p:nvSpPr>
        <p:spPr>
          <a:xfrm flipH="1">
            <a:off x="0" y="0"/>
            <a:ext cx="3048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2476500" cy="3048000"/>
          </a:xfrm>
        </p:spPr>
        <p:txBody>
          <a:bodyPr>
            <a:noAutofit/>
          </a:bodyPr>
          <a:lstStyle/>
          <a:p>
            <a:r>
              <a:rPr lang="en-US"/>
              <a:t>Click to edit Master title style</a:t>
            </a:r>
            <a:endParaRPr lang="en-US" dirty="0"/>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Content Placeholder 2"/>
          <p:cNvSpPr>
            <a:spLocks noGrp="1"/>
          </p:cNvSpPr>
          <p:nvPr>
            <p:ph idx="10"/>
          </p:nvPr>
        </p:nvSpPr>
        <p:spPr>
          <a:xfrm>
            <a:off x="6096000" y="1714500"/>
            <a:ext cx="28575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0"/>
            <a:ext cx="2667000" cy="4381500"/>
          </a:xfr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144000" y="0"/>
            <a:ext cx="3048000" cy="6858000"/>
          </a:xfrm>
        </p:spPr>
        <p:txBody>
          <a:bodyPr lIns="228600" tIns="2057400" rIns="9144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23"/>
          <p:cNvSpPr>
            <a:spLocks noGrp="1"/>
          </p:cNvSpPr>
          <p:nvPr>
            <p:ph type="body" sz="quarter" idx="15" hasCustomPrompt="1"/>
          </p:nvPr>
        </p:nvSpPr>
        <p:spPr>
          <a:xfrm>
            <a:off x="381000" y="6096000"/>
            <a:ext cx="2514601" cy="403860"/>
          </a:xfr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3" name="Group 12"/>
          <p:cNvGrpSpPr/>
          <p:nvPr userDrawn="1"/>
        </p:nvGrpSpPr>
        <p:grpSpPr>
          <a:xfrm>
            <a:off x="762000" y="6583046"/>
            <a:ext cx="2261125" cy="183809"/>
            <a:chOff x="914400" y="7899655"/>
            <a:chExt cx="2713350" cy="220571"/>
          </a:xfrm>
        </p:grpSpPr>
        <p:sp>
          <p:nvSpPr>
            <p:cNvPr id="14"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a:t>
              </a:r>
              <a:r>
                <a:rPr lang="en-US" sz="333" b="0" i="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2018 IBM Corporation</a:t>
              </a:r>
              <a:r>
                <a:rPr lang="en-US" sz="666" b="0" i="0" baseline="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IBM Plex Sans" charset="0"/>
                  <a:ea typeface="IBM Plex Sans" charset="0"/>
                  <a:cs typeface="IBM Plex Sans" charset="0"/>
                </a:rPr>
                <a:t> </a:t>
              </a:r>
              <a:fld id="{7C9968D1-C8E5-4FE3-AED4-7D4518C301B3}" type="datetime3">
                <a:rPr lang="en-US" sz="666" b="0" i="0" smtClean="0">
                  <a:solidFill>
                    <a:schemeClr val="tx1">
                      <a:alpha val="60000"/>
                    </a:schemeClr>
                  </a:solidFill>
                  <a:latin typeface="IBM Plex Sans" charset="0"/>
                  <a:ea typeface="IBM Plex Sans" charset="0"/>
                  <a:cs typeface="IBM Plex Sans" charset="0"/>
                </a:rPr>
                <a:pPr marL="0" indent="0" fontAlgn="auto">
                  <a:spcBef>
                    <a:spcPts val="0"/>
                  </a:spcBef>
                  <a:spcAft>
                    <a:spcPts val="0"/>
                  </a:spcAft>
                  <a:tabLst/>
                  <a:defRPr/>
                </a:pPr>
                <a:t>20 April 2021</a:t>
              </a:fld>
              <a:endParaRPr lang="en-US" sz="666" b="0" i="0" dirty="0">
                <a:solidFill>
                  <a:schemeClr val="tx1">
                    <a:alpha val="60000"/>
                  </a:schemeClr>
                </a:solidFill>
                <a:latin typeface="IBM Plex Sans" charset="0"/>
                <a:ea typeface="IBM Plex Sans" charset="0"/>
                <a:cs typeface="IBM Plex Sans" charset="0"/>
              </a:endParaRPr>
            </a:p>
          </p:txBody>
        </p:sp>
      </p:grpSp>
      <p:sp>
        <p:nvSpPr>
          <p:cNvPr id="18"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IBM Plex Sans" charset="0"/>
                <a:ea typeface="IBM Plex Sans" charset="0"/>
                <a:cs typeface="IBM Plex Sans" charset="0"/>
              </a:rPr>
              <a:pPr algn="l"/>
              <a:t>‹#›</a:t>
            </a:fld>
            <a:endParaRPr lang="en-US" sz="667" b="0" i="0" dirty="0">
              <a:solidFill>
                <a:schemeClr val="tx1"/>
              </a:solidFill>
              <a:latin typeface="IBM Plex Sans" charset="0"/>
              <a:ea typeface="IBM Plex Sans" charset="0"/>
              <a:cs typeface="IBM Plex Sans" charset="0"/>
            </a:endParaRPr>
          </a:p>
        </p:txBody>
      </p:sp>
    </p:spTree>
    <p:extLst>
      <p:ext uri="{BB962C8B-B14F-4D97-AF65-F5344CB8AC3E}">
        <p14:creationId xmlns:p14="http://schemas.microsoft.com/office/powerpoint/2010/main" val="24521187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10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9" name="Text Placeholder 23"/>
          <p:cNvSpPr>
            <a:spLocks noGrp="1"/>
          </p:cNvSpPr>
          <p:nvPr>
            <p:ph type="body" sz="quarter" idx="14" hasCustomPrompt="1"/>
          </p:nvPr>
        </p:nvSpPr>
        <p:spPr>
          <a:xfrm>
            <a:off x="381000" y="6118860"/>
            <a:ext cx="55626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0"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14816510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3-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3"/>
          <p:cNvSpPr>
            <a:spLocks noGrp="1"/>
          </p:cNvSpPr>
          <p:nvPr>
            <p:ph type="body" sz="quarter" idx="14" hasCustomPrompt="1"/>
          </p:nvPr>
        </p:nvSpPr>
        <p:spPr>
          <a:xfrm>
            <a:off x="381000" y="6118860"/>
            <a:ext cx="55626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0"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16877361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rgbClr val="6A6A6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1" y="6515113"/>
            <a:ext cx="471763" cy="190500"/>
          </a:xfrm>
          <a:prstGeom prst="rect">
            <a:avLst/>
          </a:prstGeom>
        </p:spPr>
      </p:pic>
      <p:sp>
        <p:nvSpPr>
          <p:cNvPr id="9" name="Text Placeholder 23"/>
          <p:cNvSpPr>
            <a:spLocks noGrp="1"/>
          </p:cNvSpPr>
          <p:nvPr>
            <p:ph type="body" sz="quarter" idx="14" hasCustomPrompt="1"/>
          </p:nvPr>
        </p:nvSpPr>
        <p:spPr>
          <a:xfrm>
            <a:off x="381000" y="6118860"/>
            <a:ext cx="55245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1"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206218026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rgbClr val="2025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39020" y="6515113"/>
            <a:ext cx="471765" cy="190501"/>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1" y="6515113"/>
            <a:ext cx="471763" cy="190500"/>
          </a:xfrm>
          <a:prstGeom prst="rect">
            <a:avLst/>
          </a:prstGeom>
        </p:spPr>
      </p:pic>
      <p:sp>
        <p:nvSpPr>
          <p:cNvPr id="10" name="Text Placeholder 23"/>
          <p:cNvSpPr>
            <a:spLocks noGrp="1"/>
          </p:cNvSpPr>
          <p:nvPr>
            <p:ph type="body" sz="quarter" idx="14" hasCustomPrompt="1"/>
          </p:nvPr>
        </p:nvSpPr>
        <p:spPr>
          <a:xfrm>
            <a:off x="381000" y="6118860"/>
            <a:ext cx="55626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1"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25842601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4" name="Rectangle 3"/>
          <p:cNvSpPr/>
          <p:nvPr userDrawn="1"/>
        </p:nvSpPr>
        <p:spPr>
          <a:xfrm>
            <a:off x="6096000" y="0"/>
            <a:ext cx="6096000" cy="6858000"/>
          </a:xfrm>
          <a:prstGeom prst="rect">
            <a:avLst/>
          </a:prstGeom>
          <a:solidFill>
            <a:srgbClr val="2025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p:nvPr>
        </p:nvSpPr>
        <p:spPr>
          <a:xfrm>
            <a:off x="381000" y="1714500"/>
            <a:ext cx="5486400" cy="9525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381000" y="2971800"/>
            <a:ext cx="5486400" cy="3124200"/>
          </a:xfrm>
          <a:prstGeom prst="rect">
            <a:avLst/>
          </a:prstGeom>
        </p:spPr>
        <p:txBody>
          <a:bodyPr tIns="0">
            <a:noAutofit/>
          </a:bodyPr>
          <a:lstStyle>
            <a:lvl1pPr>
              <a:defRPr sz="2000">
                <a:solidFill>
                  <a:schemeClr val="accent2"/>
                </a:solidFill>
              </a:defRPr>
            </a:lvl1pPr>
            <a:lvl2pPr>
              <a:defRPr sz="2000">
                <a:solidFill>
                  <a:schemeClr val="accent2"/>
                </a:solidFill>
              </a:defRPr>
            </a:lvl2pPr>
            <a:lvl3pPr>
              <a:defRPr sz="2000">
                <a:solidFill>
                  <a:schemeClr val="accent2"/>
                </a:solidFill>
              </a:defRPr>
            </a:lvl3pPr>
            <a:lvl4pPr>
              <a:defRPr sz="2000">
                <a:solidFill>
                  <a:schemeClr val="accent2"/>
                </a:solidFill>
              </a:defRPr>
            </a:lvl4pPr>
            <a:lvl5pPr>
              <a:defRPr sz="2000">
                <a:solidFill>
                  <a:schemeClr val="accent2"/>
                </a:solidFill>
              </a:defRPr>
            </a:lvl5pPr>
          </a:lstStyle>
          <a:p>
            <a:pPr lvl="0"/>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39020" y="6515113"/>
            <a:ext cx="471765" cy="190501"/>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1" y="6515113"/>
            <a:ext cx="471763" cy="190500"/>
          </a:xfrm>
          <a:prstGeom prst="rect">
            <a:avLst/>
          </a:prstGeom>
        </p:spPr>
      </p:pic>
      <p:sp>
        <p:nvSpPr>
          <p:cNvPr id="10" name="Text Placeholder 23"/>
          <p:cNvSpPr>
            <a:spLocks noGrp="1"/>
          </p:cNvSpPr>
          <p:nvPr>
            <p:ph type="body" sz="quarter" idx="14" hasCustomPrompt="1"/>
          </p:nvPr>
        </p:nvSpPr>
        <p:spPr>
          <a:xfrm>
            <a:off x="381000" y="6118860"/>
            <a:ext cx="5562600" cy="381000"/>
          </a:xfrm>
          <a:prstGeom prst="rect">
            <a:avLst/>
          </a:prstGeom>
        </p:spPr>
        <p:txBody>
          <a:bodyPr tIns="0" anchor="b"/>
          <a:lstStyle>
            <a:lvl1pPr>
              <a:defRPr sz="667" b="0">
                <a:solidFill>
                  <a:schemeClr val="tx1">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1"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Tree>
    <p:extLst>
      <p:ext uri="{BB962C8B-B14F-4D97-AF65-F5344CB8AC3E}">
        <p14:creationId xmlns:p14="http://schemas.microsoft.com/office/powerpoint/2010/main" val="336650020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2-9_Title and Content">
    <p:bg>
      <p:bgPr>
        <a:solidFill>
          <a:srgbClr val="202529"/>
        </a:solidFill>
        <a:effectLst/>
      </p:bgPr>
    </p:bg>
    <p:spTree>
      <p:nvGrpSpPr>
        <p:cNvPr id="1" name=""/>
        <p:cNvGrpSpPr/>
        <p:nvPr/>
      </p:nvGrpSpPr>
      <p:grpSpPr>
        <a:xfrm>
          <a:off x="0" y="0"/>
          <a:ext cx="0" cy="0"/>
          <a:chOff x="0" y="0"/>
          <a:chExt cx="0" cy="0"/>
        </a:xfrm>
      </p:grpSpPr>
      <p:sp>
        <p:nvSpPr>
          <p:cNvPr id="6" name="Rectangle 5"/>
          <p:cNvSpPr/>
          <p:nvPr userDrawn="1"/>
        </p:nvSpPr>
        <p:spPr>
          <a:xfrm flipH="1">
            <a:off x="0" y="1058"/>
            <a:ext cx="6096000" cy="6858000"/>
          </a:xfrm>
          <a:prstGeom prst="rect">
            <a:avLst/>
          </a:prstGeom>
          <a:solidFill>
            <a:srgbClr val="2025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b="0" i="0" dirty="0">
              <a:latin typeface="Arial Regular" charset="0"/>
            </a:endParaRPr>
          </a:p>
        </p:txBody>
      </p:sp>
      <p:sp>
        <p:nvSpPr>
          <p:cNvPr id="2" name="Title 1"/>
          <p:cNvSpPr>
            <a:spLocks noGrp="1"/>
          </p:cNvSpPr>
          <p:nvPr>
            <p:ph type="title" hasCustomPrompt="1"/>
          </p:nvPr>
        </p:nvSpPr>
        <p:spPr>
          <a:xfrm>
            <a:off x="381000" y="571500"/>
            <a:ext cx="5463540" cy="952500"/>
          </a:xfrm>
        </p:spPr>
        <p:txBody>
          <a:bodyPr>
            <a:noAutofit/>
          </a:body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714500"/>
            <a:ext cx="5486400" cy="4381500"/>
          </a:xfrm>
          <a:prstGeom prst="rect">
            <a:avLst/>
          </a:prstGeom>
        </p:spPr>
        <p:txBody>
          <a:bodyPr tIns="0">
            <a:noAutofit/>
          </a:bodyPr>
          <a:lstStyle>
            <a:lvl1pPr>
              <a:defRPr>
                <a:latin typeface="IBM Plex Sans" charset="0"/>
                <a:ea typeface="IBM Plex Sans" charset="0"/>
                <a:cs typeface="IBM Plex Sans" charset="0"/>
              </a:defRPr>
            </a:lvl1pPr>
            <a:lvl2pPr>
              <a:defRPr>
                <a:latin typeface="IBM Plex Sans" charset="0"/>
                <a:ea typeface="IBM Plex Sans" charset="0"/>
                <a:cs typeface="IBM Plex Sans" charset="0"/>
              </a:defRPr>
            </a:lvl2pPr>
            <a:lvl3pPr>
              <a:defRPr>
                <a:latin typeface="IBM Plex Sans" charset="0"/>
                <a:ea typeface="IBM Plex Sans" charset="0"/>
                <a:cs typeface="IBM Plex Sans" charset="0"/>
              </a:defRPr>
            </a:lvl3pPr>
            <a:lvl4pPr>
              <a:defRPr>
                <a:latin typeface="IBM Plex Sans" charset="0"/>
                <a:ea typeface="IBM Plex Sans" charset="0"/>
                <a:cs typeface="IBM Plex Sans" charset="0"/>
              </a:defRPr>
            </a:lvl4pPr>
            <a:lvl5pPr>
              <a:defRPr>
                <a:latin typeface="IBM Plex Sans" charset="0"/>
                <a:ea typeface="IBM Plex Sans" charset="0"/>
                <a:cs typeface="IBM Plex Sans"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0"/>
          </p:nvPr>
        </p:nvSpPr>
        <p:spPr>
          <a:xfrm>
            <a:off x="6286500" y="1714500"/>
            <a:ext cx="5486400" cy="4381500"/>
          </a:xfrm>
          <a:prstGeom prst="rect">
            <a:avLst/>
          </a:prstGeom>
        </p:spPr>
        <p:txBody>
          <a:bodyPr tIns="0">
            <a:noAutofit/>
          </a:bodyPr>
          <a:lstStyle>
            <a:lvl1pPr>
              <a:defRPr>
                <a:latin typeface="IBM Plex Sans" charset="0"/>
                <a:ea typeface="IBM Plex Sans" charset="0"/>
                <a:cs typeface="IBM Plex Sans" charset="0"/>
              </a:defRPr>
            </a:lvl1pPr>
            <a:lvl2pPr>
              <a:defRPr>
                <a:latin typeface="IBM Plex Sans" charset="0"/>
                <a:ea typeface="IBM Plex Sans" charset="0"/>
                <a:cs typeface="IBM Plex Sans" charset="0"/>
              </a:defRPr>
            </a:lvl2pPr>
            <a:lvl3pPr>
              <a:defRPr>
                <a:latin typeface="IBM Plex Sans" charset="0"/>
                <a:ea typeface="IBM Plex Sans" charset="0"/>
                <a:cs typeface="IBM Plex Sans" charset="0"/>
              </a:defRPr>
            </a:lvl3pPr>
            <a:lvl4pPr>
              <a:defRPr>
                <a:latin typeface="IBM Plex Sans" charset="0"/>
                <a:ea typeface="IBM Plex Sans" charset="0"/>
                <a:cs typeface="IBM Plex Sans" charset="0"/>
              </a:defRPr>
            </a:lvl4pPr>
            <a:lvl5pPr>
              <a:defRPr>
                <a:latin typeface="IBM Plex Sans" charset="0"/>
                <a:ea typeface="IBM Plex Sans" charset="0"/>
                <a:cs typeface="IBM Plex Sans"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1"/>
          </p:nvPr>
        </p:nvSpPr>
        <p:spPr>
          <a:xfrm>
            <a:off x="381000" y="220980"/>
            <a:ext cx="5486400" cy="228600"/>
          </a:xfrm>
          <a:prstGeom prst="rect">
            <a:avLst/>
          </a:prstGeo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81000" y="6118860"/>
            <a:ext cx="5486400" cy="381000"/>
          </a:xfrm>
          <a:prstGeom prst="rect">
            <a:avLst/>
          </a:prstGeo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2018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20 April 2021</a:t>
              </a:fld>
              <a:endParaRPr lang="en-US" sz="666" b="0" i="0" dirty="0">
                <a:solidFill>
                  <a:schemeClr val="bg2">
                    <a:alpha val="60000"/>
                  </a:schemeClr>
                </a:solidFill>
                <a:latin typeface="IBM Plex Sans" charset="0"/>
                <a:ea typeface="IBM Plex Sans" charset="0"/>
                <a:cs typeface="IBM Plex Sans" charset="0"/>
              </a:endParaRPr>
            </a:p>
          </p:txBody>
        </p:sp>
      </p:gr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4" name="Rectangle 3"/>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500"/>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0" y="6515119"/>
            <a:ext cx="471765" cy="190500"/>
          </a:xfrm>
          <a:prstGeom prst="rect">
            <a:avLst/>
          </a:prstGeom>
        </p:spPr>
      </p:pic>
      <p:sp>
        <p:nvSpPr>
          <p:cNvPr id="21" name="Footer Placeholder 3">
            <a:extLst>
              <a:ext uri="{FF2B5EF4-FFF2-40B4-BE49-F238E27FC236}">
                <a16:creationId xmlns:a16="http://schemas.microsoft.com/office/drawing/2014/main" id="{679850B2-3B98-C647-A92B-DC00D264A915}"/>
              </a:ext>
            </a:extLst>
          </p:cNvPr>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alpha val="60000"/>
                  </a:schemeClr>
                </a:solidFill>
                <a:latin typeface="IBM Plex Sans" charset="0"/>
                <a:ea typeface="IBM Plex Sans" charset="0"/>
                <a:cs typeface="IBM Plex Sans" charset="0"/>
              </a:rPr>
              <a:t>IBM </a:t>
            </a:r>
            <a:r>
              <a:rPr lang="en-US" sz="666" b="1" i="0" dirty="0">
                <a:solidFill>
                  <a:schemeClr val="bg2">
                    <a:alpha val="60000"/>
                  </a:schemeClr>
                </a:solidFill>
                <a:latin typeface="IBM Plex Sans" charset="0"/>
                <a:ea typeface="IBM Plex Sans" charset="0"/>
                <a:cs typeface="IBM Plex Sans" charset="0"/>
              </a:rPr>
              <a:t>Partnerships &amp; Alliances</a:t>
            </a:r>
          </a:p>
        </p:txBody>
      </p:sp>
    </p:spTree>
    <p:extLst>
      <p:ext uri="{BB962C8B-B14F-4D97-AF65-F5344CB8AC3E}">
        <p14:creationId xmlns:p14="http://schemas.microsoft.com/office/powerpoint/2010/main" val="402344290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1800"/>
            </a:lvl1pPr>
            <a:lvl2pPr marL="342882" indent="0" algn="ctr">
              <a:buNone/>
              <a:defRPr sz="1500"/>
            </a:lvl2pPr>
            <a:lvl3pPr marL="685766" indent="0" algn="ctr">
              <a:buNone/>
              <a:defRPr sz="1351"/>
            </a:lvl3pPr>
            <a:lvl4pPr marL="1028649" indent="0" algn="ctr">
              <a:buNone/>
              <a:defRPr sz="1200"/>
            </a:lvl4pPr>
            <a:lvl5pPr marL="1371532" indent="0" algn="ctr">
              <a:buNone/>
              <a:defRPr sz="1200"/>
            </a:lvl5pPr>
            <a:lvl6pPr marL="1714414" indent="0" algn="ctr">
              <a:buNone/>
              <a:defRPr sz="1200"/>
            </a:lvl6pPr>
            <a:lvl7pPr marL="2057298" indent="0" algn="ctr">
              <a:buNone/>
              <a:defRPr sz="1200"/>
            </a:lvl7pPr>
            <a:lvl8pPr marL="2400180" indent="0" algn="ctr">
              <a:buNone/>
              <a:defRPr sz="1200"/>
            </a:lvl8pPr>
            <a:lvl9pPr marL="2743062"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solidFill>
                  <a:prstClr val="black">
                    <a:tint val="75000"/>
                  </a:prstClr>
                </a:solidFill>
              </a:rPr>
              <a:t>IBM Confidential</a:t>
            </a: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328149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IBM Confidential</a:t>
            </a: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8069825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882" indent="0">
              <a:buNone/>
              <a:defRPr sz="1500">
                <a:solidFill>
                  <a:schemeClr val="tx1">
                    <a:tint val="75000"/>
                  </a:schemeClr>
                </a:solidFill>
              </a:defRPr>
            </a:lvl2pPr>
            <a:lvl3pPr marL="685766" indent="0">
              <a:buNone/>
              <a:defRPr sz="1351">
                <a:solidFill>
                  <a:schemeClr val="tx1">
                    <a:tint val="75000"/>
                  </a:schemeClr>
                </a:solidFill>
              </a:defRPr>
            </a:lvl3pPr>
            <a:lvl4pPr marL="1028649" indent="0">
              <a:buNone/>
              <a:defRPr sz="1200">
                <a:solidFill>
                  <a:schemeClr val="tx1">
                    <a:tint val="75000"/>
                  </a:schemeClr>
                </a:solidFill>
              </a:defRPr>
            </a:lvl4pPr>
            <a:lvl5pPr marL="1371532" indent="0">
              <a:buNone/>
              <a:defRPr sz="1200">
                <a:solidFill>
                  <a:schemeClr val="tx1">
                    <a:tint val="75000"/>
                  </a:schemeClr>
                </a:solidFill>
              </a:defRPr>
            </a:lvl5pPr>
            <a:lvl6pPr marL="1714414" indent="0">
              <a:buNone/>
              <a:defRPr sz="1200">
                <a:solidFill>
                  <a:schemeClr val="tx1">
                    <a:tint val="75000"/>
                  </a:schemeClr>
                </a:solidFill>
              </a:defRPr>
            </a:lvl6pPr>
            <a:lvl7pPr marL="2057298" indent="0">
              <a:buNone/>
              <a:defRPr sz="1200">
                <a:solidFill>
                  <a:schemeClr val="tx1">
                    <a:tint val="75000"/>
                  </a:schemeClr>
                </a:solidFill>
              </a:defRPr>
            </a:lvl7pPr>
            <a:lvl8pPr marL="2400180" indent="0">
              <a:buNone/>
              <a:defRPr sz="1200">
                <a:solidFill>
                  <a:schemeClr val="tx1">
                    <a:tint val="75000"/>
                  </a:schemeClr>
                </a:solidFill>
              </a:defRPr>
            </a:lvl8pPr>
            <a:lvl9pPr marL="2743062"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IBM Confidential</a:t>
            </a: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12691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tint val="75000"/>
                  </a:prstClr>
                </a:solidFill>
              </a:rPr>
              <a:t>IBM Confidential</a:t>
            </a: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979512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8"/>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solidFill>
                  <a:prstClr val="black">
                    <a:tint val="75000"/>
                  </a:prstClr>
                </a:solidFill>
              </a:rPr>
              <a:t>IBM Confidential</a:t>
            </a: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0172287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IBM Confidential</a:t>
            </a: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264600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IBM Confidential</a:t>
            </a: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8755161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9"/>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2"/>
            <a:ext cx="3932237" cy="3811588"/>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IBM Confidential</a:t>
            </a: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73728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9"/>
            <a:ext cx="6172200" cy="4873625"/>
          </a:xfrm>
        </p:spPr>
        <p:txBody>
          <a:bodyPr/>
          <a:lstStyle>
            <a:lvl1pPr marL="0" indent="0">
              <a:buNone/>
              <a:defRPr sz="2400"/>
            </a:lvl1pPr>
            <a:lvl2pPr marL="342882" indent="0">
              <a:buNone/>
              <a:defRPr sz="2100"/>
            </a:lvl2pPr>
            <a:lvl3pPr marL="685766" indent="0">
              <a:buNone/>
              <a:defRPr sz="1800"/>
            </a:lvl3pPr>
            <a:lvl4pPr marL="1028649" indent="0">
              <a:buNone/>
              <a:defRPr sz="1500"/>
            </a:lvl4pPr>
            <a:lvl5pPr marL="1371532" indent="0">
              <a:buNone/>
              <a:defRPr sz="1500"/>
            </a:lvl5pPr>
            <a:lvl6pPr marL="1714414" indent="0">
              <a:buNone/>
              <a:defRPr sz="1500"/>
            </a:lvl6pPr>
            <a:lvl7pPr marL="2057298" indent="0">
              <a:buNone/>
              <a:defRPr sz="1500"/>
            </a:lvl7pPr>
            <a:lvl8pPr marL="2400180" indent="0">
              <a:buNone/>
              <a:defRPr sz="1500"/>
            </a:lvl8pPr>
            <a:lvl9pPr marL="2743062" indent="0">
              <a:buNone/>
              <a:defRPr sz="1500"/>
            </a:lvl9pPr>
          </a:lstStyle>
          <a:p>
            <a:endParaRPr lang="en-US"/>
          </a:p>
        </p:txBody>
      </p:sp>
      <p:sp>
        <p:nvSpPr>
          <p:cNvPr id="4" name="Text Placeholder 3"/>
          <p:cNvSpPr>
            <a:spLocks noGrp="1"/>
          </p:cNvSpPr>
          <p:nvPr>
            <p:ph type="body" sz="half" idx="2"/>
          </p:nvPr>
        </p:nvSpPr>
        <p:spPr>
          <a:xfrm>
            <a:off x="839788" y="2057402"/>
            <a:ext cx="3932237" cy="3811588"/>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IBM Confidential</a:t>
            </a: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8594500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IBM Confidential</a:t>
            </a: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9981685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27"/>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IBM Confidential</a:t>
            </a: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20E0AEA-8106-AD48-A1C7-0E295452E9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624647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Title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4" name="Subtitle 2"/>
          <p:cNvSpPr>
            <a:spLocks noGrp="1"/>
          </p:cNvSpPr>
          <p:nvPr>
            <p:ph type="subTitle" idx="11"/>
          </p:nvPr>
        </p:nvSpPr>
        <p:spPr>
          <a:xfrm>
            <a:off x="796930" y="2360030"/>
            <a:ext cx="5299073" cy="276999"/>
          </a:xfrm>
        </p:spPr>
        <p:txBody>
          <a:bodyPr lIns="0" tIns="0" rIns="0" bIns="0">
            <a:spAutoFit/>
          </a:bodyPr>
          <a:lstStyle>
            <a:lvl1pPr marL="0" indent="0" algn="l">
              <a:spcBef>
                <a:spcPts val="0"/>
              </a:spcBef>
              <a:buNone/>
              <a:defRPr sz="2000" baseline="0">
                <a:solidFill>
                  <a:srgbClr val="FFFFFF"/>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sp>
        <p:nvSpPr>
          <p:cNvPr id="95" name="Title 1"/>
          <p:cNvSpPr>
            <a:spLocks noGrp="1"/>
          </p:cNvSpPr>
          <p:nvPr>
            <p:ph type="title"/>
          </p:nvPr>
        </p:nvSpPr>
        <p:spPr>
          <a:xfrm>
            <a:off x="790577" y="751990"/>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grpSp>
        <p:nvGrpSpPr>
          <p:cNvPr id="53" name="Group 52"/>
          <p:cNvGrpSpPr/>
          <p:nvPr userDrawn="1"/>
        </p:nvGrpSpPr>
        <p:grpSpPr>
          <a:xfrm>
            <a:off x="10536564" y="6249825"/>
            <a:ext cx="842637" cy="341479"/>
            <a:chOff x="1938338" y="2368551"/>
            <a:chExt cx="5260976" cy="2132013"/>
          </a:xfrm>
          <a:solidFill>
            <a:srgbClr val="FFFFFF"/>
          </a:solidFill>
        </p:grpSpPr>
        <p:sp>
          <p:nvSpPr>
            <p:cNvPr id="54"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5"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6"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7"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8"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9"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0"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1"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2"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3" name="Rectangle 62"/>
            <p:cNvSpPr>
              <a:spLocks noChangeArrowheads="1"/>
            </p:cNvSpPr>
            <p:nvPr/>
          </p:nvSpPr>
          <p:spPr bwMode="auto">
            <a:xfrm>
              <a:off x="5208588"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4" name="Rectangle 63"/>
            <p:cNvSpPr>
              <a:spLocks noChangeArrowheads="1"/>
            </p:cNvSpPr>
            <p:nvPr/>
          </p:nvSpPr>
          <p:spPr bwMode="auto">
            <a:xfrm>
              <a:off x="6488113"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5" name="Rectangle 64"/>
            <p:cNvSpPr>
              <a:spLocks noChangeArrowheads="1"/>
            </p:cNvSpPr>
            <p:nvPr/>
          </p:nvSpPr>
          <p:spPr bwMode="auto">
            <a:xfrm>
              <a:off x="4924426"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6" name="Rectangle 65"/>
            <p:cNvSpPr>
              <a:spLocks noChangeArrowheads="1"/>
            </p:cNvSpPr>
            <p:nvPr/>
          </p:nvSpPr>
          <p:spPr bwMode="auto">
            <a:xfrm>
              <a:off x="4924426"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7"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8"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9"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0"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1"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2"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3"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4"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5"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6"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7"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8"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9"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0"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1"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2"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3"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4"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5"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6"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7"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8"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9"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0"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1"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2"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3"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grpSp>
      <p:sp>
        <p:nvSpPr>
          <p:cNvPr id="46" name="Rectangle 45"/>
          <p:cNvSpPr/>
          <p:nvPr userDrawn="1"/>
        </p:nvSpPr>
        <p:spPr>
          <a:xfrm>
            <a:off x="817564" y="6490230"/>
            <a:ext cx="1589616" cy="92333"/>
          </a:xfrm>
          <a:prstGeom prst="rect">
            <a:avLst/>
          </a:prstGeom>
        </p:spPr>
        <p:txBody>
          <a:bodyPr wrap="square" lIns="0" tIns="0" rIns="0" bIns="0">
            <a:spAutoFit/>
          </a:bodyPr>
          <a:lstStyle/>
          <a:p>
            <a:r>
              <a:rPr lang="en-US" sz="600">
                <a:solidFill>
                  <a:srgbClr val="FFFFFF"/>
                </a:solidFill>
                <a:latin typeface="Arial" panose="020B0604020202020204" pitchFamily="34" charset="0"/>
                <a:cs typeface="Arial" panose="020B0604020202020204" pitchFamily="34" charset="0"/>
              </a:rPr>
              <a:t>© 2015 IBM Corporation</a:t>
            </a:r>
          </a:p>
        </p:txBody>
      </p:sp>
    </p:spTree>
    <p:extLst>
      <p:ext uri="{BB962C8B-B14F-4D97-AF65-F5344CB8AC3E}">
        <p14:creationId xmlns:p14="http://schemas.microsoft.com/office/powerpoint/2010/main" val="39095278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3"/>
        </a:solidFill>
        <a:effectLst/>
      </p:bgPr>
    </p:bg>
    <p:spTree>
      <p:nvGrpSpPr>
        <p:cNvPr id="1" name=""/>
        <p:cNvGrpSpPr/>
        <p:nvPr/>
      </p:nvGrpSpPr>
      <p:grpSpPr>
        <a:xfrm>
          <a:off x="0" y="0"/>
          <a:ext cx="0" cy="0"/>
          <a:chOff x="0" y="0"/>
          <a:chExt cx="0" cy="0"/>
        </a:xfrm>
      </p:grpSpPr>
      <p:sp>
        <p:nvSpPr>
          <p:cNvPr id="9" name="Rectangle 8"/>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
        <p:nvSpPr>
          <p:cNvPr id="15" name="Freeform 6"/>
          <p:cNvSpPr>
            <a:spLocks/>
          </p:cNvSpPr>
          <p:nvPr userDrawn="1"/>
        </p:nvSpPr>
        <p:spPr bwMode="auto">
          <a:xfrm>
            <a:off x="5875871" y="0"/>
            <a:ext cx="5939367" cy="6858000"/>
          </a:xfrm>
          <a:custGeom>
            <a:avLst/>
            <a:gdLst>
              <a:gd name="T0" fmla="*/ 3743 w 5612"/>
              <a:gd name="T1" fmla="*/ 0 h 6480"/>
              <a:gd name="T2" fmla="*/ 3915 w 5612"/>
              <a:gd name="T3" fmla="*/ 106 h 6480"/>
              <a:gd name="T4" fmla="*/ 4082 w 5612"/>
              <a:gd name="T5" fmla="*/ 222 h 6480"/>
              <a:gd name="T6" fmla="*/ 4243 w 5612"/>
              <a:gd name="T7" fmla="*/ 348 h 6480"/>
              <a:gd name="T8" fmla="*/ 4397 w 5612"/>
              <a:gd name="T9" fmla="*/ 479 h 6480"/>
              <a:gd name="T10" fmla="*/ 4542 w 5612"/>
              <a:gd name="T11" fmla="*/ 621 h 6480"/>
              <a:gd name="T12" fmla="*/ 4679 w 5612"/>
              <a:gd name="T13" fmla="*/ 770 h 6480"/>
              <a:gd name="T14" fmla="*/ 4811 w 5612"/>
              <a:gd name="T15" fmla="*/ 925 h 6480"/>
              <a:gd name="T16" fmla="*/ 4931 w 5612"/>
              <a:gd name="T17" fmla="*/ 1088 h 6480"/>
              <a:gd name="T18" fmla="*/ 5045 w 5612"/>
              <a:gd name="T19" fmla="*/ 1257 h 6480"/>
              <a:gd name="T20" fmla="*/ 5147 w 5612"/>
              <a:gd name="T21" fmla="*/ 1431 h 6480"/>
              <a:gd name="T22" fmla="*/ 5241 w 5612"/>
              <a:gd name="T23" fmla="*/ 1614 h 6480"/>
              <a:gd name="T24" fmla="*/ 5325 w 5612"/>
              <a:gd name="T25" fmla="*/ 1801 h 6480"/>
              <a:gd name="T26" fmla="*/ 5400 w 5612"/>
              <a:gd name="T27" fmla="*/ 1993 h 6480"/>
              <a:gd name="T28" fmla="*/ 5463 w 5612"/>
              <a:gd name="T29" fmla="*/ 2191 h 6480"/>
              <a:gd name="T30" fmla="*/ 5516 w 5612"/>
              <a:gd name="T31" fmla="*/ 2392 h 6480"/>
              <a:gd name="T32" fmla="*/ 5557 w 5612"/>
              <a:gd name="T33" fmla="*/ 2600 h 6480"/>
              <a:gd name="T34" fmla="*/ 5589 w 5612"/>
              <a:gd name="T35" fmla="*/ 2810 h 6480"/>
              <a:gd name="T36" fmla="*/ 5606 w 5612"/>
              <a:gd name="T37" fmla="*/ 3022 h 6480"/>
              <a:gd name="T38" fmla="*/ 5612 w 5612"/>
              <a:gd name="T39" fmla="*/ 3240 h 6480"/>
              <a:gd name="T40" fmla="*/ 5606 w 5612"/>
              <a:gd name="T41" fmla="*/ 3458 h 6480"/>
              <a:gd name="T42" fmla="*/ 5589 w 5612"/>
              <a:gd name="T43" fmla="*/ 3670 h 6480"/>
              <a:gd name="T44" fmla="*/ 5557 w 5612"/>
              <a:gd name="T45" fmla="*/ 3880 h 6480"/>
              <a:gd name="T46" fmla="*/ 5516 w 5612"/>
              <a:gd name="T47" fmla="*/ 4086 h 6480"/>
              <a:gd name="T48" fmla="*/ 5463 w 5612"/>
              <a:gd name="T49" fmla="*/ 4289 h 6480"/>
              <a:gd name="T50" fmla="*/ 5400 w 5612"/>
              <a:gd name="T51" fmla="*/ 4487 h 6480"/>
              <a:gd name="T52" fmla="*/ 5325 w 5612"/>
              <a:gd name="T53" fmla="*/ 4679 h 6480"/>
              <a:gd name="T54" fmla="*/ 5241 w 5612"/>
              <a:gd name="T55" fmla="*/ 4866 h 6480"/>
              <a:gd name="T56" fmla="*/ 5149 w 5612"/>
              <a:gd name="T57" fmla="*/ 5047 h 6480"/>
              <a:gd name="T58" fmla="*/ 5045 w 5612"/>
              <a:gd name="T59" fmla="*/ 5223 h 6480"/>
              <a:gd name="T60" fmla="*/ 4933 w 5612"/>
              <a:gd name="T61" fmla="*/ 5392 h 6480"/>
              <a:gd name="T62" fmla="*/ 4811 w 5612"/>
              <a:gd name="T63" fmla="*/ 5555 h 6480"/>
              <a:gd name="T64" fmla="*/ 4681 w 5612"/>
              <a:gd name="T65" fmla="*/ 5710 h 6480"/>
              <a:gd name="T66" fmla="*/ 4544 w 5612"/>
              <a:gd name="T67" fmla="*/ 5859 h 6480"/>
              <a:gd name="T68" fmla="*/ 4399 w 5612"/>
              <a:gd name="T69" fmla="*/ 5999 h 6480"/>
              <a:gd name="T70" fmla="*/ 4245 w 5612"/>
              <a:gd name="T71" fmla="*/ 6132 h 6480"/>
              <a:gd name="T72" fmla="*/ 4084 w 5612"/>
              <a:gd name="T73" fmla="*/ 6256 h 6480"/>
              <a:gd name="T74" fmla="*/ 3917 w 5612"/>
              <a:gd name="T75" fmla="*/ 6372 h 6480"/>
              <a:gd name="T76" fmla="*/ 3745 w 5612"/>
              <a:gd name="T77" fmla="*/ 6480 h 6480"/>
              <a:gd name="T78" fmla="*/ 0 w 5612"/>
              <a:gd name="T79" fmla="*/ 6480 h 6480"/>
              <a:gd name="T80" fmla="*/ 3743 w 5612"/>
              <a:gd name="T81" fmla="*/ 0 h 6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12" h="6480">
                <a:moveTo>
                  <a:pt x="3743" y="0"/>
                </a:moveTo>
                <a:lnTo>
                  <a:pt x="3915" y="106"/>
                </a:lnTo>
                <a:lnTo>
                  <a:pt x="4082" y="222"/>
                </a:lnTo>
                <a:lnTo>
                  <a:pt x="4243" y="348"/>
                </a:lnTo>
                <a:lnTo>
                  <a:pt x="4397" y="479"/>
                </a:lnTo>
                <a:lnTo>
                  <a:pt x="4542" y="621"/>
                </a:lnTo>
                <a:lnTo>
                  <a:pt x="4679" y="770"/>
                </a:lnTo>
                <a:lnTo>
                  <a:pt x="4811" y="925"/>
                </a:lnTo>
                <a:lnTo>
                  <a:pt x="4931" y="1088"/>
                </a:lnTo>
                <a:lnTo>
                  <a:pt x="5045" y="1257"/>
                </a:lnTo>
                <a:lnTo>
                  <a:pt x="5147" y="1431"/>
                </a:lnTo>
                <a:lnTo>
                  <a:pt x="5241" y="1614"/>
                </a:lnTo>
                <a:lnTo>
                  <a:pt x="5325" y="1801"/>
                </a:lnTo>
                <a:lnTo>
                  <a:pt x="5400" y="1993"/>
                </a:lnTo>
                <a:lnTo>
                  <a:pt x="5463" y="2191"/>
                </a:lnTo>
                <a:lnTo>
                  <a:pt x="5516" y="2392"/>
                </a:lnTo>
                <a:lnTo>
                  <a:pt x="5557" y="2600"/>
                </a:lnTo>
                <a:lnTo>
                  <a:pt x="5589" y="2810"/>
                </a:lnTo>
                <a:lnTo>
                  <a:pt x="5606" y="3022"/>
                </a:lnTo>
                <a:lnTo>
                  <a:pt x="5612" y="3240"/>
                </a:lnTo>
                <a:lnTo>
                  <a:pt x="5606" y="3458"/>
                </a:lnTo>
                <a:lnTo>
                  <a:pt x="5589" y="3670"/>
                </a:lnTo>
                <a:lnTo>
                  <a:pt x="5557" y="3880"/>
                </a:lnTo>
                <a:lnTo>
                  <a:pt x="5516" y="4086"/>
                </a:lnTo>
                <a:lnTo>
                  <a:pt x="5463" y="4289"/>
                </a:lnTo>
                <a:lnTo>
                  <a:pt x="5400" y="4487"/>
                </a:lnTo>
                <a:lnTo>
                  <a:pt x="5325" y="4679"/>
                </a:lnTo>
                <a:lnTo>
                  <a:pt x="5241" y="4866"/>
                </a:lnTo>
                <a:lnTo>
                  <a:pt x="5149" y="5047"/>
                </a:lnTo>
                <a:lnTo>
                  <a:pt x="5045" y="5223"/>
                </a:lnTo>
                <a:lnTo>
                  <a:pt x="4933" y="5392"/>
                </a:lnTo>
                <a:lnTo>
                  <a:pt x="4811" y="5555"/>
                </a:lnTo>
                <a:lnTo>
                  <a:pt x="4681" y="5710"/>
                </a:lnTo>
                <a:lnTo>
                  <a:pt x="4544" y="5859"/>
                </a:lnTo>
                <a:lnTo>
                  <a:pt x="4399" y="5999"/>
                </a:lnTo>
                <a:lnTo>
                  <a:pt x="4245" y="6132"/>
                </a:lnTo>
                <a:lnTo>
                  <a:pt x="4084" y="6256"/>
                </a:lnTo>
                <a:lnTo>
                  <a:pt x="3917" y="6372"/>
                </a:lnTo>
                <a:lnTo>
                  <a:pt x="3745" y="6480"/>
                </a:lnTo>
                <a:lnTo>
                  <a:pt x="0" y="6480"/>
                </a:lnTo>
                <a:lnTo>
                  <a:pt x="3743"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6" name="Subtitle 2"/>
          <p:cNvSpPr>
            <a:spLocks noGrp="1"/>
          </p:cNvSpPr>
          <p:nvPr>
            <p:ph type="subTitle" idx="11"/>
          </p:nvPr>
        </p:nvSpPr>
        <p:spPr>
          <a:xfrm>
            <a:off x="796930" y="2362323"/>
            <a:ext cx="5299073" cy="276999"/>
          </a:xfrm>
        </p:spPr>
        <p:txBody>
          <a:bodyPr lIns="0" tIns="0" rIns="0" bIns="0">
            <a:spAutoFit/>
          </a:bodyPr>
          <a:lstStyle>
            <a:lvl1pPr marL="0" indent="0" algn="l">
              <a:spcBef>
                <a:spcPts val="0"/>
              </a:spcBef>
              <a:buNone/>
              <a:defRPr sz="2000" baseline="0">
                <a:solidFill>
                  <a:srgbClr val="FFFFFF"/>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sp>
        <p:nvSpPr>
          <p:cNvPr id="97" name="Title 1"/>
          <p:cNvSpPr>
            <a:spLocks noGrp="1"/>
          </p:cNvSpPr>
          <p:nvPr>
            <p:ph type="title"/>
          </p:nvPr>
        </p:nvSpPr>
        <p:spPr>
          <a:xfrm>
            <a:off x="790577" y="748366"/>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grpSp>
        <p:nvGrpSpPr>
          <p:cNvPr id="48" name="Group 47"/>
          <p:cNvGrpSpPr/>
          <p:nvPr userDrawn="1"/>
        </p:nvGrpSpPr>
        <p:grpSpPr>
          <a:xfrm>
            <a:off x="8874236" y="6249826"/>
            <a:ext cx="842637" cy="341479"/>
            <a:chOff x="1938338" y="2368551"/>
            <a:chExt cx="5260976" cy="2132013"/>
          </a:xfrm>
          <a:solidFill>
            <a:schemeClr val="accent3"/>
          </a:solidFill>
        </p:grpSpPr>
        <p:sp>
          <p:nvSpPr>
            <p:cNvPr id="49"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0"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1"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2"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3"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4"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8"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9"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0"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1" name="Rectangle 100"/>
            <p:cNvSpPr>
              <a:spLocks noChangeArrowheads="1"/>
            </p:cNvSpPr>
            <p:nvPr/>
          </p:nvSpPr>
          <p:spPr bwMode="auto">
            <a:xfrm>
              <a:off x="5208588"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2" name="Rectangle 101"/>
            <p:cNvSpPr>
              <a:spLocks noChangeArrowheads="1"/>
            </p:cNvSpPr>
            <p:nvPr/>
          </p:nvSpPr>
          <p:spPr bwMode="auto">
            <a:xfrm>
              <a:off x="6488113"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3" name="Rectangle 102"/>
            <p:cNvSpPr>
              <a:spLocks noChangeArrowheads="1"/>
            </p:cNvSpPr>
            <p:nvPr/>
          </p:nvSpPr>
          <p:spPr bwMode="auto">
            <a:xfrm>
              <a:off x="4924426"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4" name="Rectangle 103"/>
            <p:cNvSpPr>
              <a:spLocks noChangeArrowheads="1"/>
            </p:cNvSpPr>
            <p:nvPr/>
          </p:nvSpPr>
          <p:spPr bwMode="auto">
            <a:xfrm>
              <a:off x="4924426"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5"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6"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7"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8"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09"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0"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1"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2"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3"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4"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5"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6"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7"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8"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19"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0"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1"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2"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3"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4"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5"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6"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7"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8"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29"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30"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131"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grpSp>
    </p:spTree>
    <p:extLst>
      <p:ext uri="{BB962C8B-B14F-4D97-AF65-F5344CB8AC3E}">
        <p14:creationId xmlns:p14="http://schemas.microsoft.com/office/powerpoint/2010/main" val="292818904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Option 2">
    <p:bg>
      <p:bgPr>
        <a:solidFill>
          <a:schemeClr val="accent3"/>
        </a:solidFill>
        <a:effectLst/>
      </p:bgPr>
    </p:bg>
    <p:spTree>
      <p:nvGrpSpPr>
        <p:cNvPr id="1" name=""/>
        <p:cNvGrpSpPr/>
        <p:nvPr/>
      </p:nvGrpSpPr>
      <p:grpSpPr>
        <a:xfrm>
          <a:off x="0" y="0"/>
          <a:ext cx="0" cy="0"/>
          <a:chOff x="0" y="0"/>
          <a:chExt cx="0" cy="0"/>
        </a:xfrm>
      </p:grpSpPr>
      <p:sp>
        <p:nvSpPr>
          <p:cNvPr id="14" name="Freeform 7"/>
          <p:cNvSpPr>
            <a:spLocks/>
          </p:cNvSpPr>
          <p:nvPr userDrawn="1"/>
        </p:nvSpPr>
        <p:spPr bwMode="auto">
          <a:xfrm>
            <a:off x="7137400" y="0"/>
            <a:ext cx="5054600" cy="6858000"/>
          </a:xfrm>
          <a:custGeom>
            <a:avLst/>
            <a:gdLst>
              <a:gd name="T0" fmla="*/ 3182 w 4776"/>
              <a:gd name="T1" fmla="*/ 0 h 6480"/>
              <a:gd name="T2" fmla="*/ 3374 w 4776"/>
              <a:gd name="T3" fmla="*/ 6 h 6480"/>
              <a:gd name="T4" fmla="*/ 3563 w 4776"/>
              <a:gd name="T5" fmla="*/ 22 h 6480"/>
              <a:gd name="T6" fmla="*/ 3747 w 4776"/>
              <a:gd name="T7" fmla="*/ 51 h 6480"/>
              <a:gd name="T8" fmla="*/ 3930 w 4776"/>
              <a:gd name="T9" fmla="*/ 88 h 6480"/>
              <a:gd name="T10" fmla="*/ 4109 w 4776"/>
              <a:gd name="T11" fmla="*/ 137 h 6480"/>
              <a:gd name="T12" fmla="*/ 4281 w 4776"/>
              <a:gd name="T13" fmla="*/ 194 h 6480"/>
              <a:gd name="T14" fmla="*/ 4450 w 4776"/>
              <a:gd name="T15" fmla="*/ 263 h 6480"/>
              <a:gd name="T16" fmla="*/ 4615 w 4776"/>
              <a:gd name="T17" fmla="*/ 340 h 6480"/>
              <a:gd name="T18" fmla="*/ 4772 w 4776"/>
              <a:gd name="T19" fmla="*/ 426 h 6480"/>
              <a:gd name="T20" fmla="*/ 4776 w 4776"/>
              <a:gd name="T21" fmla="*/ 426 h 6480"/>
              <a:gd name="T22" fmla="*/ 1590 w 4776"/>
              <a:gd name="T23" fmla="*/ 6480 h 6480"/>
              <a:gd name="T24" fmla="*/ 0 w 4776"/>
              <a:gd name="T25" fmla="*/ 3184 h 6480"/>
              <a:gd name="T26" fmla="*/ 1592 w 4776"/>
              <a:gd name="T27" fmla="*/ 426 h 6480"/>
              <a:gd name="T28" fmla="*/ 1751 w 4776"/>
              <a:gd name="T29" fmla="*/ 340 h 6480"/>
              <a:gd name="T30" fmla="*/ 1914 w 4776"/>
              <a:gd name="T31" fmla="*/ 263 h 6480"/>
              <a:gd name="T32" fmla="*/ 2083 w 4776"/>
              <a:gd name="T33" fmla="*/ 194 h 6480"/>
              <a:gd name="T34" fmla="*/ 2257 w 4776"/>
              <a:gd name="T35" fmla="*/ 137 h 6480"/>
              <a:gd name="T36" fmla="*/ 2434 w 4776"/>
              <a:gd name="T37" fmla="*/ 88 h 6480"/>
              <a:gd name="T38" fmla="*/ 2617 w 4776"/>
              <a:gd name="T39" fmla="*/ 51 h 6480"/>
              <a:gd name="T40" fmla="*/ 2801 w 4776"/>
              <a:gd name="T41" fmla="*/ 22 h 6480"/>
              <a:gd name="T42" fmla="*/ 2990 w 4776"/>
              <a:gd name="T43" fmla="*/ 6 h 6480"/>
              <a:gd name="T44" fmla="*/ 3182 w 4776"/>
              <a:gd name="T45" fmla="*/ 0 h 6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76" h="6480">
                <a:moveTo>
                  <a:pt x="3182" y="0"/>
                </a:moveTo>
                <a:lnTo>
                  <a:pt x="3374" y="6"/>
                </a:lnTo>
                <a:lnTo>
                  <a:pt x="3563" y="22"/>
                </a:lnTo>
                <a:lnTo>
                  <a:pt x="3747" y="51"/>
                </a:lnTo>
                <a:lnTo>
                  <a:pt x="3930" y="88"/>
                </a:lnTo>
                <a:lnTo>
                  <a:pt x="4109" y="137"/>
                </a:lnTo>
                <a:lnTo>
                  <a:pt x="4281" y="194"/>
                </a:lnTo>
                <a:lnTo>
                  <a:pt x="4450" y="263"/>
                </a:lnTo>
                <a:lnTo>
                  <a:pt x="4615" y="340"/>
                </a:lnTo>
                <a:lnTo>
                  <a:pt x="4772" y="426"/>
                </a:lnTo>
                <a:lnTo>
                  <a:pt x="4776" y="426"/>
                </a:lnTo>
                <a:lnTo>
                  <a:pt x="1590" y="6480"/>
                </a:lnTo>
                <a:lnTo>
                  <a:pt x="0" y="3184"/>
                </a:lnTo>
                <a:lnTo>
                  <a:pt x="1592" y="426"/>
                </a:lnTo>
                <a:lnTo>
                  <a:pt x="1751" y="340"/>
                </a:lnTo>
                <a:lnTo>
                  <a:pt x="1914" y="263"/>
                </a:lnTo>
                <a:lnTo>
                  <a:pt x="2083" y="194"/>
                </a:lnTo>
                <a:lnTo>
                  <a:pt x="2257" y="137"/>
                </a:lnTo>
                <a:lnTo>
                  <a:pt x="2434" y="88"/>
                </a:lnTo>
                <a:lnTo>
                  <a:pt x="2617" y="51"/>
                </a:lnTo>
                <a:lnTo>
                  <a:pt x="2801" y="22"/>
                </a:lnTo>
                <a:lnTo>
                  <a:pt x="2990" y="6"/>
                </a:lnTo>
                <a:lnTo>
                  <a:pt x="3182"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7" name="Subtitle 2"/>
          <p:cNvSpPr>
            <a:spLocks noGrp="1"/>
          </p:cNvSpPr>
          <p:nvPr>
            <p:ph type="subTitle" idx="11"/>
          </p:nvPr>
        </p:nvSpPr>
        <p:spPr>
          <a:xfrm>
            <a:off x="796930" y="2361547"/>
            <a:ext cx="5299073" cy="276999"/>
          </a:xfrm>
        </p:spPr>
        <p:txBody>
          <a:bodyPr lIns="0" tIns="0" rIns="0" bIns="0">
            <a:spAutoFit/>
          </a:bodyPr>
          <a:lstStyle>
            <a:lvl1pPr marL="0" indent="0" algn="l">
              <a:spcBef>
                <a:spcPts val="0"/>
              </a:spcBef>
              <a:buNone/>
              <a:defRPr sz="2000" baseline="0">
                <a:solidFill>
                  <a:srgbClr val="FFFFFF"/>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sp>
        <p:nvSpPr>
          <p:cNvPr id="58" name="Title 1"/>
          <p:cNvSpPr>
            <a:spLocks noGrp="1"/>
          </p:cNvSpPr>
          <p:nvPr>
            <p:ph type="title"/>
          </p:nvPr>
        </p:nvSpPr>
        <p:spPr>
          <a:xfrm>
            <a:off x="790577" y="751990"/>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grpSp>
        <p:nvGrpSpPr>
          <p:cNvPr id="55" name="Group 54"/>
          <p:cNvGrpSpPr/>
          <p:nvPr userDrawn="1"/>
        </p:nvGrpSpPr>
        <p:grpSpPr>
          <a:xfrm>
            <a:off x="7607716" y="3283613"/>
            <a:ext cx="842637" cy="341479"/>
            <a:chOff x="1938338" y="2368551"/>
            <a:chExt cx="5260976" cy="2132013"/>
          </a:xfrm>
          <a:solidFill>
            <a:schemeClr val="accent3"/>
          </a:solidFill>
        </p:grpSpPr>
        <p:sp>
          <p:nvSpPr>
            <p:cNvPr id="56"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9"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0"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1"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2"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3"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4"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5"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6"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7" name="Rectangle 66"/>
            <p:cNvSpPr>
              <a:spLocks noChangeArrowheads="1"/>
            </p:cNvSpPr>
            <p:nvPr/>
          </p:nvSpPr>
          <p:spPr bwMode="auto">
            <a:xfrm>
              <a:off x="5208588"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8" name="Rectangle 67"/>
            <p:cNvSpPr>
              <a:spLocks noChangeArrowheads="1"/>
            </p:cNvSpPr>
            <p:nvPr/>
          </p:nvSpPr>
          <p:spPr bwMode="auto">
            <a:xfrm>
              <a:off x="6488113"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9" name="Rectangle 68"/>
            <p:cNvSpPr>
              <a:spLocks noChangeArrowheads="1"/>
            </p:cNvSpPr>
            <p:nvPr/>
          </p:nvSpPr>
          <p:spPr bwMode="auto">
            <a:xfrm>
              <a:off x="4924426"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0" name="Rectangle 69"/>
            <p:cNvSpPr>
              <a:spLocks noChangeArrowheads="1"/>
            </p:cNvSpPr>
            <p:nvPr/>
          </p:nvSpPr>
          <p:spPr bwMode="auto">
            <a:xfrm>
              <a:off x="4924426"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1"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2"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3"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4"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5"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6"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7"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8"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9"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0"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1"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2"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3"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4"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5"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6"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7"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8"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9"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0"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1"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2"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3"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4"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5"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6"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7"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grpSp>
      <p:sp>
        <p:nvSpPr>
          <p:cNvPr id="47" name="Rectangle 46"/>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182229997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Title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4" name="Subtitle 2"/>
          <p:cNvSpPr>
            <a:spLocks noGrp="1"/>
          </p:cNvSpPr>
          <p:nvPr>
            <p:ph type="subTitle" idx="11"/>
          </p:nvPr>
        </p:nvSpPr>
        <p:spPr>
          <a:xfrm>
            <a:off x="796930" y="2360030"/>
            <a:ext cx="5299073" cy="276999"/>
          </a:xfrm>
        </p:spPr>
        <p:txBody>
          <a:bodyPr lIns="0" tIns="0" rIns="0" bIns="0">
            <a:spAutoFit/>
          </a:bodyPr>
          <a:lstStyle>
            <a:lvl1pPr marL="0" indent="0" algn="l">
              <a:spcBef>
                <a:spcPts val="0"/>
              </a:spcBef>
              <a:buNone/>
              <a:defRPr sz="2000" baseline="0">
                <a:solidFill>
                  <a:srgbClr val="FFFFFF"/>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sp>
        <p:nvSpPr>
          <p:cNvPr id="95" name="Title 1"/>
          <p:cNvSpPr>
            <a:spLocks noGrp="1"/>
          </p:cNvSpPr>
          <p:nvPr>
            <p:ph type="title"/>
          </p:nvPr>
        </p:nvSpPr>
        <p:spPr>
          <a:xfrm>
            <a:off x="790577" y="751990"/>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grpSp>
        <p:nvGrpSpPr>
          <p:cNvPr id="53" name="Group 52"/>
          <p:cNvGrpSpPr/>
          <p:nvPr userDrawn="1"/>
        </p:nvGrpSpPr>
        <p:grpSpPr>
          <a:xfrm>
            <a:off x="10536564" y="6249826"/>
            <a:ext cx="842637" cy="341479"/>
            <a:chOff x="1938338" y="2368551"/>
            <a:chExt cx="5260976" cy="2132013"/>
          </a:xfrm>
          <a:solidFill>
            <a:srgbClr val="FFFFFF"/>
          </a:solidFill>
        </p:grpSpPr>
        <p:sp>
          <p:nvSpPr>
            <p:cNvPr id="54"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5"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6"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7"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8"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59"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0"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1"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2"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3" name="Rectangle 62"/>
            <p:cNvSpPr>
              <a:spLocks noChangeArrowheads="1"/>
            </p:cNvSpPr>
            <p:nvPr/>
          </p:nvSpPr>
          <p:spPr bwMode="auto">
            <a:xfrm>
              <a:off x="5208588"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4" name="Rectangle 63"/>
            <p:cNvSpPr>
              <a:spLocks noChangeArrowheads="1"/>
            </p:cNvSpPr>
            <p:nvPr/>
          </p:nvSpPr>
          <p:spPr bwMode="auto">
            <a:xfrm>
              <a:off x="6488113"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5" name="Rectangle 64"/>
            <p:cNvSpPr>
              <a:spLocks noChangeArrowheads="1"/>
            </p:cNvSpPr>
            <p:nvPr/>
          </p:nvSpPr>
          <p:spPr bwMode="auto">
            <a:xfrm>
              <a:off x="4924426"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6" name="Rectangle 65"/>
            <p:cNvSpPr>
              <a:spLocks noChangeArrowheads="1"/>
            </p:cNvSpPr>
            <p:nvPr/>
          </p:nvSpPr>
          <p:spPr bwMode="auto">
            <a:xfrm>
              <a:off x="4924426"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7"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8"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69"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0"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1"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2"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3"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4"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5"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6"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7"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8"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79"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0"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1"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2"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3"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4"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5"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6"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7"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8"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89"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0"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1"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2"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sp>
          <p:nvSpPr>
            <p:cNvPr id="93"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solidFill>
                  <a:srgbClr val="6D7777"/>
                </a:solidFill>
                <a:latin typeface="Arial"/>
              </a:endParaRPr>
            </a:p>
          </p:txBody>
        </p:sp>
      </p:grpSp>
      <p:sp>
        <p:nvSpPr>
          <p:cNvPr id="46" name="Rectangle 45"/>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33176036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vider-Dark">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51987"/>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sp>
        <p:nvSpPr>
          <p:cNvPr id="10" name="Subtitle 2"/>
          <p:cNvSpPr>
            <a:spLocks noGrp="1"/>
          </p:cNvSpPr>
          <p:nvPr>
            <p:ph type="subTitle" idx="11"/>
          </p:nvPr>
        </p:nvSpPr>
        <p:spPr>
          <a:xfrm>
            <a:off x="796929" y="2360715"/>
            <a:ext cx="5291667" cy="276999"/>
          </a:xfrm>
        </p:spPr>
        <p:txBody>
          <a:bodyPr lIns="0" tIns="0" rIns="0" bIns="0">
            <a:spAutoFit/>
          </a:bodyPr>
          <a:lstStyle>
            <a:lvl1pPr marL="0" indent="0" algn="l">
              <a:buNone/>
              <a:defRPr sz="2000" baseline="0">
                <a:solidFill>
                  <a:schemeClr val="accent5"/>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pic>
        <p:nvPicPr>
          <p:cNvPr id="7" name="Content Placeholder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91200" y="1"/>
            <a:ext cx="6400800" cy="6860451"/>
          </a:xfrm>
          <a:prstGeom prst="rect">
            <a:avLst/>
          </a:prstGeom>
        </p:spPr>
      </p:pic>
      <p:sp>
        <p:nvSpPr>
          <p:cNvPr id="12" name="Rectangle 11"/>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FFFFFF"/>
                </a:solidFill>
                <a:latin typeface="Arial"/>
                <a:cs typeface="Arial" panose="020B0604020202020204" pitchFamily="34" charset="0"/>
              </a:rPr>
              <a:pPr/>
              <a:t>‹#›</a:t>
            </a:fld>
            <a:endParaRPr lang="en-US" sz="600">
              <a:solidFill>
                <a:srgbClr val="FFFFFF"/>
              </a:solidFill>
              <a:latin typeface="Arial"/>
              <a:cs typeface="Arial" panose="020B0604020202020204" pitchFamily="34" charset="0"/>
            </a:endParaRPr>
          </a:p>
        </p:txBody>
      </p:sp>
      <p:sp>
        <p:nvSpPr>
          <p:cNvPr id="13" name="Rectangle 12"/>
          <p:cNvSpPr/>
          <p:nvPr userDrawn="1"/>
        </p:nvSpPr>
        <p:spPr>
          <a:xfrm>
            <a:off x="3454934" y="6490231"/>
            <a:ext cx="261527"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Page</a:t>
            </a:r>
          </a:p>
        </p:txBody>
      </p:sp>
      <p:sp>
        <p:nvSpPr>
          <p:cNvPr id="14" name="Rectangle 13"/>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204098382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ivider-Bright">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51994"/>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sp>
        <p:nvSpPr>
          <p:cNvPr id="10" name="Subtitle 2"/>
          <p:cNvSpPr>
            <a:spLocks noGrp="1"/>
          </p:cNvSpPr>
          <p:nvPr>
            <p:ph type="subTitle" idx="11"/>
          </p:nvPr>
        </p:nvSpPr>
        <p:spPr>
          <a:xfrm>
            <a:off x="801161" y="2364130"/>
            <a:ext cx="5291667" cy="276999"/>
          </a:xfrm>
        </p:spPr>
        <p:txBody>
          <a:bodyPr lIns="0" tIns="0" rIns="0" bIns="0">
            <a:spAutoFit/>
          </a:bodyPr>
          <a:lstStyle>
            <a:lvl1pPr marL="0" indent="0" algn="l">
              <a:buNone/>
              <a:defRPr sz="2000" baseline="0">
                <a:solidFill>
                  <a:schemeClr val="accent3"/>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pic>
        <p:nvPicPr>
          <p:cNvPr id="7" name="Content Placeholder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91200" y="1"/>
            <a:ext cx="6400800" cy="6860451"/>
          </a:xfrm>
          <a:prstGeom prst="rect">
            <a:avLst/>
          </a:prstGeom>
        </p:spPr>
      </p:pic>
      <p:sp>
        <p:nvSpPr>
          <p:cNvPr id="14" name="Rectangle 13"/>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FFFFFF"/>
                </a:solidFill>
                <a:latin typeface="Arial"/>
                <a:cs typeface="Arial" panose="020B0604020202020204" pitchFamily="34" charset="0"/>
              </a:rPr>
              <a:pPr/>
              <a:t>‹#›</a:t>
            </a:fld>
            <a:endParaRPr lang="en-US" sz="600">
              <a:solidFill>
                <a:srgbClr val="FFFFFF"/>
              </a:solidFill>
              <a:latin typeface="Arial"/>
              <a:cs typeface="Arial" panose="020B0604020202020204" pitchFamily="34" charset="0"/>
            </a:endParaRPr>
          </a:p>
        </p:txBody>
      </p:sp>
      <p:sp>
        <p:nvSpPr>
          <p:cNvPr id="15" name="Rectangle 14"/>
          <p:cNvSpPr/>
          <p:nvPr userDrawn="1"/>
        </p:nvSpPr>
        <p:spPr>
          <a:xfrm>
            <a:off x="3454934" y="6490231"/>
            <a:ext cx="261527"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Page</a:t>
            </a:r>
          </a:p>
        </p:txBody>
      </p:sp>
      <p:sp>
        <p:nvSpPr>
          <p:cNvPr id="16" name="Rectangle 15"/>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18834956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8 pt Title and Content">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51299"/>
            <a:ext cx="5283200" cy="477054"/>
          </a:xfrm>
        </p:spPr>
        <p:txBody>
          <a:bodyPr>
            <a:spAutoFit/>
          </a:bodyPr>
          <a:lstStyle>
            <a:lvl1pPr algn="l" defTabSz="914354" rtl="0" eaLnBrk="1" latinLnBrk="0" hangingPunct="1">
              <a:lnSpc>
                <a:spcPts val="3000"/>
              </a:lnSpc>
              <a:spcBef>
                <a:spcPct val="0"/>
              </a:spcBef>
              <a:buNone/>
              <a:defRPr lang="en-US" sz="2800" kern="1200" baseline="0" dirty="0">
                <a:solidFill>
                  <a:srgbClr val="FFFFFF"/>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6601887" y="792434"/>
            <a:ext cx="4777316" cy="1452705"/>
          </a:xfrm>
        </p:spPr>
        <p:txBody>
          <a:bodyPr wrap="square">
            <a:spAutoFit/>
          </a:bodyPr>
          <a:lstStyle>
            <a:lvl1pPr marL="228589" indent="-228589">
              <a:spcBef>
                <a:spcPts val="1800"/>
              </a:spcBef>
              <a:defRPr sz="2000" baseline="0">
                <a:solidFill>
                  <a:srgbClr val="FFFFFF"/>
                </a:solidFill>
              </a:defRPr>
            </a:lvl1pPr>
            <a:lvl2pPr>
              <a:defRPr baseline="0">
                <a:solidFill>
                  <a:srgbClr val="FFFFFF"/>
                </a:solidFill>
              </a:defRPr>
            </a:lvl2pPr>
            <a:lvl3pPr>
              <a:defRPr baseline="0">
                <a:solidFill>
                  <a:srgbClr val="FFFFFF"/>
                </a:solidFill>
              </a:defRPr>
            </a:lvl3pPr>
            <a:lvl4pPr>
              <a:defRPr baseline="0">
                <a:solidFill>
                  <a:srgbClr val="FFFFFF"/>
                </a:solidFill>
              </a:defRPr>
            </a:lvl4pPr>
            <a:lvl5pPr>
              <a:defRPr baseline="0">
                <a:solidFill>
                  <a:srgbClr val="FFFFFF"/>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ubtitle 2"/>
          <p:cNvSpPr>
            <a:spLocks noGrp="1"/>
          </p:cNvSpPr>
          <p:nvPr>
            <p:ph type="subTitle" idx="11"/>
          </p:nvPr>
        </p:nvSpPr>
        <p:spPr>
          <a:xfrm>
            <a:off x="801161" y="2358011"/>
            <a:ext cx="5291667" cy="276999"/>
          </a:xfrm>
        </p:spPr>
        <p:txBody>
          <a:bodyPr lIns="0" tIns="0" rIns="0" bIns="0">
            <a:spAutoFit/>
          </a:bodyPr>
          <a:lstStyle>
            <a:lvl1pPr marL="0" indent="0" algn="l">
              <a:buNone/>
              <a:defRPr sz="2000" baseline="0">
                <a:solidFill>
                  <a:schemeClr val="accent5"/>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dirty="0"/>
              <a:t>Click to edit Master subtitle style</a:t>
            </a:r>
          </a:p>
        </p:txBody>
      </p:sp>
      <p:sp>
        <p:nvSpPr>
          <p:cNvPr id="12" name="Rectangle 11"/>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FFFFFF"/>
                </a:solidFill>
                <a:latin typeface="Arial"/>
                <a:cs typeface="Arial" panose="020B0604020202020204" pitchFamily="34" charset="0"/>
              </a:rPr>
              <a:pPr/>
              <a:t>‹#›</a:t>
            </a:fld>
            <a:endParaRPr lang="en-US" sz="600">
              <a:solidFill>
                <a:srgbClr val="FFFFFF"/>
              </a:solidFill>
              <a:latin typeface="Arial"/>
              <a:cs typeface="Arial" panose="020B0604020202020204" pitchFamily="34" charset="0"/>
            </a:endParaRPr>
          </a:p>
        </p:txBody>
      </p:sp>
      <p:sp>
        <p:nvSpPr>
          <p:cNvPr id="13" name="Rectangle 12"/>
          <p:cNvSpPr/>
          <p:nvPr userDrawn="1"/>
        </p:nvSpPr>
        <p:spPr>
          <a:xfrm>
            <a:off x="3454934" y="6490231"/>
            <a:ext cx="261527"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Page</a:t>
            </a:r>
          </a:p>
        </p:txBody>
      </p:sp>
      <p:sp>
        <p:nvSpPr>
          <p:cNvPr id="15" name="Rectangle 14"/>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316603564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ide by s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51493"/>
            <a:ext cx="4978400" cy="477054"/>
          </a:xfrm>
        </p:spPr>
        <p:txBody>
          <a:bodyPr>
            <a:spAutoFit/>
          </a:bodyPr>
          <a:lstStyle>
            <a:lvl1pPr>
              <a:lnSpc>
                <a:spcPts val="3000"/>
              </a:lnSpc>
              <a:defRPr sz="2800" baseline="0">
                <a:solidFill>
                  <a:schemeClr val="accent5"/>
                </a:solidFill>
              </a:defRPr>
            </a:lvl1pPr>
          </a:lstStyle>
          <a:p>
            <a:r>
              <a:rPr lang="en-US" dirty="0"/>
              <a:t>Click to edit Master title</a:t>
            </a:r>
          </a:p>
        </p:txBody>
      </p:sp>
      <p:sp>
        <p:nvSpPr>
          <p:cNvPr id="11" name="Text Placeholder 5"/>
          <p:cNvSpPr>
            <a:spLocks noGrp="1"/>
          </p:cNvSpPr>
          <p:nvPr>
            <p:ph type="body" sz="quarter" idx="11"/>
          </p:nvPr>
        </p:nvSpPr>
        <p:spPr>
          <a:xfrm>
            <a:off x="6604000" y="2034550"/>
            <a:ext cx="4775200" cy="258532"/>
          </a:xfrm>
        </p:spPr>
        <p:txBody>
          <a:bodyPr>
            <a:spAutoFit/>
          </a:bodyPr>
          <a:lstStyle>
            <a:lvl1pPr marL="171442" indent="-171442">
              <a:spcBef>
                <a:spcPts val="0"/>
              </a:spcBef>
              <a:spcAft>
                <a:spcPts val="1200"/>
              </a:spcAft>
              <a:buFont typeface="Arial" panose="020B0604020202020204" pitchFamily="34" charset="0"/>
              <a:buChar char="–"/>
              <a:defRPr sz="12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73" y="793383"/>
            <a:ext cx="4775200" cy="477054"/>
          </a:xfrm>
        </p:spPr>
        <p:txBody>
          <a:bodyPr>
            <a:spAutoFit/>
          </a:bodyPr>
          <a:lstStyle>
            <a:lvl1pPr marL="0" indent="0">
              <a:lnSpc>
                <a:spcPts val="3000"/>
              </a:lnSpc>
              <a:spcBef>
                <a:spcPts val="1800"/>
              </a:spcBef>
              <a:buFont typeface="Arial" panose="020B0604020202020204" pitchFamily="34" charset="0"/>
              <a:buNone/>
              <a:defRPr sz="2800"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4" name="Text Placeholder 5"/>
          <p:cNvSpPr>
            <a:spLocks noGrp="1"/>
          </p:cNvSpPr>
          <p:nvPr>
            <p:ph type="body" sz="quarter" idx="13"/>
          </p:nvPr>
        </p:nvSpPr>
        <p:spPr>
          <a:xfrm>
            <a:off x="812800" y="2034550"/>
            <a:ext cx="4978400" cy="258532"/>
          </a:xfrm>
        </p:spPr>
        <p:txBody>
          <a:bodyPr>
            <a:spAutoFit/>
          </a:bodyPr>
          <a:lstStyle>
            <a:lvl1pPr marL="171442" indent="-171442">
              <a:spcBef>
                <a:spcPts val="0"/>
              </a:spcBef>
              <a:spcAft>
                <a:spcPts val="1200"/>
              </a:spcAft>
              <a:buFont typeface="Arial" panose="020B0604020202020204" pitchFamily="34" charset="0"/>
              <a:buChar char="–"/>
              <a:defRPr sz="12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0" name="Rectangle 9"/>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5" name="Rectangle 14"/>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18" name="Rectangle 17"/>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36740088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hart sl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949337"/>
            <a:ext cx="3652307" cy="477054"/>
          </a:xfrm>
        </p:spPr>
        <p:txBody>
          <a:bodyPr>
            <a:spAutoFit/>
          </a:bodyPr>
          <a:lstStyle>
            <a:lvl1pPr>
              <a:lnSpc>
                <a:spcPts val="3000"/>
              </a:lnSpc>
              <a:defRPr sz="2800" baseline="0">
                <a:solidFill>
                  <a:schemeClr val="bg1"/>
                </a:solidFill>
              </a:defRPr>
            </a:lvl1pPr>
          </a:lstStyle>
          <a:p>
            <a:r>
              <a:rPr lang="en-US" dirty="0"/>
              <a:t>Click to edit Master title</a:t>
            </a:r>
          </a:p>
        </p:txBody>
      </p:sp>
      <p:sp>
        <p:nvSpPr>
          <p:cNvPr id="4" name="Chart Placeholder 3"/>
          <p:cNvSpPr>
            <a:spLocks noGrp="1"/>
          </p:cNvSpPr>
          <p:nvPr>
            <p:ph type="chart" sz="quarter" idx="11"/>
          </p:nvPr>
        </p:nvSpPr>
        <p:spPr>
          <a:xfrm>
            <a:off x="4442887" y="792264"/>
            <a:ext cx="6936316" cy="307777"/>
          </a:xfrm>
        </p:spPr>
        <p:txBody>
          <a:bodyPr/>
          <a:lstStyle/>
          <a:p>
            <a:endParaRPr lang="en-US"/>
          </a:p>
        </p:txBody>
      </p:sp>
      <p:sp>
        <p:nvSpPr>
          <p:cNvPr id="10" name="Rectangle 9"/>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1" name="Rectangle 10"/>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13" name="Rectangle 12"/>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15463366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able sl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48930"/>
            <a:ext cx="5283200" cy="477054"/>
          </a:xfrm>
        </p:spPr>
        <p:txBody>
          <a:bodyPr>
            <a:spAutoFit/>
          </a:bodyPr>
          <a:lstStyle>
            <a:lvl1pPr>
              <a:lnSpc>
                <a:spcPts val="3000"/>
              </a:lnSpc>
              <a:defRPr sz="2800" baseline="0">
                <a:solidFill>
                  <a:schemeClr val="bg1"/>
                </a:solidFill>
              </a:defRPr>
            </a:lvl1pPr>
          </a:lstStyle>
          <a:p>
            <a:r>
              <a:rPr lang="en-US" dirty="0"/>
              <a:t>Click to edit Master title</a:t>
            </a:r>
          </a:p>
        </p:txBody>
      </p:sp>
      <p:sp>
        <p:nvSpPr>
          <p:cNvPr id="19" name="Table Placeholder 18"/>
          <p:cNvSpPr>
            <a:spLocks noGrp="1"/>
          </p:cNvSpPr>
          <p:nvPr>
            <p:ph type="tbl" sz="quarter" idx="11"/>
          </p:nvPr>
        </p:nvSpPr>
        <p:spPr>
          <a:xfrm>
            <a:off x="812800" y="1736449"/>
            <a:ext cx="10566400" cy="307777"/>
          </a:xfrm>
        </p:spPr>
        <p:txBody>
          <a:bodyPr/>
          <a:lstStyle>
            <a:lvl1pPr>
              <a:defRPr baseline="0">
                <a:solidFill>
                  <a:schemeClr val="bg1"/>
                </a:solidFill>
              </a:defRPr>
            </a:lvl1pPr>
          </a:lstStyle>
          <a:p>
            <a:endParaRPr lang="en-US"/>
          </a:p>
        </p:txBody>
      </p:sp>
      <p:sp>
        <p:nvSpPr>
          <p:cNvPr id="10" name="Rectangle 9"/>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1" name="Rectangle 10"/>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13" name="Rectangle 12"/>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276830170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col">
    <p:bg>
      <p:bgPr>
        <a:solidFill>
          <a:srgbClr val="FFFFFF"/>
        </a:solidFill>
        <a:effectLst/>
      </p:bgPr>
    </p:bg>
    <p:spTree>
      <p:nvGrpSpPr>
        <p:cNvPr id="1" name=""/>
        <p:cNvGrpSpPr/>
        <p:nvPr/>
      </p:nvGrpSpPr>
      <p:grpSpPr>
        <a:xfrm>
          <a:off x="0" y="0"/>
          <a:ext cx="0" cy="0"/>
          <a:chOff x="0" y="0"/>
          <a:chExt cx="0" cy="0"/>
        </a:xfrm>
      </p:grpSpPr>
      <p:sp>
        <p:nvSpPr>
          <p:cNvPr id="13" name="Text Placeholder 5"/>
          <p:cNvSpPr>
            <a:spLocks noGrp="1"/>
          </p:cNvSpPr>
          <p:nvPr>
            <p:ph type="body" sz="quarter" idx="12"/>
          </p:nvPr>
        </p:nvSpPr>
        <p:spPr>
          <a:xfrm>
            <a:off x="792187" y="787837"/>
            <a:ext cx="3243072" cy="374461"/>
          </a:xfrm>
        </p:spPr>
        <p:txBody>
          <a:bodyPr>
            <a:spAutoFit/>
          </a:bodyPr>
          <a:lstStyle>
            <a:lvl1pPr marL="0" indent="0">
              <a:lnSpc>
                <a:spcPts val="2200"/>
              </a:lnSpc>
              <a:spcBef>
                <a:spcPts val="1800"/>
              </a:spcBef>
              <a:buFont typeface="Arial" panose="020B0604020202020204" pitchFamily="34" charset="0"/>
              <a:buNone/>
              <a:defRPr sz="2000"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4" name="Text Placeholder 3"/>
          <p:cNvSpPr>
            <a:spLocks noGrp="1"/>
          </p:cNvSpPr>
          <p:nvPr>
            <p:ph type="body" sz="quarter" idx="13"/>
          </p:nvPr>
        </p:nvSpPr>
        <p:spPr>
          <a:xfrm>
            <a:off x="808059" y="2016054"/>
            <a:ext cx="3243072" cy="1159292"/>
          </a:xfrm>
        </p:spPr>
        <p:txBody>
          <a:bodyPr>
            <a:spAutoFit/>
          </a:bodyPr>
          <a:lstStyle>
            <a:lvl1pPr marL="171442" indent="-171442">
              <a:spcBef>
                <a:spcPts val="1200"/>
              </a:spcBef>
              <a:defRPr sz="1200" baseline="0">
                <a:solidFill>
                  <a:schemeClr val="bg1"/>
                </a:solidFill>
              </a:defRPr>
            </a:lvl1pPr>
            <a:lvl2pPr marL="292086" indent="-114294">
              <a:defRPr sz="1200" baseline="0">
                <a:solidFill>
                  <a:schemeClr val="bg1"/>
                </a:solidFill>
              </a:defRPr>
            </a:lvl2pPr>
            <a:lvl3pPr marL="457178" indent="-165092">
              <a:defRPr sz="1200" baseline="0">
                <a:solidFill>
                  <a:schemeClr val="bg1"/>
                </a:solidFill>
              </a:defRPr>
            </a:lvl3pPr>
            <a:lvl4pPr marL="622268" indent="-165092">
              <a:defRPr sz="1200" baseline="0">
                <a:solidFill>
                  <a:schemeClr val="bg1"/>
                </a:solidFill>
              </a:defRPr>
            </a:lvl4pPr>
            <a:lvl5pPr marL="774662" indent="-139694">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5"/>
          <p:cNvSpPr>
            <a:spLocks noGrp="1"/>
          </p:cNvSpPr>
          <p:nvPr>
            <p:ph type="body" sz="quarter" idx="14"/>
          </p:nvPr>
        </p:nvSpPr>
        <p:spPr>
          <a:xfrm>
            <a:off x="4446209" y="787837"/>
            <a:ext cx="3243072" cy="374461"/>
          </a:xfrm>
        </p:spPr>
        <p:txBody>
          <a:bodyPr>
            <a:spAutoFit/>
          </a:bodyPr>
          <a:lstStyle>
            <a:lvl1pPr marL="0" indent="0">
              <a:lnSpc>
                <a:spcPts val="2200"/>
              </a:lnSpc>
              <a:spcBef>
                <a:spcPts val="1800"/>
              </a:spcBef>
              <a:buFont typeface="Arial" panose="020B0604020202020204" pitchFamily="34" charset="0"/>
              <a:buNone/>
              <a:defRPr sz="2000"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9" name="Text Placeholder 3"/>
          <p:cNvSpPr>
            <a:spLocks noGrp="1"/>
          </p:cNvSpPr>
          <p:nvPr>
            <p:ph type="body" sz="quarter" idx="15"/>
          </p:nvPr>
        </p:nvSpPr>
        <p:spPr>
          <a:xfrm>
            <a:off x="4446208" y="2016054"/>
            <a:ext cx="3243072" cy="1159292"/>
          </a:xfrm>
        </p:spPr>
        <p:txBody>
          <a:bodyPr>
            <a:spAutoFit/>
          </a:bodyPr>
          <a:lstStyle>
            <a:lvl1pPr marL="171442" indent="-171442">
              <a:spcBef>
                <a:spcPts val="1200"/>
              </a:spcBef>
              <a:defRPr sz="1200" baseline="0">
                <a:solidFill>
                  <a:schemeClr val="bg1"/>
                </a:solidFill>
              </a:defRPr>
            </a:lvl1pPr>
            <a:lvl2pPr marL="292086" indent="-114294">
              <a:defRPr sz="1200" baseline="0">
                <a:solidFill>
                  <a:schemeClr val="bg1"/>
                </a:solidFill>
              </a:defRPr>
            </a:lvl2pPr>
            <a:lvl3pPr marL="457178" indent="-165092">
              <a:defRPr sz="1200" baseline="0">
                <a:solidFill>
                  <a:schemeClr val="bg1"/>
                </a:solidFill>
              </a:defRPr>
            </a:lvl3pPr>
            <a:lvl4pPr marL="622268" indent="-165092">
              <a:defRPr sz="1200" baseline="0">
                <a:solidFill>
                  <a:schemeClr val="bg1"/>
                </a:solidFill>
              </a:defRPr>
            </a:lvl4pPr>
            <a:lvl5pPr marL="774662" indent="-139694">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5"/>
          <p:cNvSpPr>
            <a:spLocks noGrp="1"/>
          </p:cNvSpPr>
          <p:nvPr>
            <p:ph type="body" sz="quarter" idx="16"/>
          </p:nvPr>
        </p:nvSpPr>
        <p:spPr>
          <a:xfrm>
            <a:off x="8048169" y="787837"/>
            <a:ext cx="3243072" cy="374461"/>
          </a:xfrm>
        </p:spPr>
        <p:txBody>
          <a:bodyPr>
            <a:spAutoFit/>
          </a:bodyPr>
          <a:lstStyle>
            <a:lvl1pPr marL="0" indent="0">
              <a:lnSpc>
                <a:spcPts val="2200"/>
              </a:lnSpc>
              <a:spcBef>
                <a:spcPts val="1800"/>
              </a:spcBef>
              <a:buFont typeface="Arial" panose="020B0604020202020204" pitchFamily="34" charset="0"/>
              <a:buNone/>
              <a:defRPr sz="2000"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21" name="Text Placeholder 3"/>
          <p:cNvSpPr>
            <a:spLocks noGrp="1"/>
          </p:cNvSpPr>
          <p:nvPr>
            <p:ph type="body" sz="quarter" idx="17"/>
          </p:nvPr>
        </p:nvSpPr>
        <p:spPr>
          <a:xfrm>
            <a:off x="8048168" y="2016054"/>
            <a:ext cx="3243072" cy="1159292"/>
          </a:xfrm>
        </p:spPr>
        <p:txBody>
          <a:bodyPr>
            <a:spAutoFit/>
          </a:bodyPr>
          <a:lstStyle>
            <a:lvl1pPr marL="171442" indent="-171442">
              <a:spcBef>
                <a:spcPts val="1200"/>
              </a:spcBef>
              <a:defRPr sz="1200" baseline="0">
                <a:solidFill>
                  <a:schemeClr val="bg1"/>
                </a:solidFill>
              </a:defRPr>
            </a:lvl1pPr>
            <a:lvl2pPr marL="292086" indent="-114294">
              <a:defRPr sz="1200" baseline="0">
                <a:solidFill>
                  <a:schemeClr val="bg1"/>
                </a:solidFill>
              </a:defRPr>
            </a:lvl2pPr>
            <a:lvl3pPr marL="457178" indent="-165092">
              <a:defRPr sz="1200" baseline="0">
                <a:solidFill>
                  <a:schemeClr val="bg1"/>
                </a:solidFill>
              </a:defRPr>
            </a:lvl3pPr>
            <a:lvl4pPr marL="622268" indent="-165092">
              <a:defRPr sz="1200" baseline="0">
                <a:solidFill>
                  <a:schemeClr val="bg1"/>
                </a:solidFill>
              </a:defRPr>
            </a:lvl4pPr>
            <a:lvl5pPr marL="774662" indent="-139694">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5" name="Rectangle 14"/>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22" name="Rectangle 21"/>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4908047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5-Col">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2197" y="725731"/>
            <a:ext cx="7250561" cy="631711"/>
          </a:xfrm>
        </p:spPr>
        <p:txBody>
          <a:bodyPr>
            <a:spAutoFit/>
          </a:bodyPr>
          <a:lstStyle>
            <a:lvl1pPr>
              <a:lnSpc>
                <a:spcPts val="4200"/>
              </a:lnSpc>
              <a:defRPr sz="4000" baseline="0">
                <a:solidFill>
                  <a:schemeClr val="accent5"/>
                </a:solidFill>
              </a:defRPr>
            </a:lvl1pPr>
          </a:lstStyle>
          <a:p>
            <a:r>
              <a:rPr lang="en-US" dirty="0"/>
              <a:t>Click to edit Master title </a:t>
            </a:r>
          </a:p>
        </p:txBody>
      </p:sp>
      <p:sp>
        <p:nvSpPr>
          <p:cNvPr id="11" name="Text Placeholder 10"/>
          <p:cNvSpPr>
            <a:spLocks noGrp="1"/>
          </p:cNvSpPr>
          <p:nvPr>
            <p:ph type="body" sz="quarter" idx="10"/>
          </p:nvPr>
        </p:nvSpPr>
        <p:spPr>
          <a:xfrm>
            <a:off x="800106" y="2035861"/>
            <a:ext cx="1815023" cy="1462280"/>
          </a:xfrm>
        </p:spPr>
        <p:txBody>
          <a:bodyPr>
            <a:spAutoFit/>
          </a:bodyPr>
          <a:lstStyle>
            <a:lvl1pPr marL="0" indent="0">
              <a:spcBef>
                <a:spcPts val="0"/>
              </a:spcBef>
              <a:spcAft>
                <a:spcPts val="200"/>
              </a:spcAft>
              <a:buFontTx/>
              <a:buNone/>
              <a:defRPr sz="1200" baseline="0">
                <a:solidFill>
                  <a:schemeClr val="accent5"/>
                </a:solidFill>
              </a:defRPr>
            </a:lvl1pPr>
            <a:lvl2pPr marL="11112" indent="0">
              <a:spcBef>
                <a:spcPts val="0"/>
              </a:spcBef>
              <a:spcAft>
                <a:spcPts val="1200"/>
              </a:spcAft>
              <a:buFont typeface="Arial" panose="020B0604020202020204" pitchFamily="34" charset="0"/>
              <a:buNone/>
              <a:defRPr sz="1200" baseline="0">
                <a:solidFill>
                  <a:schemeClr val="bg1"/>
                </a:solidFill>
              </a:defRPr>
            </a:lvl2pPr>
            <a:lvl3pPr marL="228589" indent="-171442">
              <a:tabLst/>
              <a:defRPr sz="1200" baseline="0">
                <a:solidFill>
                  <a:schemeClr val="bg1"/>
                </a:solidFill>
              </a:defRPr>
            </a:lvl3pPr>
            <a:lvl4pPr marL="401619" indent="-231764">
              <a:defRPr sz="1200" baseline="0">
                <a:solidFill>
                  <a:schemeClr val="bg1"/>
                </a:solidFill>
              </a:defRPr>
            </a:lvl4pPr>
            <a:lvl5pPr marL="687353" indent="-233351">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0"/>
          <p:cNvSpPr>
            <a:spLocks noGrp="1"/>
          </p:cNvSpPr>
          <p:nvPr>
            <p:ph type="body" sz="quarter" idx="11"/>
          </p:nvPr>
        </p:nvSpPr>
        <p:spPr>
          <a:xfrm>
            <a:off x="2927620" y="2035861"/>
            <a:ext cx="1815023" cy="1462280"/>
          </a:xfrm>
        </p:spPr>
        <p:txBody>
          <a:bodyPr>
            <a:spAutoFit/>
          </a:bodyPr>
          <a:lstStyle>
            <a:lvl1pPr marL="0" indent="0">
              <a:spcBef>
                <a:spcPts val="0"/>
              </a:spcBef>
              <a:spcAft>
                <a:spcPts val="200"/>
              </a:spcAft>
              <a:buFontTx/>
              <a:buNone/>
              <a:defRPr sz="1200" baseline="0">
                <a:solidFill>
                  <a:schemeClr val="accent5"/>
                </a:solidFill>
              </a:defRPr>
            </a:lvl1pPr>
            <a:lvl2pPr marL="11112" indent="0">
              <a:spcBef>
                <a:spcPts val="0"/>
              </a:spcBef>
              <a:spcAft>
                <a:spcPts val="1200"/>
              </a:spcAft>
              <a:buFont typeface="Arial" panose="020B0604020202020204" pitchFamily="34" charset="0"/>
              <a:buNone/>
              <a:defRPr sz="1200" baseline="0">
                <a:solidFill>
                  <a:schemeClr val="bg1"/>
                </a:solidFill>
              </a:defRPr>
            </a:lvl2pPr>
            <a:lvl3pPr marL="228589" indent="-171442">
              <a:tabLst/>
              <a:defRPr sz="1200" baseline="0">
                <a:solidFill>
                  <a:schemeClr val="bg1"/>
                </a:solidFill>
              </a:defRPr>
            </a:lvl3pPr>
            <a:lvl4pPr marL="401619" indent="-231764">
              <a:defRPr sz="1200" baseline="0">
                <a:solidFill>
                  <a:schemeClr val="bg1"/>
                </a:solidFill>
              </a:defRPr>
            </a:lvl4pPr>
            <a:lvl5pPr marL="687353" indent="-233351">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0"/>
          <p:cNvSpPr>
            <a:spLocks noGrp="1"/>
          </p:cNvSpPr>
          <p:nvPr>
            <p:ph type="body" sz="quarter" idx="12"/>
          </p:nvPr>
        </p:nvSpPr>
        <p:spPr>
          <a:xfrm>
            <a:off x="5080545" y="2035861"/>
            <a:ext cx="1815023" cy="1462280"/>
          </a:xfrm>
        </p:spPr>
        <p:txBody>
          <a:bodyPr>
            <a:spAutoFit/>
          </a:bodyPr>
          <a:lstStyle>
            <a:lvl1pPr marL="0" indent="0">
              <a:spcBef>
                <a:spcPts val="0"/>
              </a:spcBef>
              <a:spcAft>
                <a:spcPts val="200"/>
              </a:spcAft>
              <a:buFontTx/>
              <a:buNone/>
              <a:defRPr sz="1200" baseline="0">
                <a:solidFill>
                  <a:schemeClr val="accent5"/>
                </a:solidFill>
              </a:defRPr>
            </a:lvl1pPr>
            <a:lvl2pPr marL="11112" indent="0">
              <a:spcBef>
                <a:spcPts val="0"/>
              </a:spcBef>
              <a:spcAft>
                <a:spcPts val="1200"/>
              </a:spcAft>
              <a:buFont typeface="Arial" panose="020B0604020202020204" pitchFamily="34" charset="0"/>
              <a:buNone/>
              <a:defRPr sz="1200" baseline="0">
                <a:solidFill>
                  <a:schemeClr val="bg1"/>
                </a:solidFill>
              </a:defRPr>
            </a:lvl2pPr>
            <a:lvl3pPr marL="228589" indent="-171442">
              <a:tabLst/>
              <a:defRPr sz="1200" baseline="0">
                <a:solidFill>
                  <a:schemeClr val="bg1"/>
                </a:solidFill>
              </a:defRPr>
            </a:lvl3pPr>
            <a:lvl4pPr marL="401619" indent="-231764">
              <a:defRPr sz="1200" baseline="0">
                <a:solidFill>
                  <a:schemeClr val="bg1"/>
                </a:solidFill>
              </a:defRPr>
            </a:lvl4pPr>
            <a:lvl5pPr marL="687353" indent="-233351">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10"/>
          <p:cNvSpPr>
            <a:spLocks noGrp="1"/>
          </p:cNvSpPr>
          <p:nvPr>
            <p:ph type="body" sz="quarter" idx="13"/>
          </p:nvPr>
        </p:nvSpPr>
        <p:spPr>
          <a:xfrm>
            <a:off x="7208063" y="2035861"/>
            <a:ext cx="1815023" cy="1462280"/>
          </a:xfrm>
        </p:spPr>
        <p:txBody>
          <a:bodyPr>
            <a:spAutoFit/>
          </a:bodyPr>
          <a:lstStyle>
            <a:lvl1pPr marL="0" indent="0">
              <a:spcBef>
                <a:spcPts val="0"/>
              </a:spcBef>
              <a:spcAft>
                <a:spcPts val="200"/>
              </a:spcAft>
              <a:buFontTx/>
              <a:buNone/>
              <a:defRPr sz="1200" baseline="0">
                <a:solidFill>
                  <a:schemeClr val="accent5"/>
                </a:solidFill>
              </a:defRPr>
            </a:lvl1pPr>
            <a:lvl2pPr marL="11112" indent="0">
              <a:spcBef>
                <a:spcPts val="0"/>
              </a:spcBef>
              <a:spcAft>
                <a:spcPts val="1200"/>
              </a:spcAft>
              <a:buFont typeface="Arial" panose="020B0604020202020204" pitchFamily="34" charset="0"/>
              <a:buNone/>
              <a:defRPr sz="1200" baseline="0">
                <a:solidFill>
                  <a:schemeClr val="bg1"/>
                </a:solidFill>
              </a:defRPr>
            </a:lvl2pPr>
            <a:lvl3pPr marL="228589" indent="-171442">
              <a:tabLst/>
              <a:defRPr sz="1200" baseline="0">
                <a:solidFill>
                  <a:schemeClr val="bg1"/>
                </a:solidFill>
              </a:defRPr>
            </a:lvl3pPr>
            <a:lvl4pPr marL="401619" indent="-231764">
              <a:defRPr sz="1200" baseline="0">
                <a:solidFill>
                  <a:schemeClr val="bg1"/>
                </a:solidFill>
              </a:defRPr>
            </a:lvl4pPr>
            <a:lvl5pPr marL="687353" indent="-233351">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10"/>
          <p:cNvSpPr>
            <a:spLocks noGrp="1"/>
          </p:cNvSpPr>
          <p:nvPr>
            <p:ph type="body" sz="quarter" idx="14"/>
          </p:nvPr>
        </p:nvSpPr>
        <p:spPr>
          <a:xfrm>
            <a:off x="9348282" y="2035861"/>
            <a:ext cx="1815023" cy="1462280"/>
          </a:xfrm>
        </p:spPr>
        <p:txBody>
          <a:bodyPr>
            <a:spAutoFit/>
          </a:bodyPr>
          <a:lstStyle>
            <a:lvl1pPr marL="0" indent="0">
              <a:spcBef>
                <a:spcPts val="0"/>
              </a:spcBef>
              <a:spcAft>
                <a:spcPts val="200"/>
              </a:spcAft>
              <a:buFontTx/>
              <a:buNone/>
              <a:defRPr sz="1200" baseline="0">
                <a:solidFill>
                  <a:schemeClr val="accent5"/>
                </a:solidFill>
              </a:defRPr>
            </a:lvl1pPr>
            <a:lvl2pPr marL="11112" indent="0">
              <a:spcBef>
                <a:spcPts val="0"/>
              </a:spcBef>
              <a:spcAft>
                <a:spcPts val="1200"/>
              </a:spcAft>
              <a:buFont typeface="Arial" panose="020B0604020202020204" pitchFamily="34" charset="0"/>
              <a:buNone/>
              <a:defRPr sz="1200" baseline="0">
                <a:solidFill>
                  <a:schemeClr val="bg1"/>
                </a:solidFill>
              </a:defRPr>
            </a:lvl2pPr>
            <a:lvl3pPr marL="228589" indent="-171442">
              <a:tabLst/>
              <a:defRPr sz="1200" baseline="0">
                <a:solidFill>
                  <a:schemeClr val="bg1"/>
                </a:solidFill>
              </a:defRPr>
            </a:lvl3pPr>
            <a:lvl4pPr marL="401619" indent="-231764">
              <a:defRPr sz="1200" baseline="0">
                <a:solidFill>
                  <a:schemeClr val="bg1"/>
                </a:solidFill>
              </a:defRPr>
            </a:lvl4pPr>
            <a:lvl5pPr marL="687353" indent="-233351">
              <a:defRPr sz="12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9" name="Rectangle 18"/>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22" name="Rectangle 21"/>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276299585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40 pt Title and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956" y="747814"/>
            <a:ext cx="5283200" cy="1170320"/>
          </a:xfrm>
        </p:spPr>
        <p:txBody>
          <a:bodyPr>
            <a:spAutoFit/>
          </a:bodyPr>
          <a:lstStyle>
            <a:lvl1pPr algn="l" defTabSz="914354" rtl="0" eaLnBrk="1" latinLnBrk="0" hangingPunct="1">
              <a:lnSpc>
                <a:spcPts val="4200"/>
              </a:lnSpc>
              <a:spcBef>
                <a:spcPct val="0"/>
              </a:spcBef>
              <a:buNone/>
              <a:defRPr lang="en-US" sz="4000" kern="1200" baseline="0" dirty="0">
                <a:solidFill>
                  <a:schemeClr val="accent5"/>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6611787" y="796994"/>
            <a:ext cx="4876800" cy="1452705"/>
          </a:xfrm>
        </p:spPr>
        <p:txBody>
          <a:bodyPr>
            <a:spAutoFit/>
          </a:bodyPr>
          <a:lstStyle>
            <a:lvl1pPr marL="228589" indent="-228589">
              <a:spcBef>
                <a:spcPts val="1800"/>
              </a:spcBef>
              <a:defRPr sz="20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2" name="Rectangle 11"/>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13" name="Rectangle 12"/>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322536785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956" y="754733"/>
            <a:ext cx="5283200" cy="1170320"/>
          </a:xfrm>
        </p:spPr>
        <p:txBody>
          <a:bodyPr>
            <a:spAutoFit/>
          </a:bodyPr>
          <a:lstStyle>
            <a:lvl1pPr>
              <a:lnSpc>
                <a:spcPts val="4200"/>
              </a:lnSpc>
              <a:defRPr sz="4000"/>
            </a:lvl1pPr>
          </a:lstStyle>
          <a:p>
            <a:r>
              <a:rPr lang="en-US" dirty="0"/>
              <a:t>Click to edit Master title style</a:t>
            </a:r>
          </a:p>
        </p:txBody>
      </p:sp>
      <p:sp>
        <p:nvSpPr>
          <p:cNvPr id="3" name="Content Placeholder 2"/>
          <p:cNvSpPr>
            <a:spLocks noGrp="1"/>
          </p:cNvSpPr>
          <p:nvPr>
            <p:ph idx="1"/>
          </p:nvPr>
        </p:nvSpPr>
        <p:spPr>
          <a:xfrm>
            <a:off x="6611787" y="798859"/>
            <a:ext cx="4876800" cy="1443472"/>
          </a:xfrm>
        </p:spPr>
        <p:txBody>
          <a:bodyPr>
            <a:spAutoFit/>
          </a:bodyPr>
          <a:lstStyle>
            <a:lvl1pPr marL="228589" indent="-228589">
              <a:spcBef>
                <a:spcPts val="1800"/>
              </a:spcBef>
              <a:defRPr sz="2000"/>
            </a:lvl1pPr>
            <a:lvl2pPr marL="233351" indent="-233351">
              <a:spcBef>
                <a:spcPts val="600"/>
              </a:spcBef>
              <a:buFont typeface="Arial" panose="020B0604020202020204" pitchFamily="34" charset="0"/>
              <a:buChar char="–"/>
              <a:defRPr sz="16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FFFFFF"/>
                </a:solidFill>
                <a:latin typeface="Arial"/>
                <a:cs typeface="Arial" panose="020B0604020202020204" pitchFamily="34" charset="0"/>
              </a:rPr>
              <a:pPr/>
              <a:t>‹#›</a:t>
            </a:fld>
            <a:endParaRPr lang="en-US" sz="600">
              <a:solidFill>
                <a:srgbClr val="FFFFFF"/>
              </a:solidFill>
              <a:latin typeface="Arial"/>
              <a:cs typeface="Arial" panose="020B0604020202020204" pitchFamily="34" charset="0"/>
            </a:endParaRPr>
          </a:p>
        </p:txBody>
      </p:sp>
      <p:sp>
        <p:nvSpPr>
          <p:cNvPr id="12" name="Rectangle 11"/>
          <p:cNvSpPr/>
          <p:nvPr userDrawn="1"/>
        </p:nvSpPr>
        <p:spPr>
          <a:xfrm>
            <a:off x="3454934" y="6490231"/>
            <a:ext cx="261527"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Page</a:t>
            </a:r>
          </a:p>
        </p:txBody>
      </p:sp>
      <p:sp>
        <p:nvSpPr>
          <p:cNvPr id="13" name="Rectangle 12"/>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173836468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Large Type-Brigh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959" y="745533"/>
            <a:ext cx="7267575" cy="631711"/>
          </a:xfrm>
        </p:spPr>
        <p:txBody>
          <a:bodyPr>
            <a:spAutoFit/>
          </a:bodyPr>
          <a:lstStyle>
            <a:lvl1pPr algn="l" defTabSz="914354" rtl="0" eaLnBrk="1" latinLnBrk="0" hangingPunct="1">
              <a:lnSpc>
                <a:spcPts val="4200"/>
              </a:lnSpc>
              <a:spcBef>
                <a:spcPct val="0"/>
              </a:spcBef>
              <a:buNone/>
              <a:defRPr lang="en-US" sz="4000" kern="1200" baseline="0" dirty="0">
                <a:solidFill>
                  <a:schemeClr val="accent5"/>
                </a:solidFill>
                <a:latin typeface="+mj-lt"/>
                <a:ea typeface="+mj-ea"/>
                <a:cs typeface="+mj-cs"/>
              </a:defRPr>
            </a:lvl1pPr>
          </a:lstStyle>
          <a:p>
            <a:r>
              <a:rPr lang="en-US" dirty="0"/>
              <a:t>Click to edit Master title style</a:t>
            </a:r>
          </a:p>
        </p:txBody>
      </p:sp>
      <p:sp>
        <p:nvSpPr>
          <p:cNvPr id="13" name="Rectangle 12"/>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5A5A5A"/>
                </a:solidFill>
                <a:latin typeface="Arial"/>
                <a:cs typeface="Arial" panose="020B0604020202020204" pitchFamily="34" charset="0"/>
              </a:rPr>
              <a:pPr/>
              <a:t>‹#›</a:t>
            </a:fld>
            <a:endParaRPr lang="en-US" sz="600">
              <a:solidFill>
                <a:srgbClr val="5A5A5A"/>
              </a:solidFill>
              <a:latin typeface="Arial"/>
              <a:cs typeface="Arial" panose="020B0604020202020204" pitchFamily="34" charset="0"/>
            </a:endParaRPr>
          </a:p>
        </p:txBody>
      </p:sp>
      <p:sp>
        <p:nvSpPr>
          <p:cNvPr id="14" name="Rectangle 13"/>
          <p:cNvSpPr/>
          <p:nvPr userDrawn="1"/>
        </p:nvSpPr>
        <p:spPr>
          <a:xfrm>
            <a:off x="3454934" y="6490231"/>
            <a:ext cx="261527"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Page</a:t>
            </a:r>
          </a:p>
        </p:txBody>
      </p:sp>
      <p:sp>
        <p:nvSpPr>
          <p:cNvPr id="15" name="Rectangle 14"/>
          <p:cNvSpPr/>
          <p:nvPr userDrawn="1"/>
        </p:nvSpPr>
        <p:spPr>
          <a:xfrm>
            <a:off x="817564" y="6490231"/>
            <a:ext cx="1589616" cy="92333"/>
          </a:xfrm>
          <a:prstGeom prst="rect">
            <a:avLst/>
          </a:prstGeom>
        </p:spPr>
        <p:txBody>
          <a:bodyPr wrap="square" lIns="0" tIns="0" rIns="0" bIns="0">
            <a:spAutoFit/>
          </a:bodyPr>
          <a:lstStyle/>
          <a:p>
            <a:r>
              <a:rPr lang="en-US" sz="600">
                <a:solidFill>
                  <a:srgbClr val="5A5A5A"/>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42154734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Large Type-Dark">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959" y="738942"/>
            <a:ext cx="7267575" cy="631711"/>
          </a:xfrm>
        </p:spPr>
        <p:txBody>
          <a:bodyPr>
            <a:spAutoFit/>
          </a:bodyPr>
          <a:lstStyle>
            <a:lvl1pPr algn="l" defTabSz="914354" rtl="0" eaLnBrk="1" latinLnBrk="0" hangingPunct="1">
              <a:lnSpc>
                <a:spcPts val="4200"/>
              </a:lnSpc>
              <a:spcBef>
                <a:spcPct val="0"/>
              </a:spcBef>
              <a:buNone/>
              <a:defRPr lang="en-US" sz="4000" kern="1200" baseline="0" dirty="0">
                <a:solidFill>
                  <a:schemeClr val="accent5"/>
                </a:solidFill>
                <a:latin typeface="+mj-lt"/>
                <a:ea typeface="+mj-ea"/>
                <a:cs typeface="+mj-cs"/>
              </a:defRPr>
            </a:lvl1pPr>
          </a:lstStyle>
          <a:p>
            <a:r>
              <a:rPr lang="en-US" dirty="0"/>
              <a:t>Click to edit Master title style</a:t>
            </a:r>
          </a:p>
        </p:txBody>
      </p:sp>
      <p:sp>
        <p:nvSpPr>
          <p:cNvPr id="7" name="Rectangle 6"/>
          <p:cNvSpPr/>
          <p:nvPr userDrawn="1"/>
        </p:nvSpPr>
        <p:spPr>
          <a:xfrm>
            <a:off x="3723484" y="6490231"/>
            <a:ext cx="410749" cy="92333"/>
          </a:xfrm>
          <a:prstGeom prst="rect">
            <a:avLst/>
          </a:prstGeom>
        </p:spPr>
        <p:txBody>
          <a:bodyPr wrap="square" lIns="0" tIns="0" rIns="0" bIns="0">
            <a:spAutoFit/>
          </a:bodyPr>
          <a:lstStyle/>
          <a:p>
            <a:fld id="{655362CE-4ABE-4CB4-8947-B1242CDD9D94}" type="slidenum">
              <a:rPr lang="en-US" sz="600">
                <a:solidFill>
                  <a:srgbClr val="FFFFFF"/>
                </a:solidFill>
                <a:latin typeface="Arial"/>
                <a:cs typeface="Arial" panose="020B0604020202020204" pitchFamily="34" charset="0"/>
              </a:rPr>
              <a:pPr/>
              <a:t>‹#›</a:t>
            </a:fld>
            <a:endParaRPr lang="en-US" sz="600">
              <a:solidFill>
                <a:srgbClr val="FFFFFF"/>
              </a:solidFill>
              <a:latin typeface="Arial"/>
              <a:cs typeface="Arial" panose="020B0604020202020204" pitchFamily="34" charset="0"/>
            </a:endParaRPr>
          </a:p>
        </p:txBody>
      </p:sp>
      <p:sp>
        <p:nvSpPr>
          <p:cNvPr id="9" name="Rectangle 8"/>
          <p:cNvSpPr/>
          <p:nvPr userDrawn="1"/>
        </p:nvSpPr>
        <p:spPr>
          <a:xfrm>
            <a:off x="3454934" y="6490231"/>
            <a:ext cx="261527"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Page</a:t>
            </a:r>
          </a:p>
        </p:txBody>
      </p:sp>
      <p:sp>
        <p:nvSpPr>
          <p:cNvPr id="10" name="Rectangle 9"/>
          <p:cNvSpPr/>
          <p:nvPr userDrawn="1"/>
        </p:nvSpPr>
        <p:spPr>
          <a:xfrm>
            <a:off x="817564" y="6490231"/>
            <a:ext cx="1589616" cy="92333"/>
          </a:xfrm>
          <a:prstGeom prst="rect">
            <a:avLst/>
          </a:prstGeom>
        </p:spPr>
        <p:txBody>
          <a:bodyPr wrap="square" lIns="0" tIns="0" rIns="0" bIns="0">
            <a:spAutoFit/>
          </a:bodyPr>
          <a:lstStyle/>
          <a:p>
            <a:r>
              <a:rPr lang="en-US" sz="600">
                <a:solidFill>
                  <a:srgbClr val="FFFFFF"/>
                </a:solidFill>
                <a:latin typeface="Arial"/>
                <a:cs typeface="Arial" panose="020B0604020202020204" pitchFamily="34" charset="0"/>
              </a:rPr>
              <a:t>© 2015 IBM Corporation</a:t>
            </a:r>
          </a:p>
        </p:txBody>
      </p:sp>
    </p:spTree>
    <p:extLst>
      <p:ext uri="{BB962C8B-B14F-4D97-AF65-F5344CB8AC3E}">
        <p14:creationId xmlns:p14="http://schemas.microsoft.com/office/powerpoint/2010/main" val="143108305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228" name="Shape 228"/>
          <p:cNvSpPr>
            <a:spLocks noGrp="1"/>
          </p:cNvSpPr>
          <p:nvPr>
            <p:ph type="title"/>
          </p:nvPr>
        </p:nvSpPr>
        <p:spPr>
          <a:xfrm>
            <a:off x="2416971" y="1151931"/>
            <a:ext cx="7358064" cy="2321720"/>
          </a:xfrm>
          <a:prstGeom prst="rect">
            <a:avLst/>
          </a:prstGeom>
        </p:spPr>
        <p:txBody>
          <a:bodyPr lIns="71438" tIns="71438" rIns="71438" bIns="71438" anchor="b"/>
          <a:lstStyle>
            <a:lvl1pPr algn="ctr" defTabSz="219064">
              <a:defRPr sz="4200">
                <a:latin typeface="Helvetica Light"/>
                <a:ea typeface="Helvetica Light"/>
                <a:cs typeface="Helvetica Light"/>
                <a:sym typeface="Helvetica Light"/>
              </a:defRPr>
            </a:lvl1pPr>
          </a:lstStyle>
          <a:p>
            <a:r>
              <a:t>Title Text</a:t>
            </a:r>
          </a:p>
        </p:txBody>
      </p:sp>
      <p:sp>
        <p:nvSpPr>
          <p:cNvPr id="229" name="Shape 229"/>
          <p:cNvSpPr>
            <a:spLocks noGrp="1"/>
          </p:cNvSpPr>
          <p:nvPr>
            <p:ph type="body" sz="quarter" idx="1"/>
          </p:nvPr>
        </p:nvSpPr>
        <p:spPr>
          <a:xfrm>
            <a:off x="2416971" y="3536157"/>
            <a:ext cx="7358064" cy="794744"/>
          </a:xfrm>
          <a:prstGeom prst="rect">
            <a:avLst/>
          </a:prstGeom>
        </p:spPr>
        <p:txBody>
          <a:bodyPr lIns="71438" tIns="71438" rIns="71438" bIns="71438"/>
          <a:lstStyle>
            <a:lvl1pPr algn="ctr" defTabSz="219064">
              <a:spcBef>
                <a:spcPts val="0"/>
              </a:spcBef>
              <a:defRPr sz="1651">
                <a:solidFill>
                  <a:srgbClr val="000000"/>
                </a:solidFill>
                <a:latin typeface="Helvetica Light"/>
                <a:ea typeface="Helvetica Light"/>
                <a:cs typeface="Helvetica Light"/>
                <a:sym typeface="Helvetica Light"/>
              </a:defRPr>
            </a:lvl1pPr>
            <a:lvl2pPr marL="0" indent="0" algn="ctr" defTabSz="219064">
              <a:spcBef>
                <a:spcPts val="0"/>
              </a:spcBef>
              <a:buSzTx/>
              <a:buNone/>
              <a:defRPr sz="1651">
                <a:solidFill>
                  <a:srgbClr val="000000"/>
                </a:solidFill>
                <a:latin typeface="Helvetica Light"/>
                <a:ea typeface="Helvetica Light"/>
                <a:cs typeface="Helvetica Light"/>
                <a:sym typeface="Helvetica Light"/>
              </a:defRPr>
            </a:lvl2pPr>
            <a:lvl3pPr marL="0" indent="0" algn="ctr" defTabSz="219064">
              <a:spcBef>
                <a:spcPts val="0"/>
              </a:spcBef>
              <a:buSzTx/>
              <a:buNone/>
              <a:defRPr sz="1651">
                <a:solidFill>
                  <a:srgbClr val="000000"/>
                </a:solidFill>
                <a:latin typeface="Helvetica Light"/>
                <a:ea typeface="Helvetica Light"/>
                <a:cs typeface="Helvetica Light"/>
                <a:sym typeface="Helvetica Light"/>
              </a:defRPr>
            </a:lvl3pPr>
            <a:lvl4pPr marL="0" indent="0" algn="ctr" defTabSz="219064">
              <a:spcBef>
                <a:spcPts val="0"/>
              </a:spcBef>
              <a:buSzTx/>
              <a:buNone/>
              <a:defRPr sz="1651">
                <a:solidFill>
                  <a:srgbClr val="000000"/>
                </a:solidFill>
                <a:latin typeface="Helvetica Light"/>
                <a:ea typeface="Helvetica Light"/>
                <a:cs typeface="Helvetica Light"/>
                <a:sym typeface="Helvetica Light"/>
              </a:defRPr>
            </a:lvl4pPr>
            <a:lvl5pPr marL="0" indent="0" algn="ctr" defTabSz="219064">
              <a:spcBef>
                <a:spcPts val="0"/>
              </a:spcBef>
              <a:buSzTx/>
              <a:buNone/>
              <a:defRPr sz="1651">
                <a:solidFill>
                  <a:srgbClr val="000000"/>
                </a:solidFill>
                <a:latin typeface="Helvetica Light"/>
                <a:ea typeface="Helvetica Light"/>
                <a:cs typeface="Helvetica Light"/>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230" name="Shape 230"/>
          <p:cNvSpPr>
            <a:spLocks noGrp="1"/>
          </p:cNvSpPr>
          <p:nvPr>
            <p:ph type="sldNum" sz="quarter" idx="2"/>
          </p:nvPr>
        </p:nvSpPr>
        <p:spPr>
          <a:xfrm>
            <a:off x="5952830" y="6505277"/>
            <a:ext cx="277420" cy="256803"/>
          </a:xfrm>
          <a:prstGeom prst="rect">
            <a:avLst/>
          </a:prstGeom>
        </p:spPr>
        <p:txBody>
          <a:bodyPr lIns="71438" tIns="71438" rIns="71438" bIns="71438" anchor="t"/>
          <a:lstStyle>
            <a:lvl1pPr defTabSz="219064">
              <a:defRPr sz="900">
                <a:latin typeface="Helvetica Light"/>
                <a:ea typeface="Helvetica Light"/>
                <a:cs typeface="Helvetica Light"/>
                <a:sym typeface="Helvetica Light"/>
              </a:defRPr>
            </a:lvl1pPr>
          </a:lstStyle>
          <a:p>
            <a:fld id="{86CB4B4D-7CA3-9044-876B-883B54F8677D}"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97093296"/>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Title (above) + blank">
    <p:spTree>
      <p:nvGrpSpPr>
        <p:cNvPr id="1" name=""/>
        <p:cNvGrpSpPr/>
        <p:nvPr/>
      </p:nvGrpSpPr>
      <p:grpSpPr>
        <a:xfrm>
          <a:off x="0" y="0"/>
          <a:ext cx="0" cy="0"/>
          <a:chOff x="0" y="0"/>
          <a:chExt cx="0" cy="0"/>
        </a:xfrm>
      </p:grpSpPr>
      <p:sp>
        <p:nvSpPr>
          <p:cNvPr id="7" name="Title 6"/>
          <p:cNvSpPr>
            <a:spLocks noGrp="1"/>
          </p:cNvSpPr>
          <p:nvPr>
            <p:ph type="title"/>
          </p:nvPr>
        </p:nvSpPr>
        <p:spPr>
          <a:xfrm>
            <a:off x="510988" y="231648"/>
            <a:ext cx="11209235" cy="539629"/>
          </a:xfrm>
        </p:spPr>
        <p:txBody>
          <a:bodyPr vert="horz" lIns="0" tIns="0" rIns="0" bIns="0" rtlCol="0" anchor="ctr" anchorCtr="0">
            <a:noAutofit/>
          </a:bodyPr>
          <a:lstStyle>
            <a:lvl1pPr>
              <a:defRPr lang="en-US" sz="2500" dirty="0">
                <a:solidFill>
                  <a:schemeClr val="accent3">
                    <a:lumMod val="75000"/>
                  </a:schemeClr>
                </a:solidFill>
                <a:latin typeface="Arial"/>
                <a:ea typeface="ＭＳ Ｐゴシック" charset="-128"/>
                <a:cs typeface="Arial"/>
              </a:defRPr>
            </a:lvl1pPr>
          </a:lstStyle>
          <a:p>
            <a:pPr lvl="0"/>
            <a:r>
              <a:rPr lang="en-US" dirty="0"/>
              <a:t>Click to edit Master title style</a:t>
            </a:r>
          </a:p>
        </p:txBody>
      </p:sp>
      <p:sp>
        <p:nvSpPr>
          <p:cNvPr id="6" name="Content Placeholder 2">
            <a:extLst>
              <a:ext uri="{FF2B5EF4-FFF2-40B4-BE49-F238E27FC236}">
                <a16:creationId xmlns:a16="http://schemas.microsoft.com/office/drawing/2014/main" id="{941CF3DD-9250-644E-B9A4-A1DDED0F5961}"/>
              </a:ext>
            </a:extLst>
          </p:cNvPr>
          <p:cNvSpPr>
            <a:spLocks noGrp="1"/>
          </p:cNvSpPr>
          <p:nvPr>
            <p:ph idx="1" hasCustomPrompt="1"/>
          </p:nvPr>
        </p:nvSpPr>
        <p:spPr>
          <a:xfrm>
            <a:off x="528608" y="1109739"/>
            <a:ext cx="11191615" cy="5142021"/>
          </a:xfrm>
        </p:spPr>
        <p:txBody>
          <a:bodyPr/>
          <a:lstStyle>
            <a:lvl1pPr>
              <a:defRPr>
                <a:solidFill>
                  <a:srgbClr val="595959"/>
                </a:solidFill>
              </a:defRPr>
            </a:lvl1pPr>
            <a:lvl2pPr>
              <a:defRPr>
                <a:solidFill>
                  <a:srgbClr val="595959"/>
                </a:solidFill>
              </a:defRPr>
            </a:lvl2pPr>
            <a:lvl3pPr>
              <a:defRPr>
                <a:solidFill>
                  <a:srgbClr val="595959"/>
                </a:solidFill>
              </a:defRPr>
            </a:lvl3pPr>
            <a:lvl4pPr>
              <a:defRPr>
                <a:solidFill>
                  <a:srgbClr val="595959"/>
                </a:solidFill>
              </a:defRPr>
            </a:lvl4pPr>
            <a:lvl5pPr>
              <a:defRPr>
                <a:solidFill>
                  <a:srgbClr val="595959"/>
                </a:solidFill>
              </a:defRPr>
            </a:lvl5pPr>
          </a:lstStyle>
          <a:p>
            <a:pPr lvl="0"/>
            <a:r>
              <a:rPr lang="en-US" dirty="0"/>
              <a:t>Click to edit Master text styles</a:t>
            </a:r>
          </a:p>
          <a:p>
            <a:pPr lvl="1"/>
            <a:r>
              <a:rPr lang="en-US" dirty="0"/>
              <a:t>Second level 2</a:t>
            </a:r>
          </a:p>
          <a:p>
            <a:pPr lvl="2"/>
            <a:r>
              <a:rPr lang="en-US" dirty="0"/>
              <a:t>Third level</a:t>
            </a:r>
          </a:p>
          <a:p>
            <a:pPr lvl="3"/>
            <a:r>
              <a:rPr lang="en-US" dirty="0"/>
              <a:t>Fourth level</a:t>
            </a:r>
          </a:p>
          <a:p>
            <a:pPr lvl="4"/>
            <a:r>
              <a:rPr lang="en-US" dirty="0"/>
              <a:t>Fifth level</a:t>
            </a:r>
          </a:p>
        </p:txBody>
      </p:sp>
      <p:sp>
        <p:nvSpPr>
          <p:cNvPr id="11" name="TextBox 10">
            <a:extLst>
              <a:ext uri="{FF2B5EF4-FFF2-40B4-BE49-F238E27FC236}">
                <a16:creationId xmlns:a16="http://schemas.microsoft.com/office/drawing/2014/main" id="{FBC3EDD9-C9D4-F446-B58B-805A80658923}"/>
              </a:ext>
            </a:extLst>
          </p:cNvPr>
          <p:cNvSpPr txBox="1"/>
          <p:nvPr userDrawn="1"/>
        </p:nvSpPr>
        <p:spPr>
          <a:xfrm>
            <a:off x="10222179" y="6591263"/>
            <a:ext cx="973343" cy="230832"/>
          </a:xfrm>
          <a:prstGeom prst="rect">
            <a:avLst/>
          </a:prstGeom>
          <a:noFill/>
        </p:spPr>
        <p:txBody>
          <a:bodyPr wrap="none" rtlCol="0">
            <a:spAutoFit/>
          </a:bodyPr>
          <a:lstStyle/>
          <a:p>
            <a:pPr fontAlgn="base">
              <a:spcBef>
                <a:spcPct val="0"/>
              </a:spcBef>
              <a:spcAft>
                <a:spcPct val="0"/>
              </a:spcAft>
            </a:pPr>
            <a:r>
              <a:rPr lang="en-US" sz="900" dirty="0">
                <a:solidFill>
                  <a:schemeClr val="tx1"/>
                </a:solidFill>
                <a:ea typeface="MS PGothic" pitchFamily="34" charset="-128"/>
              </a:rPr>
              <a:t>IBM Confidential</a:t>
            </a:r>
          </a:p>
        </p:txBody>
      </p:sp>
      <p:sp>
        <p:nvSpPr>
          <p:cNvPr id="8" name="Rectangle 7">
            <a:extLst>
              <a:ext uri="{FF2B5EF4-FFF2-40B4-BE49-F238E27FC236}">
                <a16:creationId xmlns:a16="http://schemas.microsoft.com/office/drawing/2014/main" id="{B10BDE36-4008-7F41-B2E3-967A00736E2A}"/>
              </a:ext>
            </a:extLst>
          </p:cNvPr>
          <p:cNvSpPr>
            <a:spLocks noGrp="1" noChangeArrowheads="1"/>
          </p:cNvSpPr>
          <p:nvPr>
            <p:ph type="sldNum" sz="quarter" idx="10"/>
          </p:nvPr>
        </p:nvSpPr>
        <p:spPr>
          <a:xfrm>
            <a:off x="11353511" y="6614605"/>
            <a:ext cx="366712" cy="184151"/>
          </a:xfrm>
          <a:ln/>
        </p:spPr>
        <p:txBody>
          <a:bodyPr/>
          <a:lstStyle>
            <a:lvl1pPr>
              <a:defRPr>
                <a:solidFill>
                  <a:schemeClr val="bg1">
                    <a:lumMod val="50000"/>
                  </a:schemeClr>
                </a:solidFill>
              </a:defRPr>
            </a:lvl1pPr>
          </a:lstStyle>
          <a:p>
            <a:fld id="{458E0B5E-ED84-E84E-B473-25831B5CFD0F}" type="slidenum">
              <a:rPr lang="en-US" altLang="en-US" smtClean="0"/>
              <a:pPr/>
              <a:t>‹#›</a:t>
            </a:fld>
            <a:endParaRPr lang="en-US" altLang="en-US"/>
          </a:p>
        </p:txBody>
      </p:sp>
    </p:spTree>
    <p:extLst>
      <p:ext uri="{BB962C8B-B14F-4D97-AF65-F5344CB8AC3E}">
        <p14:creationId xmlns:p14="http://schemas.microsoft.com/office/powerpoint/2010/main" val="197201792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endParaRPr>
          </a:p>
        </p:txBody>
      </p:sp>
      <p:sp>
        <p:nvSpPr>
          <p:cNvPr id="2" name="Title 1"/>
          <p:cNvSpPr>
            <a:spLocks noGrp="1"/>
          </p:cNvSpPr>
          <p:nvPr>
            <p:ph type="title"/>
          </p:nvPr>
        </p:nvSpPr>
        <p:spPr>
          <a:xfrm>
            <a:off x="338667" y="2670246"/>
            <a:ext cx="7924800" cy="1122089"/>
          </a:xfrm>
        </p:spPr>
        <p:txBody>
          <a:bodyPr anchor="b" anchorCtr="0">
            <a:noAutofit/>
          </a:bodyPr>
          <a:lstStyle>
            <a:lvl1pPr algn="l">
              <a:lnSpc>
                <a:spcPct val="85000"/>
              </a:lnSpc>
              <a:defRPr sz="4533" b="0"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338677" y="3784720"/>
            <a:ext cx="7924799" cy="824845"/>
          </a:xfrm>
        </p:spPr>
        <p:txBody>
          <a:bodyPr tIns="0" anchor="t" anchorCtr="0"/>
          <a:lstStyle>
            <a:lvl1pPr marL="0" indent="0" algn="l">
              <a:buNone/>
              <a:defRPr sz="2667">
                <a:solidFill>
                  <a:srgbClr val="7CC7FF"/>
                </a:solidFill>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dirty="0"/>
              <a:t>Click to edit Master text styles</a:t>
            </a:r>
          </a:p>
        </p:txBody>
      </p:sp>
      <p:pic>
        <p:nvPicPr>
          <p:cNvPr id="7" name="Picture 6" descr="title slide-graphic imag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6204" y="0"/>
            <a:ext cx="3997085" cy="6858000"/>
          </a:xfrm>
          <a:prstGeom prst="rect">
            <a:avLst/>
          </a:prstGeom>
        </p:spPr>
      </p:pic>
      <p:pic>
        <p:nvPicPr>
          <p:cNvPr id="8" name="Picture 7" descr="ibm logo-white-rotated.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54599" y="618205"/>
            <a:ext cx="327812" cy="834737"/>
          </a:xfrm>
          <a:prstGeom prst="rect">
            <a:avLst/>
          </a:prstGeom>
        </p:spPr>
      </p:pic>
      <p:sp>
        <p:nvSpPr>
          <p:cNvPr id="13" name="TextBox 12"/>
          <p:cNvSpPr txBox="1"/>
          <p:nvPr userDrawn="1"/>
        </p:nvSpPr>
        <p:spPr>
          <a:xfrm>
            <a:off x="390787" y="6492790"/>
            <a:ext cx="3352800" cy="205121"/>
          </a:xfrm>
          <a:prstGeom prst="rect">
            <a:avLst/>
          </a:prstGeom>
          <a:noFill/>
        </p:spPr>
        <p:txBody>
          <a:bodyPr wrap="square" lIns="0" tIns="0" rIns="0" bIns="0" rtlCol="0">
            <a:spAutoFit/>
          </a:bodyPr>
          <a:lstStyle/>
          <a:p>
            <a:pPr defTabSz="609570"/>
            <a:r>
              <a:rPr lang="en-US" sz="1333">
                <a:solidFill>
                  <a:srgbClr val="325C80">
                    <a:lumMod val="60000"/>
                    <a:lumOff val="40000"/>
                  </a:srgbClr>
                </a:solidFill>
              </a:rPr>
              <a:t>IBM Confidential</a:t>
            </a:r>
          </a:p>
        </p:txBody>
      </p:sp>
    </p:spTree>
    <p:extLst>
      <p:ext uri="{BB962C8B-B14F-4D97-AF65-F5344CB8AC3E}">
        <p14:creationId xmlns:p14="http://schemas.microsoft.com/office/powerpoint/2010/main" val="111433960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600" tIns="192024" rIns="228600" bIns="228600"/>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7" name="Content Placeholder 16"/>
          <p:cNvSpPr>
            <a:spLocks noGrp="1"/>
          </p:cNvSpPr>
          <p:nvPr>
            <p:ph sz="quarter" idx="22"/>
          </p:nvPr>
        </p:nvSpPr>
        <p:spPr>
          <a:xfrm>
            <a:off x="9144000" y="0"/>
            <a:ext cx="3048000" cy="6858000"/>
          </a:xfrm>
          <a:solidFill>
            <a:schemeClr val="accent4"/>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t>‹#›</a:t>
            </a:fld>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64520602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p:spPr>
        <p:txBody>
          <a:bodyPr/>
          <a:lstStyle>
            <a:lvl1pPr>
              <a:defRPr>
                <a:solidFill>
                  <a:schemeClr val="tx1"/>
                </a:solidFill>
              </a:defRPr>
            </a:lvl1pPr>
          </a:lstStyle>
          <a:p>
            <a:endParaRPr lang="en-US" dirty="0"/>
          </a:p>
        </p:txBody>
      </p:sp>
      <p:sp>
        <p:nvSpPr>
          <p:cNvPr id="4" name="Title 3"/>
          <p:cNvSpPr>
            <a:spLocks noGrp="1"/>
          </p:cNvSpPr>
          <p:nvPr>
            <p:ph type="title"/>
          </p:nvPr>
        </p:nvSpPr>
        <p:spPr>
          <a:xfrm>
            <a:off x="304800" y="271708"/>
            <a:ext cx="5486401" cy="5972459"/>
          </a:xfrm>
        </p:spPr>
        <p:txBody>
          <a:bodyPr/>
          <a:lstStyle>
            <a:lvl1pPr>
              <a:lnSpc>
                <a:spcPct val="90000"/>
              </a:lnSpc>
              <a:defRPr sz="3200" b="0">
                <a:solidFill>
                  <a:schemeClr val="tx1"/>
                </a:solidFill>
              </a:defRPr>
            </a:lvl1pPr>
          </a:lstStyle>
          <a:p>
            <a:r>
              <a:rPr lang="en-US"/>
              <a:t>Click to edit Master title style</a:t>
            </a:r>
            <a:endParaRPr lang="en-US" dirty="0"/>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91749" y="6273801"/>
            <a:ext cx="695452" cy="281940"/>
          </a:xfrm>
          <a:prstGeom prst="rect">
            <a:avLst/>
          </a:prstGeom>
        </p:spPr>
      </p:pic>
      <p:pic>
        <p:nvPicPr>
          <p:cNvPr id="7" name="Picture 6"/>
          <p:cNvPicPr>
            <a:picLocks noChangeAspect="1"/>
          </p:cNvPicPr>
          <p:nvPr userDrawn="1"/>
        </p:nvPicPr>
        <p:blipFill rotWithShape="1">
          <a:blip>
            <a:extLst>
              <a:ext uri="{28A0092B-C50C-407E-A947-70E740481C1C}">
                <a14:useLocalDpi xmlns:a14="http://schemas.microsoft.com/office/drawing/2010/main" val="0"/>
              </a:ext>
            </a:extLst>
          </a:blip>
          <a:srcRect l="18001" t="20400" r="17675" b="20719"/>
          <a:stretch/>
        </p:blipFill>
        <p:spPr>
          <a:xfrm>
            <a:off x="5956299" y="540363"/>
            <a:ext cx="5729895" cy="4916867"/>
          </a:xfrm>
          <a:prstGeom prst="rect">
            <a:avLst/>
          </a:prstGeom>
        </p:spPr>
      </p:pic>
      <p:pic>
        <p:nvPicPr>
          <p:cNvPr id="8" name="Picture 7" descr="ibm_gry.png"/>
          <p:cNvPicPr>
            <a:picLocks noChangeAspect="1"/>
          </p:cNvPicPr>
          <p:nvPr userDrawn="1"/>
        </p:nvPicPr>
        <p:blipFill>
          <a:blip r:embed="rId3">
            <a:biLevel thresh="75000"/>
            <a:extLst>
              <a:ext uri="{28A0092B-C50C-407E-A947-70E740481C1C}">
                <a14:useLocalDpi xmlns:a14="http://schemas.microsoft.com/office/drawing/2010/main"/>
              </a:ext>
            </a:extLst>
          </a:blip>
          <a:stretch>
            <a:fillRect/>
          </a:stretch>
        </p:blipFill>
        <p:spPr>
          <a:xfrm>
            <a:off x="11191749" y="320061"/>
            <a:ext cx="695452" cy="281961"/>
          </a:xfrm>
          <a:prstGeom prst="rect">
            <a:avLst/>
          </a:prstGeom>
        </p:spPr>
      </p:pic>
      <p:pic>
        <p:nvPicPr>
          <p:cNvPr id="9" name="Picture 8"/>
          <p:cNvPicPr>
            <a:picLocks noChangeAspect="1"/>
          </p:cNvPicPr>
          <p:nvPr userDrawn="1"/>
        </p:nvPicPr>
        <p:blipFill rotWithShape="1">
          <a:blip r:embed="rId4">
            <a:extLst>
              <a:ext uri="{28A0092B-C50C-407E-A947-70E740481C1C}">
                <a14:useLocalDpi xmlns:a14="http://schemas.microsoft.com/office/drawing/2010/main" val="0"/>
              </a:ext>
            </a:extLst>
          </a:blip>
          <a:srcRect l="15172" t="28443" r="13568" b="27421"/>
          <a:stretch/>
        </p:blipFill>
        <p:spPr>
          <a:xfrm>
            <a:off x="9880913" y="6112935"/>
            <a:ext cx="2160569" cy="627264"/>
          </a:xfrm>
          <a:prstGeom prst="rect">
            <a:avLst/>
          </a:prstGeom>
        </p:spPr>
      </p:pic>
    </p:spTree>
    <p:extLst>
      <p:ext uri="{BB962C8B-B14F-4D97-AF65-F5344CB8AC3E}">
        <p14:creationId xmlns:p14="http://schemas.microsoft.com/office/powerpoint/2010/main" val="122423299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chemeClr val="tx1"/>
                </a:solidFill>
              </a:defRPr>
            </a:lvl1pPr>
          </a:lstStyle>
          <a:p>
            <a:endParaRPr lang="en-US" dirty="0"/>
          </a:p>
        </p:txBody>
      </p:sp>
      <p:sp>
        <p:nvSpPr>
          <p:cNvPr id="4" name="Slide Number Placeholder 3"/>
          <p:cNvSpPr>
            <a:spLocks noGrp="1"/>
          </p:cNvSpPr>
          <p:nvPr>
            <p:ph type="sldNum" sz="quarter" idx="11"/>
          </p:nvPr>
        </p:nvSpPr>
        <p:spPr/>
        <p:txBody>
          <a:bodyPr/>
          <a:lstStyle>
            <a:lvl1pPr>
              <a:defRPr>
                <a:solidFill>
                  <a:schemeClr val="tx1"/>
                </a:solidFill>
              </a:defRPr>
            </a:lvl1pPr>
          </a:lstStyle>
          <a:p>
            <a:fld id="{D0BE6F14-FF48-0F4F-A8AA-2E3F25371E4A}" type="slidenum">
              <a:rPr lang="en-US" smtClean="0"/>
              <a:pPr/>
              <a:t>‹#›</a:t>
            </a:fld>
            <a:endParaRPr lang="en-US"/>
          </a:p>
        </p:txBody>
      </p:sp>
      <p:sp>
        <p:nvSpPr>
          <p:cNvPr id="5" name="Title 4"/>
          <p:cNvSpPr>
            <a:spLocks noGrp="1"/>
          </p:cNvSpPr>
          <p:nvPr>
            <p:ph type="title"/>
          </p:nvPr>
        </p:nvSpPr>
        <p:spPr>
          <a:xfrm>
            <a:off x="304800" y="268224"/>
            <a:ext cx="5486400" cy="5991669"/>
          </a:xfrm>
        </p:spPr>
        <p:txBody>
          <a:bodyPr/>
          <a:lstStyle>
            <a:lvl1pPr>
              <a:lnSpc>
                <a:spcPct val="90000"/>
              </a:lnSpc>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74641951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53435" algn="dec"/>
              </a:tabLst>
              <a:defRPr/>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53435"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1467"/>
              </a:spcBef>
              <a:spcAft>
                <a:spcPts val="0"/>
              </a:spcAft>
              <a:buClrTx/>
              <a:buSzTx/>
              <a:buFont typeface="Arial"/>
              <a:buNone/>
              <a:tabLst>
                <a:tab pos="5364346" algn="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7219062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7"/>
            <a:ext cx="5486400" cy="1338409"/>
          </a:xfrm>
        </p:spPr>
        <p:txBody>
          <a:bodyPr/>
          <a:lstStyle>
            <a:lvl1pPr>
              <a:defRPr sz="2133">
                <a:solidFill>
                  <a:schemeClr val="tx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US" dirty="0"/>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45754869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7"/>
            <a:ext cx="5486400" cy="1338409"/>
          </a:xfrm>
        </p:spPr>
        <p:txBody>
          <a:bodyPr/>
          <a:lstStyle>
            <a:lvl1pPr>
              <a:defRPr sz="2133">
                <a:solidFill>
                  <a:schemeClr val="tx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US" dirty="0"/>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tx1"/>
                </a:solidFill>
              </a:defRPr>
            </a:lvl1pPr>
          </a:lstStyle>
          <a:p>
            <a:pPr lvl="0"/>
            <a:r>
              <a:rPr lang="en-US"/>
              <a:t>Click to 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tx1"/>
                </a:solidFill>
              </a:defRPr>
            </a:lvl1pPr>
          </a:lstStyle>
          <a:p>
            <a:r>
              <a:rPr lang="en-US"/>
              <a:t>Drag picture to placeholder or click icon to add</a:t>
            </a:r>
          </a:p>
        </p:txBody>
      </p:sp>
    </p:spTree>
    <p:extLst>
      <p:ext uri="{BB962C8B-B14F-4D97-AF65-F5344CB8AC3E}">
        <p14:creationId xmlns:p14="http://schemas.microsoft.com/office/powerpoint/2010/main" val="88172316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53569"/>
            <a:ext cx="11582400" cy="5964767"/>
          </a:xfrm>
        </p:spPr>
        <p:txBody>
          <a:bodyPr/>
          <a:lstStyle>
            <a:lvl1pPr>
              <a:lnSpc>
                <a:spcPct val="90000"/>
              </a:lnSpc>
              <a:defRPr sz="12800" b="1"/>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3520382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6916616" cy="6027740"/>
          </a:xfrm>
        </p:spPr>
        <p:txBody>
          <a:bodyPr/>
          <a:lstStyle>
            <a:lvl1pPr marL="156629" indent="-156629">
              <a:tabLst/>
              <a:defRPr>
                <a:solidFill>
                  <a:schemeClr val="tx1"/>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296822157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7418"/>
            <a:ext cx="5486400" cy="400049"/>
          </a:xfrm>
        </p:spPr>
        <p:txBody>
          <a:bodyPr/>
          <a:lstStyle>
            <a:lvl1pPr>
              <a:defRPr sz="1467"/>
            </a:lvl1pPr>
          </a:lstStyle>
          <a:p>
            <a:pPr lvl="0"/>
            <a:r>
              <a:rPr lang="en-US"/>
              <a:t>Click to edit Master text styles</a:t>
            </a:r>
          </a:p>
        </p:txBody>
      </p:sp>
    </p:spTree>
    <p:extLst>
      <p:ext uri="{BB962C8B-B14F-4D97-AF65-F5344CB8AC3E}">
        <p14:creationId xmlns:p14="http://schemas.microsoft.com/office/powerpoint/2010/main" val="285821907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8" name="Text Placeholder 7"/>
          <p:cNvSpPr>
            <a:spLocks noGrp="1"/>
          </p:cNvSpPr>
          <p:nvPr>
            <p:ph type="body" sz="quarter" idx="12"/>
          </p:nvPr>
        </p:nvSpPr>
        <p:spPr>
          <a:xfrm>
            <a:off x="304800" y="1499617"/>
            <a:ext cx="5486400" cy="4781127"/>
          </a:xfrm>
        </p:spPr>
        <p:txBody>
          <a:bodyPr/>
          <a:lstStyle>
            <a:lvl1pPr>
              <a:spcBef>
                <a:spcPts val="0"/>
              </a:spcBef>
              <a:defRPr sz="186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6400800" y="1499617"/>
            <a:ext cx="5486400" cy="4781127"/>
          </a:xfrm>
        </p:spPr>
        <p:txBody>
          <a:bodyPr/>
          <a:lstStyle>
            <a:lvl1pPr>
              <a:spcBef>
                <a:spcPts val="0"/>
              </a:spcBef>
              <a:defRPr sz="186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221329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1"/>
            <a:ext cx="5486400" cy="4786207"/>
          </a:xfrm>
        </p:spPr>
        <p:txBody>
          <a:bodyPr/>
          <a:lstStyle>
            <a:lvl1pPr>
              <a:defRPr sz="2133"/>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752224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Content Placeholder 5"/>
          <p:cNvSpPr>
            <a:spLocks noGrp="1"/>
          </p:cNvSpPr>
          <p:nvPr>
            <p:ph sz="quarter" idx="12"/>
          </p:nvPr>
        </p:nvSpPr>
        <p:spPr>
          <a:xfrm>
            <a:off x="304800" y="1327358"/>
            <a:ext cx="5486400" cy="4916809"/>
          </a:xfrm>
        </p:spPr>
        <p:txBody>
          <a:bodyPr/>
          <a:lstStyle>
            <a:lvl1pPr>
              <a:defRPr sz="3200"/>
            </a:lvl1pPr>
          </a:lstStyle>
          <a:p>
            <a:pPr lvl="0"/>
            <a:r>
              <a:rPr lang="en-US" dirty="0"/>
              <a:t>Click to edit Master text styles</a:t>
            </a:r>
          </a:p>
        </p:txBody>
      </p:sp>
      <p:sp>
        <p:nvSpPr>
          <p:cNvPr id="8" name="Content Placeholder 7"/>
          <p:cNvSpPr>
            <a:spLocks noGrp="1"/>
          </p:cNvSpPr>
          <p:nvPr>
            <p:ph sz="quarter" idx="13"/>
          </p:nvPr>
        </p:nvSpPr>
        <p:spPr>
          <a:xfrm>
            <a:off x="6400800" y="1488865"/>
            <a:ext cx="5486400" cy="4755303"/>
          </a:xfrm>
        </p:spPr>
        <p:txBody>
          <a:bodyPr/>
          <a:lstStyle>
            <a:lvl1pPr>
              <a:defRPr sz="1867"/>
            </a:lvl1pPr>
            <a:lvl2pPr>
              <a:defRPr sz="1867"/>
            </a:lvl2pPr>
            <a:lvl3pPr>
              <a:defRPr sz="1867"/>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948795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31641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85344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63040"/>
            <a:ext cx="5486400" cy="478112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5"/>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288132814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Text Placeholder 6"/>
          <p:cNvSpPr>
            <a:spLocks noGrp="1"/>
          </p:cNvSpPr>
          <p:nvPr>
            <p:ph type="body" sz="quarter" idx="14"/>
          </p:nvPr>
        </p:nvSpPr>
        <p:spPr>
          <a:xfrm>
            <a:off x="304800" y="1463039"/>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39"/>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6"/>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225080611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6400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10" name="Text Placeholder 9"/>
          <p:cNvSpPr>
            <a:spLocks noGrp="1"/>
          </p:cNvSpPr>
          <p:nvPr>
            <p:ph type="body" sz="quarter" idx="16"/>
          </p:nvPr>
        </p:nvSpPr>
        <p:spPr>
          <a:xfrm>
            <a:off x="9448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166254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a:endParaRPr lang="en-US" sz="1600" err="1">
              <a:solidFill>
                <a:srgbClr val="FFFFFF"/>
              </a:solidFill>
              <a:latin typeface="Arial"/>
              <a:cs typeface="Arial"/>
            </a:endParaRPr>
          </a:p>
        </p:txBody>
      </p:sp>
      <p:sp>
        <p:nvSpPr>
          <p:cNvPr id="2" name="Title 1"/>
          <p:cNvSpPr>
            <a:spLocks noGrp="1"/>
          </p:cNvSpPr>
          <p:nvPr>
            <p:ph type="title"/>
          </p:nvPr>
        </p:nvSpPr>
        <p:spPr>
          <a:xfrm>
            <a:off x="304800" y="1377696"/>
            <a:ext cx="5486400" cy="475488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6400800" y="1499617"/>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Tree>
    <p:extLst>
      <p:ext uri="{BB962C8B-B14F-4D97-AF65-F5344CB8AC3E}">
        <p14:creationId xmlns:p14="http://schemas.microsoft.com/office/powerpoint/2010/main" val="238159377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8" name="Picture Placeholder 7"/>
          <p:cNvSpPr>
            <a:spLocks noGrp="1"/>
          </p:cNvSpPr>
          <p:nvPr>
            <p:ph type="pic" sz="quarter" idx="15"/>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151145032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65022482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23809422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2"/>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12" name="Text Placeholder 11"/>
          <p:cNvSpPr>
            <a:spLocks noGrp="1"/>
          </p:cNvSpPr>
          <p:nvPr>
            <p:ph type="body" sz="quarter" idx="13"/>
          </p:nvPr>
        </p:nvSpPr>
        <p:spPr>
          <a:xfrm>
            <a:off x="304800" y="256033"/>
            <a:ext cx="5486400" cy="400049"/>
          </a:xfrm>
        </p:spPr>
        <p:txBody>
          <a:bodyPr/>
          <a:lstStyle>
            <a:lvl1pPr>
              <a:defRPr sz="2133"/>
            </a:lvl1pPr>
          </a:lstStyle>
          <a:p>
            <a:pPr lvl="0"/>
            <a:r>
              <a:rPr lang="en-US" dirty="0"/>
              <a:t>Click to edit Master text styles</a:t>
            </a: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5"/>
          </p:nvPr>
        </p:nvSpPr>
        <p:spPr>
          <a:xfrm>
            <a:off x="9144000" y="0"/>
            <a:ext cx="3048000" cy="3429000"/>
          </a:xfrm>
          <a:solidFill>
            <a:schemeClr val="bg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accent3"/>
          </a:solidFill>
        </p:spPr>
        <p:txBody>
          <a:bodyPr lIns="228600" tIns="192024" rIns="228600" bIns="228600"/>
          <a:lstStyle>
            <a:lvl1pPr>
              <a:defRPr sz="1867">
                <a:solidFill>
                  <a:schemeClr val="bg2"/>
                </a:solidFill>
              </a:defRPr>
            </a:lvl1pPr>
          </a:lstStyle>
          <a:p>
            <a:pPr lvl="0"/>
            <a:r>
              <a:rPr lang="en-US" dirty="0"/>
              <a:t>Click to edit Master text styles</a:t>
            </a:r>
          </a:p>
        </p:txBody>
      </p:sp>
    </p:spTree>
    <p:extLst>
      <p:ext uri="{BB962C8B-B14F-4D97-AF65-F5344CB8AC3E}">
        <p14:creationId xmlns:p14="http://schemas.microsoft.com/office/powerpoint/2010/main" val="54815038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6096000" cy="3429000"/>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bg2"/>
                </a:solidFill>
              </a:defRPr>
            </a:lvl1pPr>
          </a:lstStyle>
          <a:p>
            <a:endParaRPr lang="en-US" dirty="0"/>
          </a:p>
        </p:txBody>
      </p:sp>
      <p:sp>
        <p:nvSpPr>
          <p:cNvPr id="8" name="Content Placeholder 7"/>
          <p:cNvSpPr>
            <a:spLocks noGrp="1"/>
          </p:cNvSpPr>
          <p:nvPr>
            <p:ph sz="quarter" idx="15"/>
          </p:nvPr>
        </p:nvSpPr>
        <p:spPr>
          <a:xfrm>
            <a:off x="9144000" y="0"/>
            <a:ext cx="3048000" cy="3429000"/>
          </a:xfrm>
          <a:solidFill>
            <a:schemeClr val="tx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tx2">
              <a:lumMod val="50000"/>
            </a:schemeClr>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6" name="Title 5"/>
          <p:cNvSpPr>
            <a:spLocks noGrp="1"/>
          </p:cNvSpPr>
          <p:nvPr>
            <p:ph type="title"/>
          </p:nvPr>
        </p:nvSpPr>
        <p:spPr>
          <a:xfrm>
            <a:off x="-1" y="-1"/>
            <a:ext cx="6095999" cy="3429001"/>
          </a:xfrm>
          <a:solidFill>
            <a:schemeClr val="accent2"/>
          </a:solidFill>
        </p:spPr>
        <p:txBody>
          <a:bodyPr lIns="228600" tIns="201168" rIns="228600" bIns="228600"/>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4734741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2" y="3429000"/>
            <a:ext cx="3047996" cy="3429000"/>
          </a:xfrm>
          <a:solidFill>
            <a:schemeClr val="accent2"/>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chemeClr val="bg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bg2"/>
                </a:solidFill>
              </a:defRPr>
            </a:lvl1pPr>
          </a:lstStyle>
          <a:p>
            <a:endParaRPr lang="en-US" dirty="0"/>
          </a:p>
        </p:txBody>
      </p:sp>
      <p:sp>
        <p:nvSpPr>
          <p:cNvPr id="6" name="Title 5"/>
          <p:cNvSpPr>
            <a:spLocks noGrp="1"/>
          </p:cNvSpPr>
          <p:nvPr>
            <p:ph type="title"/>
          </p:nvPr>
        </p:nvSpPr>
        <p:spPr>
          <a:xfrm>
            <a:off x="-1" y="-1"/>
            <a:ext cx="12191999" cy="3429001"/>
          </a:xfrm>
          <a:solidFill>
            <a:schemeClr val="tx1"/>
          </a:solidFill>
        </p:spPr>
        <p:txBody>
          <a:bodyPr lIns="228600" tIns="155448" rIns="228600" bIns="228600"/>
          <a:lstStyle>
            <a:lvl1pPr>
              <a:defRPr sz="640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00001093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itle 5"/>
          <p:cNvSpPr>
            <a:spLocks noGrp="1"/>
          </p:cNvSpPr>
          <p:nvPr>
            <p:ph type="title"/>
          </p:nvPr>
        </p:nvSpPr>
        <p:spPr>
          <a:xfrm>
            <a:off x="-1" y="-1"/>
            <a:ext cx="12191999" cy="1720852"/>
          </a:xfrm>
          <a:solidFill>
            <a:schemeClr val="tx1"/>
          </a:solidFill>
        </p:spPr>
        <p:txBody>
          <a:bodyPr lIns="228600" tIns="201168" rIns="228600" bIns="228600"/>
          <a:lstStyle>
            <a:lvl1pPr>
              <a:defRPr sz="320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52042786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600" tIns="155448" rIns="228600" bIns="228600"/>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bg2"/>
                </a:solidFill>
              </a:defRPr>
            </a:lvl1pPr>
          </a:lstStyle>
          <a:p>
            <a:endParaRPr lang="en-US" dirty="0"/>
          </a:p>
        </p:txBody>
      </p:sp>
    </p:spTree>
    <p:extLst>
      <p:ext uri="{BB962C8B-B14F-4D97-AF65-F5344CB8AC3E}">
        <p14:creationId xmlns:p14="http://schemas.microsoft.com/office/powerpoint/2010/main" val="212461917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600" tIns="182880" rIns="228600" bIns="228600"/>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17" name="Content Placeholder 16"/>
          <p:cNvSpPr>
            <a:spLocks noGrp="1"/>
          </p:cNvSpPr>
          <p:nvPr>
            <p:ph sz="quarter" idx="22"/>
          </p:nvPr>
        </p:nvSpPr>
        <p:spPr>
          <a:xfrm>
            <a:off x="9144000" y="0"/>
            <a:ext cx="3048000" cy="6858000"/>
          </a:xfrm>
          <a:solidFill>
            <a:schemeClr val="tx2">
              <a:lumMod val="75000"/>
            </a:schemeClr>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bg2"/>
                </a:solidFill>
              </a:defRPr>
            </a:lvl1pPr>
          </a:lstStyle>
          <a:p>
            <a:endParaRPr lang="en-US" dirty="0"/>
          </a:p>
        </p:txBody>
      </p:sp>
    </p:spTree>
    <p:extLst>
      <p:ext uri="{BB962C8B-B14F-4D97-AF65-F5344CB8AC3E}">
        <p14:creationId xmlns:p14="http://schemas.microsoft.com/office/powerpoint/2010/main" val="202154107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304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0891976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0"/>
            <a:ext cx="8534400" cy="5099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4366692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1504212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6096000" y="0"/>
            <a:ext cx="6096000" cy="6858000"/>
          </a:xfrm>
        </p:spPr>
        <p:txBody>
          <a:bodyPr/>
          <a:lstStyle/>
          <a:p>
            <a:r>
              <a:rPr lang="en-US"/>
              <a:t>Drag picture to placeholder or click icon to add</a:t>
            </a:r>
          </a:p>
        </p:txBody>
      </p:sp>
    </p:spTree>
    <p:extLst>
      <p:ext uri="{BB962C8B-B14F-4D97-AF65-F5344CB8AC3E}">
        <p14:creationId xmlns:p14="http://schemas.microsoft.com/office/powerpoint/2010/main" val="373922902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6267189" y="1454615"/>
            <a:ext cx="5620011" cy="4608576"/>
          </a:xfrm>
        </p:spPr>
        <p:txBody>
          <a:bodyPr/>
          <a:lstStyle>
            <a:lvl1pPr marL="156629" indent="-156629">
              <a:tabLst/>
              <a:defRPr sz="3200"/>
            </a:lvl1pPr>
            <a:lvl2pPr marL="0" indent="0">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7189611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a:lstStyle/>
          <a:p>
            <a:r>
              <a:rPr lang="en-US"/>
              <a:t>Click icon to add table</a:t>
            </a:r>
          </a:p>
        </p:txBody>
      </p:sp>
    </p:spTree>
    <p:extLst>
      <p:ext uri="{BB962C8B-B14F-4D97-AF65-F5344CB8AC3E}">
        <p14:creationId xmlns:p14="http://schemas.microsoft.com/office/powerpoint/2010/main" val="387677473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03476478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0747646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435" algn="dec"/>
              </a:tabLst>
              <a:defRPr sz="1467"/>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dirty="0"/>
              <a:t>Click to edit Master text styles</a:t>
            </a:r>
          </a:p>
        </p:txBody>
      </p:sp>
    </p:spTree>
    <p:extLst>
      <p:ext uri="{BB962C8B-B14F-4D97-AF65-F5344CB8AC3E}">
        <p14:creationId xmlns:p14="http://schemas.microsoft.com/office/powerpoint/2010/main" val="43654411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pic>
        <p:nvPicPr>
          <p:cNvPr id="5" name="Picture 4" descr="ibm_gry.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7"/>
            <a:ext cx="1730144" cy="701463"/>
          </a:xfrm>
          <a:prstGeom prst="rect">
            <a:avLst/>
          </a:prstGeom>
        </p:spPr>
      </p:pic>
    </p:spTree>
    <p:extLst>
      <p:ext uri="{BB962C8B-B14F-4D97-AF65-F5344CB8AC3E}">
        <p14:creationId xmlns:p14="http://schemas.microsoft.com/office/powerpoint/2010/main" val="171806946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cSld name="2_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p:spPr>
        <p:txBody>
          <a:bodyPr/>
          <a:lstStyle>
            <a:lvl1pPr>
              <a:defRPr>
                <a:solidFill>
                  <a:schemeClr val="tx1"/>
                </a:solidFill>
              </a:defRPr>
            </a:lvl1pPr>
          </a:lstStyle>
          <a:p>
            <a:endParaRPr lang="en-US" dirty="0">
              <a:solidFill>
                <a:srgbClr val="000000"/>
              </a:solidFill>
            </a:endParaRPr>
          </a:p>
        </p:txBody>
      </p:sp>
      <p:sp>
        <p:nvSpPr>
          <p:cNvPr id="4" name="Title 3"/>
          <p:cNvSpPr>
            <a:spLocks noGrp="1"/>
          </p:cNvSpPr>
          <p:nvPr>
            <p:ph type="title"/>
          </p:nvPr>
        </p:nvSpPr>
        <p:spPr>
          <a:xfrm>
            <a:off x="304800" y="271708"/>
            <a:ext cx="5486401" cy="5972459"/>
          </a:xfrm>
        </p:spPr>
        <p:txBody>
          <a:bodyPr/>
          <a:lstStyle>
            <a:lvl1pPr>
              <a:lnSpc>
                <a:spcPct val="90000"/>
              </a:lnSpc>
              <a:defRPr sz="3200" b="0">
                <a:solidFill>
                  <a:schemeClr val="tx1"/>
                </a:solidFill>
              </a:defRPr>
            </a:lvl1pPr>
          </a:lstStyle>
          <a:p>
            <a:r>
              <a:rPr lang="en-US"/>
              <a:t>Click to edit Master title style</a:t>
            </a:r>
            <a:endParaRPr lang="en-US" dirty="0"/>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91749" y="6273801"/>
            <a:ext cx="695452" cy="281940"/>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8001" t="20400" r="17675" b="20719"/>
          <a:stretch/>
        </p:blipFill>
        <p:spPr>
          <a:xfrm>
            <a:off x="5956299" y="540363"/>
            <a:ext cx="5729895" cy="4916867"/>
          </a:xfrm>
          <a:prstGeom prst="rect">
            <a:avLst/>
          </a:prstGeom>
        </p:spPr>
      </p:pic>
      <p:pic>
        <p:nvPicPr>
          <p:cNvPr id="8" name="Picture 7" descr="ibm_gry.png"/>
          <p:cNvPicPr>
            <a:picLocks noChangeAspect="1"/>
          </p:cNvPicPr>
          <p:nvPr userDrawn="1"/>
        </p:nvPicPr>
        <p:blipFill>
          <a:blip r:embed="rId4">
            <a:biLevel thresh="75000"/>
            <a:extLst>
              <a:ext uri="{28A0092B-C50C-407E-A947-70E740481C1C}">
                <a14:useLocalDpi xmlns:a14="http://schemas.microsoft.com/office/drawing/2010/main"/>
              </a:ext>
            </a:extLst>
          </a:blip>
          <a:stretch>
            <a:fillRect/>
          </a:stretch>
        </p:blipFill>
        <p:spPr>
          <a:xfrm>
            <a:off x="11191749" y="320061"/>
            <a:ext cx="695452" cy="281961"/>
          </a:xfrm>
          <a:prstGeom prst="rect">
            <a:avLst/>
          </a:prstGeom>
        </p:spPr>
      </p:pic>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15172" t="28443" r="13568" b="27421"/>
          <a:stretch/>
        </p:blipFill>
        <p:spPr>
          <a:xfrm>
            <a:off x="9880913" y="6112935"/>
            <a:ext cx="2160569" cy="627264"/>
          </a:xfrm>
          <a:prstGeom prst="rect">
            <a:avLst/>
          </a:prstGeom>
        </p:spPr>
      </p:pic>
    </p:spTree>
    <p:extLst>
      <p:ext uri="{BB962C8B-B14F-4D97-AF65-F5344CB8AC3E}">
        <p14:creationId xmlns:p14="http://schemas.microsoft.com/office/powerpoint/2010/main" val="293760250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Large Type-Brigh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955" y="787806"/>
            <a:ext cx="7267575" cy="1453389"/>
          </a:xfrm>
        </p:spPr>
        <p:txBody>
          <a:bodyPr/>
          <a:lstStyle>
            <a:lvl1pPr algn="l" defTabSz="1219170" rtl="0" eaLnBrk="1" latinLnBrk="0" hangingPunct="1">
              <a:lnSpc>
                <a:spcPts val="5600"/>
              </a:lnSpc>
              <a:spcBef>
                <a:spcPct val="0"/>
              </a:spcBef>
              <a:buNone/>
              <a:defRPr lang="en-US" sz="5333" kern="1200" baseline="0" dirty="0">
                <a:solidFill>
                  <a:schemeClr val="accent5"/>
                </a:solidFill>
                <a:latin typeface="+mj-lt"/>
                <a:ea typeface="+mj-ea"/>
                <a:cs typeface="+mj-cs"/>
              </a:defRPr>
            </a:lvl1pPr>
          </a:lstStyle>
          <a:p>
            <a:r>
              <a:rPr lang="en-US" dirty="0"/>
              <a:t>Click to edit Master title style</a:t>
            </a:r>
          </a:p>
        </p:txBody>
      </p:sp>
      <p:sp>
        <p:nvSpPr>
          <p:cNvPr id="6" name="Footer Placeholder 3"/>
          <p:cNvSpPr txBox="1">
            <a:spLocks/>
          </p:cNvSpPr>
          <p:nvPr userDrawn="1"/>
        </p:nvSpPr>
        <p:spPr>
          <a:xfrm>
            <a:off x="314632" y="6675120"/>
            <a:ext cx="8534400" cy="182880"/>
          </a:xfrm>
          <a:prstGeom prst="rect">
            <a:avLst/>
          </a:prstGeom>
        </p:spPr>
        <p:txBody>
          <a:bodyPr vert="horz" lIns="0" tIns="0" rIns="0" bIns="0" rtlCol="0" anchor="ctr"/>
          <a:lstStyle>
            <a:defPPr>
              <a:defRPr lang="en-US"/>
            </a:defPPr>
            <a:lvl1pPr marL="0" algn="r" defTabSz="685800" rtl="0" eaLnBrk="1" latinLnBrk="0" hangingPunct="1">
              <a:defRPr sz="600" kern="1200" baseline="0">
                <a:solidFill>
                  <a:schemeClr val="tx1"/>
                </a:solidFill>
                <a:latin typeface="+mn-lt"/>
                <a:ea typeface="Arial" charset="0"/>
                <a:cs typeface="Arial"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de-DE" sz="800" dirty="0"/>
              <a:t>IBM Cloud /  2018 /  © 2017 IBM Corporation</a:t>
            </a:r>
            <a:endParaRPr lang="en-US" sz="800" dirty="0"/>
          </a:p>
        </p:txBody>
      </p:sp>
    </p:spTree>
    <p:extLst>
      <p:ext uri="{BB962C8B-B14F-4D97-AF65-F5344CB8AC3E}">
        <p14:creationId xmlns:p14="http://schemas.microsoft.com/office/powerpoint/2010/main" val="315699636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15_Side by s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86" y="793383"/>
            <a:ext cx="4978401" cy="523220"/>
          </a:xfrm>
        </p:spPr>
        <p:txBody>
          <a:bodyPr>
            <a:spAutoFit/>
          </a:bodyPr>
          <a:lstStyle>
            <a:lvl1pPr>
              <a:lnSpc>
                <a:spcPts val="4000"/>
              </a:lnSpc>
              <a:defRPr sz="3733" baseline="0">
                <a:solidFill>
                  <a:schemeClr val="accent5"/>
                </a:solidFill>
              </a:defRPr>
            </a:lvl1pPr>
          </a:lstStyle>
          <a:p>
            <a:r>
              <a:rPr lang="en-US" dirty="0"/>
              <a:t>Click to edit Master title</a:t>
            </a:r>
          </a:p>
        </p:txBody>
      </p:sp>
      <p:sp>
        <p:nvSpPr>
          <p:cNvPr id="11" name="Text Placeholder 5"/>
          <p:cNvSpPr>
            <a:spLocks noGrp="1"/>
          </p:cNvSpPr>
          <p:nvPr>
            <p:ph type="body" sz="quarter" idx="11"/>
          </p:nvPr>
        </p:nvSpPr>
        <p:spPr>
          <a:xfrm>
            <a:off x="6604006" y="2034552"/>
            <a:ext cx="4775201" cy="246221"/>
          </a:xfrm>
        </p:spPr>
        <p:txBody>
          <a:bodyPr>
            <a:spAutoFit/>
          </a:bodyPr>
          <a:lstStyle>
            <a:lvl1pPr marL="228568" indent="-228568">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80" y="793383"/>
            <a:ext cx="4775201" cy="523220"/>
          </a:xfrm>
        </p:spPr>
        <p:txBody>
          <a:bodyPr>
            <a:spAutoFit/>
          </a:bodyPr>
          <a:lstStyle>
            <a:lvl1pPr marL="0" indent="0">
              <a:lnSpc>
                <a:spcPts val="4000"/>
              </a:lnSpc>
              <a:spcBef>
                <a:spcPts val="2400"/>
              </a:spcBef>
              <a:buFont typeface="Arial" panose="020B0604020202020204" pitchFamily="34" charset="0"/>
              <a:buNone/>
              <a:defRPr sz="3733"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4" name="Text Placeholder 5"/>
          <p:cNvSpPr>
            <a:spLocks noGrp="1"/>
          </p:cNvSpPr>
          <p:nvPr>
            <p:ph type="body" sz="quarter" idx="13"/>
          </p:nvPr>
        </p:nvSpPr>
        <p:spPr>
          <a:xfrm>
            <a:off x="812809" y="2034552"/>
            <a:ext cx="4978401" cy="246221"/>
          </a:xfrm>
        </p:spPr>
        <p:txBody>
          <a:bodyPr>
            <a:spAutoFit/>
          </a:bodyPr>
          <a:lstStyle>
            <a:lvl1pPr marL="228568" indent="-228568">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9" name="Footer Placeholder 3"/>
          <p:cNvSpPr txBox="1">
            <a:spLocks/>
          </p:cNvSpPr>
          <p:nvPr userDrawn="1"/>
        </p:nvSpPr>
        <p:spPr>
          <a:xfrm>
            <a:off x="285135" y="6675120"/>
            <a:ext cx="8534400" cy="182880"/>
          </a:xfrm>
          <a:prstGeom prst="rect">
            <a:avLst/>
          </a:prstGeom>
        </p:spPr>
        <p:txBody>
          <a:bodyPr vert="horz" lIns="0" tIns="0" rIns="0" bIns="0" rtlCol="0" anchor="ctr"/>
          <a:lstStyle>
            <a:defPPr>
              <a:defRPr lang="en-US"/>
            </a:defPPr>
            <a:lvl1pPr marL="0" algn="r" defTabSz="685800" rtl="0" eaLnBrk="1" latinLnBrk="0" hangingPunct="1">
              <a:defRPr sz="600" kern="1200" baseline="0">
                <a:solidFill>
                  <a:schemeClr val="tx1"/>
                </a:solidFill>
                <a:latin typeface="+mn-lt"/>
                <a:ea typeface="Arial" charset="0"/>
                <a:cs typeface="Arial"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de-DE" sz="800" dirty="0"/>
              <a:t>IBM Cloud /  2018 /  © 2017 IBM Corporation</a:t>
            </a:r>
            <a:endParaRPr lang="en-US" sz="800" dirty="0"/>
          </a:p>
        </p:txBody>
      </p:sp>
    </p:spTree>
    <p:extLst>
      <p:ext uri="{BB962C8B-B14F-4D97-AF65-F5344CB8AC3E}">
        <p14:creationId xmlns:p14="http://schemas.microsoft.com/office/powerpoint/2010/main" val="265409570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2_Title with two column with subheader">
    <p:bg>
      <p:bgPr>
        <a:solidFill>
          <a:srgbClr val="FFFFFF"/>
        </a:solidFill>
        <a:effectLst/>
      </p:bgPr>
    </p:bg>
    <p:spTree>
      <p:nvGrpSpPr>
        <p:cNvPr id="1" name=""/>
        <p:cNvGrpSpPr/>
        <p:nvPr/>
      </p:nvGrpSpPr>
      <p:grpSpPr>
        <a:xfrm>
          <a:off x="0" y="0"/>
          <a:ext cx="0" cy="0"/>
          <a:chOff x="0" y="0"/>
          <a:chExt cx="0" cy="0"/>
        </a:xfrm>
      </p:grpSpPr>
      <p:sp>
        <p:nvSpPr>
          <p:cNvPr id="6"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219170"/>
            <a:fld id="{33BF8EC9-7369-964B-8DC2-5B96682FF51E}" type="slidenum">
              <a:rPr lang="en-US" sz="800">
                <a:solidFill>
                  <a:srgbClr val="5A5A5A"/>
                </a:solidFill>
                <a:cs typeface="Arial" charset="0"/>
              </a:rPr>
              <a:pPr defTabSz="1219170"/>
              <a:t>‹#›</a:t>
            </a:fld>
            <a:endParaRPr lang="en-US" sz="800" dirty="0">
              <a:solidFill>
                <a:srgbClr val="5A5A5A"/>
              </a:solidFill>
              <a:cs typeface="Arial" charset="0"/>
            </a:endParaRPr>
          </a:p>
        </p:txBody>
      </p:sp>
      <p:sp>
        <p:nvSpPr>
          <p:cNvPr id="7"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219170"/>
            <a:r>
              <a:rPr lang="en-US" sz="800" dirty="0">
                <a:solidFill>
                  <a:srgbClr val="5A5A5A"/>
                </a:solidFill>
                <a:cs typeface="Arial" charset="0"/>
              </a:rPr>
              <a:t>Page</a:t>
            </a:r>
          </a:p>
        </p:txBody>
      </p:sp>
      <p:sp>
        <p:nvSpPr>
          <p:cNvPr id="8" name="Rectangle 5"/>
          <p:cNvSpPr>
            <a:spLocks noChangeArrowheads="1"/>
          </p:cNvSpPr>
          <p:nvPr/>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219170"/>
            <a:r>
              <a:rPr lang="en-US" sz="800" dirty="0">
                <a:solidFill>
                  <a:srgbClr val="5A5A5A"/>
                </a:solidFill>
                <a:cs typeface="Arial" charset="0"/>
              </a:rPr>
              <a:t>© 2017 IBM Corporation</a:t>
            </a:r>
          </a:p>
        </p:txBody>
      </p:sp>
      <p:sp>
        <p:nvSpPr>
          <p:cNvPr id="2" name="Title 1"/>
          <p:cNvSpPr>
            <a:spLocks noGrp="1"/>
          </p:cNvSpPr>
          <p:nvPr>
            <p:ph type="title"/>
          </p:nvPr>
        </p:nvSpPr>
        <p:spPr>
          <a:xfrm>
            <a:off x="790577" y="793381"/>
            <a:ext cx="10569996" cy="523220"/>
          </a:xfrm>
        </p:spPr>
        <p:txBody>
          <a:bodyPr/>
          <a:lstStyle>
            <a:lvl1pPr>
              <a:lnSpc>
                <a:spcPts val="4000"/>
              </a:lnSpc>
              <a:defRPr sz="3733" baseline="0">
                <a:solidFill>
                  <a:schemeClr val="accent5"/>
                </a:solidFill>
              </a:defRPr>
            </a:lvl1pPr>
          </a:lstStyle>
          <a:p>
            <a:r>
              <a:rPr lang="en-US" dirty="0"/>
              <a:t>Click to edit Master title</a:t>
            </a:r>
          </a:p>
        </p:txBody>
      </p:sp>
      <p:sp>
        <p:nvSpPr>
          <p:cNvPr id="11" name="Text Placeholder 3"/>
          <p:cNvSpPr>
            <a:spLocks noGrp="1"/>
          </p:cNvSpPr>
          <p:nvPr>
            <p:ph type="body" sz="quarter" idx="14" hasCustomPrompt="1"/>
          </p:nvPr>
        </p:nvSpPr>
        <p:spPr>
          <a:xfrm>
            <a:off x="808059" y="2045789"/>
            <a:ext cx="4983141" cy="3755571"/>
          </a:xfrm>
        </p:spPr>
        <p:txBody>
          <a:bodyPr>
            <a:normAutofit/>
          </a:bodyPr>
          <a:lstStyle>
            <a:lvl1pPr marL="0" indent="0">
              <a:spcBef>
                <a:spcPts val="1600"/>
              </a:spcBef>
              <a:buFontTx/>
              <a:buNone/>
              <a:defRPr sz="2667" baseline="0">
                <a:solidFill>
                  <a:schemeClr val="bg1"/>
                </a:solidFill>
              </a:defRPr>
            </a:lvl1pPr>
            <a:lvl2pPr marL="533387" indent="-230712">
              <a:buFont typeface="Arial" panose="020B0604020202020204" pitchFamily="34" charset="0"/>
              <a:buChar char="•"/>
              <a:defRPr sz="2667" baseline="0">
                <a:solidFill>
                  <a:schemeClr val="bg1"/>
                </a:solidFill>
              </a:defRPr>
            </a:lvl2pPr>
            <a:lvl3pPr marL="685783" indent="-230712">
              <a:buClr>
                <a:schemeClr val="bg1"/>
              </a:buClr>
              <a:buFont typeface="Arial" panose="020B0604020202020204" pitchFamily="34" charset="0"/>
              <a:buChar char="–"/>
              <a:defRPr sz="2667" baseline="0">
                <a:solidFill>
                  <a:schemeClr val="bg1"/>
                </a:solidFill>
              </a:defRPr>
            </a:lvl3pPr>
            <a:lvl4pPr marL="829713" indent="-220128">
              <a:buFont typeface="Arial" panose="020B0604020202020204" pitchFamily="34" charset="0"/>
              <a:buChar char="•"/>
              <a:defRPr sz="2667" baseline="0">
                <a:solidFill>
                  <a:schemeClr val="bg1"/>
                </a:solidFill>
              </a:defRPr>
            </a:lvl4pPr>
            <a:lvl5pPr marL="1032908" indent="-186262">
              <a:defRPr sz="2133" baseline="0">
                <a:solidFill>
                  <a:schemeClr val="bg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p:txBody>
      </p:sp>
      <p:sp>
        <p:nvSpPr>
          <p:cNvPr id="13" name="Text Placeholder 3"/>
          <p:cNvSpPr>
            <a:spLocks noGrp="1"/>
          </p:cNvSpPr>
          <p:nvPr>
            <p:ph type="body" sz="quarter" idx="18" hasCustomPrompt="1"/>
          </p:nvPr>
        </p:nvSpPr>
        <p:spPr>
          <a:xfrm>
            <a:off x="6377431" y="2045789"/>
            <a:ext cx="4983141" cy="3755571"/>
          </a:xfrm>
        </p:spPr>
        <p:txBody>
          <a:bodyPr>
            <a:normAutofit/>
          </a:bodyPr>
          <a:lstStyle>
            <a:lvl1pPr marL="0" indent="0">
              <a:spcBef>
                <a:spcPts val="1600"/>
              </a:spcBef>
              <a:buFontTx/>
              <a:buNone/>
              <a:defRPr sz="2667" baseline="0">
                <a:solidFill>
                  <a:schemeClr val="bg1"/>
                </a:solidFill>
              </a:defRPr>
            </a:lvl1pPr>
            <a:lvl2pPr marL="533387" indent="-230712">
              <a:buFont typeface="Arial" panose="020B0604020202020204" pitchFamily="34" charset="0"/>
              <a:buChar char="•"/>
              <a:defRPr sz="2667" baseline="0">
                <a:solidFill>
                  <a:schemeClr val="bg1"/>
                </a:solidFill>
              </a:defRPr>
            </a:lvl2pPr>
            <a:lvl3pPr marL="685783" indent="-230712">
              <a:buClr>
                <a:schemeClr val="bg1"/>
              </a:buClr>
              <a:buFont typeface="Arial" panose="020B0604020202020204" pitchFamily="34" charset="0"/>
              <a:buChar char="–"/>
              <a:defRPr sz="2667" baseline="0">
                <a:solidFill>
                  <a:schemeClr val="bg1"/>
                </a:solidFill>
              </a:defRPr>
            </a:lvl3pPr>
            <a:lvl4pPr marL="829713" indent="-220128">
              <a:buFont typeface="Arial" panose="020B0604020202020204" pitchFamily="34" charset="0"/>
              <a:buChar char="•"/>
              <a:defRPr sz="2667" baseline="0">
                <a:solidFill>
                  <a:schemeClr val="bg1"/>
                </a:solidFill>
              </a:defRPr>
            </a:lvl4pPr>
            <a:lvl5pPr marL="1032908" indent="-186262">
              <a:defRPr sz="2133" baseline="0">
                <a:solidFill>
                  <a:schemeClr val="bg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p:txBody>
      </p:sp>
    </p:spTree>
    <p:extLst>
      <p:ext uri="{BB962C8B-B14F-4D97-AF65-F5344CB8AC3E}">
        <p14:creationId xmlns:p14="http://schemas.microsoft.com/office/powerpoint/2010/main" val="372111662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1_Graphic slide">
    <p:bg>
      <p:bgPr>
        <a:solidFill>
          <a:srgbClr val="FFFFFF"/>
        </a:solidFill>
        <a:effectLst/>
      </p:bgPr>
    </p:bg>
    <p:spTree>
      <p:nvGrpSpPr>
        <p:cNvPr id="1" name=""/>
        <p:cNvGrpSpPr/>
        <p:nvPr/>
      </p:nvGrpSpPr>
      <p:grpSpPr>
        <a:xfrm>
          <a:off x="0" y="0"/>
          <a:ext cx="0" cy="0"/>
          <a:chOff x="0" y="0"/>
          <a:chExt cx="0" cy="0"/>
        </a:xfrm>
      </p:grpSpPr>
      <p:sp>
        <p:nvSpPr>
          <p:cNvPr id="3"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70"/>
            <a:fld id="{B2DC037B-B229-BD4C-B7B6-C0AEF2B4BC18}" type="slidenum">
              <a:rPr lang="en-US" sz="800">
                <a:solidFill>
                  <a:srgbClr val="5A5A5A"/>
                </a:solidFill>
                <a:cs typeface="Arial" charset="0"/>
              </a:rPr>
              <a:pPr defTabSz="1219170"/>
              <a:t>‹#›</a:t>
            </a:fld>
            <a:endParaRPr lang="en-US" sz="800">
              <a:solidFill>
                <a:srgbClr val="5A5A5A"/>
              </a:solidFill>
              <a:cs typeface="Arial" charset="0"/>
            </a:endParaRPr>
          </a:p>
        </p:txBody>
      </p:sp>
      <p:sp>
        <p:nvSpPr>
          <p:cNvPr id="4"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70"/>
            <a:r>
              <a:rPr lang="en-US" sz="800">
                <a:solidFill>
                  <a:srgbClr val="5A5A5A"/>
                </a:solidFill>
                <a:cs typeface="Arial" charset="0"/>
              </a:rPr>
              <a:t>Page</a:t>
            </a:r>
          </a:p>
        </p:txBody>
      </p:sp>
      <p:sp>
        <p:nvSpPr>
          <p:cNvPr id="5" name="Rectangle 5"/>
          <p:cNvSpPr>
            <a:spLocks noChangeArrowheads="1"/>
          </p:cNvSpPr>
          <p:nvPr/>
        </p:nvSpPr>
        <p:spPr bwMode="auto">
          <a:xfrm>
            <a:off x="817034" y="6489701"/>
            <a:ext cx="158961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219170"/>
            <a:r>
              <a:rPr lang="en-US" sz="800" dirty="0">
                <a:solidFill>
                  <a:srgbClr val="5A5A5A"/>
                </a:solidFill>
                <a:cs typeface="Arial" charset="0"/>
              </a:rPr>
              <a:t>© 2017 IBM Corporation</a:t>
            </a:r>
          </a:p>
        </p:txBody>
      </p:sp>
      <p:sp>
        <p:nvSpPr>
          <p:cNvPr id="2" name="Title 1"/>
          <p:cNvSpPr>
            <a:spLocks noGrp="1"/>
          </p:cNvSpPr>
          <p:nvPr>
            <p:ph type="title"/>
          </p:nvPr>
        </p:nvSpPr>
        <p:spPr>
          <a:xfrm>
            <a:off x="790577" y="795409"/>
            <a:ext cx="10539275" cy="523220"/>
          </a:xfrm>
        </p:spPr>
        <p:txBody>
          <a:bodyPr/>
          <a:lstStyle>
            <a:lvl1pPr>
              <a:lnSpc>
                <a:spcPts val="4000"/>
              </a:lnSpc>
              <a:defRPr sz="3733" baseline="0">
                <a:solidFill>
                  <a:schemeClr val="accent5"/>
                </a:solidFill>
              </a:defRPr>
            </a:lvl1pPr>
          </a:lstStyle>
          <a:p>
            <a:r>
              <a:rPr lang="en-US"/>
              <a:t>Click to edit Master title style</a:t>
            </a:r>
            <a:endParaRPr lang="en-US" dirty="0"/>
          </a:p>
        </p:txBody>
      </p:sp>
    </p:spTree>
    <p:extLst>
      <p:ext uri="{BB962C8B-B14F-4D97-AF65-F5344CB8AC3E}">
        <p14:creationId xmlns:p14="http://schemas.microsoft.com/office/powerpoint/2010/main" val="242355454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8" y="790820"/>
            <a:ext cx="10588623" cy="470322"/>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10" name="Rectangle 9"/>
          <p:cNvSpPr/>
          <p:nvPr userDrawn="1"/>
        </p:nvSpPr>
        <p:spPr>
          <a:xfrm>
            <a:off x="3723484" y="6490231"/>
            <a:ext cx="410749" cy="123111"/>
          </a:xfrm>
          <a:prstGeom prst="rect">
            <a:avLst/>
          </a:prstGeom>
        </p:spPr>
        <p:txBody>
          <a:bodyPr wrap="square" lIns="0" tIns="0" rIns="0" bIns="0">
            <a:spAutoFit/>
          </a:bodyPr>
          <a:lstStyle/>
          <a:p>
            <a:pPr defTabSz="1219170"/>
            <a:fld id="{655362CE-4ABE-4CB4-8947-B1242CDD9D94}" type="slidenum">
              <a:rPr lang="en-US" sz="800" smtClean="0">
                <a:solidFill>
                  <a:srgbClr val="5A5A5A"/>
                </a:solidFill>
                <a:ea typeface="ＭＳ Ｐゴシック" charset="0"/>
              </a:rPr>
              <a:pPr defTabSz="1219170"/>
              <a:t>‹#›</a:t>
            </a:fld>
            <a:endParaRPr lang="en-US" sz="800" dirty="0">
              <a:solidFill>
                <a:srgbClr val="5A5A5A"/>
              </a:solidFill>
              <a:ea typeface="ＭＳ Ｐゴシック" charset="0"/>
            </a:endParaRPr>
          </a:p>
        </p:txBody>
      </p:sp>
      <p:sp>
        <p:nvSpPr>
          <p:cNvPr id="11" name="Rectangle 10"/>
          <p:cNvSpPr/>
          <p:nvPr userDrawn="1"/>
        </p:nvSpPr>
        <p:spPr>
          <a:xfrm>
            <a:off x="3454931" y="6490231"/>
            <a:ext cx="261527" cy="123111"/>
          </a:xfrm>
          <a:prstGeom prst="rect">
            <a:avLst/>
          </a:prstGeom>
        </p:spPr>
        <p:txBody>
          <a:bodyPr wrap="square" lIns="0" tIns="0" rIns="0" bIns="0">
            <a:spAutoFit/>
          </a:bodyPr>
          <a:lstStyle/>
          <a:p>
            <a:pPr defTabSz="1219170"/>
            <a:r>
              <a:rPr lang="en-US" sz="800" dirty="0">
                <a:solidFill>
                  <a:srgbClr val="5A5A5A"/>
                </a:solidFill>
                <a:ea typeface="ＭＳ Ｐゴシック" charset="0"/>
              </a:rPr>
              <a:t>Page</a:t>
            </a:r>
          </a:p>
        </p:txBody>
      </p:sp>
      <p:sp>
        <p:nvSpPr>
          <p:cNvPr id="13" name="Rectangle 12"/>
          <p:cNvSpPr/>
          <p:nvPr userDrawn="1"/>
        </p:nvSpPr>
        <p:spPr>
          <a:xfrm>
            <a:off x="817564" y="6490231"/>
            <a:ext cx="1589616" cy="123111"/>
          </a:xfrm>
          <a:prstGeom prst="rect">
            <a:avLst/>
          </a:prstGeom>
        </p:spPr>
        <p:txBody>
          <a:bodyPr wrap="square" lIns="0" tIns="0" rIns="0" bIns="0">
            <a:spAutoFit/>
          </a:bodyPr>
          <a:lstStyle/>
          <a:p>
            <a:pPr defTabSz="1219170"/>
            <a:r>
              <a:rPr lang="en-US" sz="800">
                <a:solidFill>
                  <a:srgbClr val="5A5A5A"/>
                </a:solidFill>
                <a:ea typeface="ＭＳ Ｐゴシック" charset="0"/>
              </a:rPr>
              <a:t>© 2017 </a:t>
            </a:r>
            <a:r>
              <a:rPr lang="en-US" sz="800" dirty="0">
                <a:solidFill>
                  <a:srgbClr val="5A5A5A"/>
                </a:solidFill>
                <a:ea typeface="ＭＳ Ｐゴシック" charset="0"/>
              </a:rPr>
              <a:t>IBM Corporation</a:t>
            </a:r>
          </a:p>
        </p:txBody>
      </p:sp>
      <p:sp>
        <p:nvSpPr>
          <p:cNvPr id="19" name="TextBox 18"/>
          <p:cNvSpPr txBox="1"/>
          <p:nvPr userDrawn="1"/>
        </p:nvSpPr>
        <p:spPr>
          <a:xfrm>
            <a:off x="670837" y="347904"/>
            <a:ext cx="2425664" cy="318100"/>
          </a:xfrm>
          <a:prstGeom prst="rect">
            <a:avLst/>
          </a:prstGeom>
          <a:noFill/>
        </p:spPr>
        <p:txBody>
          <a:bodyPr wrap="none" rtlCol="0">
            <a:spAutoFit/>
          </a:bodyPr>
          <a:lstStyle/>
          <a:p>
            <a:pPr defTabSz="1219170"/>
            <a:r>
              <a:rPr lang="en-US" sz="1467" b="1" dirty="0">
                <a:solidFill>
                  <a:srgbClr val="5A5A5A"/>
                </a:solidFill>
                <a:ea typeface="ＭＳ Ｐゴシック" charset="0"/>
                <a:cs typeface="ＭＳ Ｐゴシック" charset="0"/>
              </a:rPr>
              <a:t>IBM Cloud </a:t>
            </a:r>
            <a:r>
              <a:rPr lang="en-US" sz="1467" dirty="0">
                <a:solidFill>
                  <a:srgbClr val="5A5A5A"/>
                </a:solidFill>
                <a:ea typeface="ＭＳ Ｐゴシック" charset="0"/>
                <a:cs typeface="ＭＳ Ｐゴシック" charset="0"/>
              </a:rPr>
              <a:t>Object Storage</a:t>
            </a:r>
          </a:p>
        </p:txBody>
      </p:sp>
      <p:sp>
        <p:nvSpPr>
          <p:cNvPr id="9" name="Rectangle 8"/>
          <p:cNvSpPr/>
          <p:nvPr userDrawn="1"/>
        </p:nvSpPr>
        <p:spPr>
          <a:xfrm>
            <a:off x="4876800" y="6490231"/>
            <a:ext cx="6629400" cy="123111"/>
          </a:xfrm>
          <a:prstGeom prst="rect">
            <a:avLst/>
          </a:prstGeom>
        </p:spPr>
        <p:txBody>
          <a:bodyPr wrap="square" lIns="0" tIns="0" rIns="0" bIns="0">
            <a:spAutoFit/>
          </a:bodyPr>
          <a:lstStyle/>
          <a:p>
            <a:pPr algn="r" defTabSz="1219170"/>
            <a:r>
              <a:rPr lang="en-US" sz="800">
                <a:solidFill>
                  <a:srgbClr val="6D7777"/>
                </a:solidFill>
              </a:rPr>
              <a:t>IBM Confidential</a:t>
            </a:r>
            <a:endParaRPr lang="en-US" sz="800" dirty="0">
              <a:solidFill>
                <a:srgbClr val="6D7777"/>
              </a:solidFill>
            </a:endParaRPr>
          </a:p>
        </p:txBody>
      </p:sp>
    </p:spTree>
    <p:extLst>
      <p:ext uri="{BB962C8B-B14F-4D97-AF65-F5344CB8AC3E}">
        <p14:creationId xmlns:p14="http://schemas.microsoft.com/office/powerpoint/2010/main" val="270222174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Table sl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90819"/>
            <a:ext cx="5283200" cy="523220"/>
          </a:xfrm>
        </p:spPr>
        <p:txBody>
          <a:bodyPr>
            <a:spAutoFit/>
          </a:bodyPr>
          <a:lstStyle>
            <a:lvl1pPr>
              <a:lnSpc>
                <a:spcPts val="4000"/>
              </a:lnSpc>
              <a:defRPr sz="3733" baseline="0">
                <a:solidFill>
                  <a:schemeClr val="bg1"/>
                </a:solidFill>
              </a:defRPr>
            </a:lvl1pPr>
          </a:lstStyle>
          <a:p>
            <a:r>
              <a:rPr lang="en-US" dirty="0"/>
              <a:t>Click to edit Master title</a:t>
            </a:r>
          </a:p>
        </p:txBody>
      </p:sp>
      <p:sp>
        <p:nvSpPr>
          <p:cNvPr id="19" name="Table Placeholder 18"/>
          <p:cNvSpPr>
            <a:spLocks noGrp="1"/>
          </p:cNvSpPr>
          <p:nvPr>
            <p:ph type="tbl" sz="quarter" idx="11"/>
          </p:nvPr>
        </p:nvSpPr>
        <p:spPr>
          <a:xfrm>
            <a:off x="812800" y="1736446"/>
            <a:ext cx="10566400" cy="410369"/>
          </a:xfrm>
        </p:spPr>
        <p:txBody>
          <a:bodyPr/>
          <a:lstStyle>
            <a:lvl1pPr>
              <a:defRPr baseline="0">
                <a:solidFill>
                  <a:schemeClr val="bg1"/>
                </a:solidFill>
              </a:defRPr>
            </a:lvl1pPr>
          </a:lstStyle>
          <a:p>
            <a:endParaRPr lang="en-US"/>
          </a:p>
        </p:txBody>
      </p:sp>
      <p:sp>
        <p:nvSpPr>
          <p:cNvPr id="10" name="Rectangle 9"/>
          <p:cNvSpPr/>
          <p:nvPr userDrawn="1"/>
        </p:nvSpPr>
        <p:spPr>
          <a:xfrm>
            <a:off x="3723486" y="6490231"/>
            <a:ext cx="410749" cy="123111"/>
          </a:xfrm>
          <a:prstGeom prst="rect">
            <a:avLst/>
          </a:prstGeom>
        </p:spPr>
        <p:txBody>
          <a:bodyPr wrap="square" lIns="0" tIns="0" rIns="0" bIns="0">
            <a:spAutoFit/>
          </a:bodyPr>
          <a:lstStyle/>
          <a:p>
            <a:pPr defTabSz="1219170"/>
            <a:fld id="{655362CE-4ABE-4CB4-8947-B1242CDD9D94}" type="slidenum">
              <a:rPr lang="en-US" sz="800" smtClean="0">
                <a:solidFill>
                  <a:srgbClr val="5A5A5A"/>
                </a:solidFill>
                <a:cs typeface="Arial" panose="020B0604020202020204" pitchFamily="34" charset="0"/>
              </a:rPr>
              <a:pPr defTabSz="1219170"/>
              <a:t>‹#›</a:t>
            </a:fld>
            <a:endParaRPr lang="en-US" sz="800">
              <a:solidFill>
                <a:srgbClr val="5A5A5A"/>
              </a:solidFill>
              <a:cs typeface="Arial" panose="020B0604020202020204" pitchFamily="34" charset="0"/>
            </a:endParaRPr>
          </a:p>
        </p:txBody>
      </p:sp>
      <p:sp>
        <p:nvSpPr>
          <p:cNvPr id="11" name="Rectangle 10"/>
          <p:cNvSpPr/>
          <p:nvPr userDrawn="1"/>
        </p:nvSpPr>
        <p:spPr>
          <a:xfrm>
            <a:off x="3454928" y="6490230"/>
            <a:ext cx="261528" cy="123111"/>
          </a:xfrm>
          <a:prstGeom prst="rect">
            <a:avLst/>
          </a:prstGeom>
        </p:spPr>
        <p:txBody>
          <a:bodyPr wrap="square" lIns="0" tIns="0" rIns="0" bIns="0">
            <a:spAutoFit/>
          </a:bodyPr>
          <a:lstStyle/>
          <a:p>
            <a:pPr defTabSz="1219170"/>
            <a:r>
              <a:rPr lang="en-US" sz="800">
                <a:solidFill>
                  <a:srgbClr val="5A5A5A"/>
                </a:solidFill>
                <a:cs typeface="Arial" panose="020B0604020202020204" pitchFamily="34" charset="0"/>
              </a:rPr>
              <a:t>Page</a:t>
            </a:r>
          </a:p>
        </p:txBody>
      </p:sp>
      <p:sp>
        <p:nvSpPr>
          <p:cNvPr id="13" name="Rectangle 12"/>
          <p:cNvSpPr/>
          <p:nvPr userDrawn="1"/>
        </p:nvSpPr>
        <p:spPr>
          <a:xfrm>
            <a:off x="817565" y="6490230"/>
            <a:ext cx="1589616" cy="123111"/>
          </a:xfrm>
          <a:prstGeom prst="rect">
            <a:avLst/>
          </a:prstGeom>
        </p:spPr>
        <p:txBody>
          <a:bodyPr wrap="square" lIns="0" tIns="0" rIns="0" bIns="0">
            <a:spAutoFit/>
          </a:bodyPr>
          <a:lstStyle/>
          <a:p>
            <a:pPr defTabSz="1219170"/>
            <a:r>
              <a:rPr lang="en-US" sz="800" dirty="0">
                <a:solidFill>
                  <a:srgbClr val="5A5A5A"/>
                </a:solidFill>
                <a:cs typeface="Arial" panose="020B0604020202020204" pitchFamily="34" charset="0"/>
              </a:rPr>
              <a:t>© 2016 IBM Corporation</a:t>
            </a:r>
          </a:p>
        </p:txBody>
      </p:sp>
    </p:spTree>
    <p:extLst>
      <p:ext uri="{BB962C8B-B14F-4D97-AF65-F5344CB8AC3E}">
        <p14:creationId xmlns:p14="http://schemas.microsoft.com/office/powerpoint/2010/main" val="40826457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1"/>
            <a:ext cx="2743200" cy="365125"/>
          </a:xfrm>
          <a:prstGeom prst="rect">
            <a:avLst/>
          </a:prstGeom>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84D21A0-162F-482A-8D56-D63A3C6491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300728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Side by s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80" y="793382"/>
            <a:ext cx="4978401" cy="523220"/>
          </a:xfrm>
        </p:spPr>
        <p:txBody>
          <a:bodyPr>
            <a:spAutoFit/>
          </a:bodyPr>
          <a:lstStyle>
            <a:lvl1pPr>
              <a:lnSpc>
                <a:spcPts val="4000"/>
              </a:lnSpc>
              <a:defRPr sz="3733" baseline="0">
                <a:solidFill>
                  <a:schemeClr val="accent5"/>
                </a:solidFill>
              </a:defRPr>
            </a:lvl1pPr>
          </a:lstStyle>
          <a:p>
            <a:r>
              <a:rPr lang="en-US" dirty="0"/>
              <a:t>Click to edit Master title</a:t>
            </a:r>
          </a:p>
        </p:txBody>
      </p:sp>
      <p:sp>
        <p:nvSpPr>
          <p:cNvPr id="11" name="Text Placeholder 5"/>
          <p:cNvSpPr>
            <a:spLocks noGrp="1"/>
          </p:cNvSpPr>
          <p:nvPr>
            <p:ph type="body" sz="quarter" idx="11"/>
          </p:nvPr>
        </p:nvSpPr>
        <p:spPr>
          <a:xfrm>
            <a:off x="6604000" y="2034550"/>
            <a:ext cx="4775201" cy="246221"/>
          </a:xfrm>
        </p:spPr>
        <p:txBody>
          <a:bodyPr>
            <a:spAutoFit/>
          </a:bodyPr>
          <a:lstStyle>
            <a:lvl1pPr marL="228594" indent="-228594">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73" y="793382"/>
            <a:ext cx="4775201" cy="523220"/>
          </a:xfrm>
        </p:spPr>
        <p:txBody>
          <a:bodyPr>
            <a:spAutoFit/>
          </a:bodyPr>
          <a:lstStyle>
            <a:lvl1pPr marL="0" indent="0">
              <a:lnSpc>
                <a:spcPts val="4000"/>
              </a:lnSpc>
              <a:spcBef>
                <a:spcPts val="2400"/>
              </a:spcBef>
              <a:buFont typeface="Arial" panose="020B0604020202020204" pitchFamily="34" charset="0"/>
              <a:buNone/>
              <a:defRPr sz="3733"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4" name="Text Placeholder 5"/>
          <p:cNvSpPr>
            <a:spLocks noGrp="1"/>
          </p:cNvSpPr>
          <p:nvPr>
            <p:ph type="body" sz="quarter" idx="13"/>
          </p:nvPr>
        </p:nvSpPr>
        <p:spPr>
          <a:xfrm>
            <a:off x="812802" y="2034550"/>
            <a:ext cx="4978401" cy="246221"/>
          </a:xfrm>
        </p:spPr>
        <p:txBody>
          <a:bodyPr>
            <a:spAutoFit/>
          </a:bodyPr>
          <a:lstStyle>
            <a:lvl1pPr marL="228594" indent="-228594">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0" name="Rectangle 9"/>
          <p:cNvSpPr/>
          <p:nvPr userDrawn="1"/>
        </p:nvSpPr>
        <p:spPr>
          <a:xfrm>
            <a:off x="3723486" y="6490231"/>
            <a:ext cx="410749" cy="123111"/>
          </a:xfrm>
          <a:prstGeom prst="rect">
            <a:avLst/>
          </a:prstGeom>
        </p:spPr>
        <p:txBody>
          <a:bodyPr wrap="square" lIns="0" tIns="0" rIns="0" bIns="0">
            <a:spAutoFit/>
          </a:bodyPr>
          <a:lstStyle/>
          <a:p>
            <a:pPr defTabSz="1219170"/>
            <a:fld id="{655362CE-4ABE-4CB4-8947-B1242CDD9D94}" type="slidenum">
              <a:rPr lang="en-US" sz="800" smtClean="0">
                <a:solidFill>
                  <a:srgbClr val="5A5A5A"/>
                </a:solidFill>
                <a:cs typeface="Arial" panose="020B0604020202020204" pitchFamily="34" charset="0"/>
              </a:rPr>
              <a:pPr defTabSz="1219170"/>
              <a:t>‹#›</a:t>
            </a:fld>
            <a:endParaRPr lang="en-US" sz="800">
              <a:solidFill>
                <a:srgbClr val="5A5A5A"/>
              </a:solidFill>
              <a:cs typeface="Arial" panose="020B0604020202020204" pitchFamily="34" charset="0"/>
            </a:endParaRPr>
          </a:p>
        </p:txBody>
      </p:sp>
      <p:sp>
        <p:nvSpPr>
          <p:cNvPr id="15" name="Rectangle 14"/>
          <p:cNvSpPr/>
          <p:nvPr userDrawn="1"/>
        </p:nvSpPr>
        <p:spPr>
          <a:xfrm>
            <a:off x="3454928" y="6490230"/>
            <a:ext cx="261528" cy="123111"/>
          </a:xfrm>
          <a:prstGeom prst="rect">
            <a:avLst/>
          </a:prstGeom>
        </p:spPr>
        <p:txBody>
          <a:bodyPr wrap="square" lIns="0" tIns="0" rIns="0" bIns="0">
            <a:spAutoFit/>
          </a:bodyPr>
          <a:lstStyle/>
          <a:p>
            <a:pPr defTabSz="1219170"/>
            <a:r>
              <a:rPr lang="en-US" sz="800">
                <a:solidFill>
                  <a:srgbClr val="5A5A5A"/>
                </a:solidFill>
                <a:cs typeface="Arial" panose="020B0604020202020204" pitchFamily="34" charset="0"/>
              </a:rPr>
              <a:t>Page</a:t>
            </a:r>
          </a:p>
        </p:txBody>
      </p:sp>
      <p:sp>
        <p:nvSpPr>
          <p:cNvPr id="18" name="Rectangle 17"/>
          <p:cNvSpPr/>
          <p:nvPr userDrawn="1"/>
        </p:nvSpPr>
        <p:spPr>
          <a:xfrm>
            <a:off x="817565" y="6490230"/>
            <a:ext cx="1589616" cy="123111"/>
          </a:xfrm>
          <a:prstGeom prst="rect">
            <a:avLst/>
          </a:prstGeom>
        </p:spPr>
        <p:txBody>
          <a:bodyPr wrap="square" lIns="0" tIns="0" rIns="0" bIns="0">
            <a:spAutoFit/>
          </a:bodyPr>
          <a:lstStyle/>
          <a:p>
            <a:pPr defTabSz="1219170"/>
            <a:r>
              <a:rPr lang="en-US" sz="800" dirty="0">
                <a:solidFill>
                  <a:srgbClr val="5A5A5A"/>
                </a:solidFill>
                <a:cs typeface="Arial" panose="020B0604020202020204" pitchFamily="34" charset="0"/>
              </a:rPr>
              <a:t>© 2016 IBM Corporation</a:t>
            </a:r>
          </a:p>
        </p:txBody>
      </p:sp>
    </p:spTree>
    <p:extLst>
      <p:ext uri="{BB962C8B-B14F-4D97-AF65-F5344CB8AC3E}">
        <p14:creationId xmlns:p14="http://schemas.microsoft.com/office/powerpoint/2010/main" val="333046378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tx">
  <p:cSld name="Light Bullets">
    <p:bg>
      <p:bgPr>
        <a:solidFill>
          <a:schemeClr val="accent2">
            <a:lumOff val="5588"/>
          </a:schemeClr>
        </a:solidFill>
        <a:effectLst/>
      </p:bgPr>
    </p:bg>
    <p:spTree>
      <p:nvGrpSpPr>
        <p:cNvPr id="1" name=""/>
        <p:cNvGrpSpPr/>
        <p:nvPr/>
      </p:nvGrpSpPr>
      <p:grpSpPr>
        <a:xfrm>
          <a:off x="0" y="0"/>
          <a:ext cx="0" cy="0"/>
          <a:chOff x="0" y="0"/>
          <a:chExt cx="0" cy="0"/>
        </a:xfrm>
      </p:grpSpPr>
      <p:sp>
        <p:nvSpPr>
          <p:cNvPr id="280" name="Rectangle 14"/>
          <p:cNvSpPr/>
          <p:nvPr/>
        </p:nvSpPr>
        <p:spPr>
          <a:xfrm>
            <a:off x="-2" y="6413501"/>
            <a:ext cx="12192004" cy="444500"/>
          </a:xfrm>
          <a:prstGeom prst="rect">
            <a:avLst/>
          </a:prstGeom>
          <a:solidFill>
            <a:srgbClr val="FFFFFF"/>
          </a:solidFill>
          <a:ln w="12700">
            <a:miter lim="400000"/>
          </a:ln>
        </p:spPr>
        <p:txBody>
          <a:bodyPr lIns="45719" tIns="45719" rIns="45719" bIns="45719" anchor="ctr"/>
          <a:lstStyle/>
          <a:p>
            <a:pPr algn="ctr" defTabSz="1219170" fontAlgn="base">
              <a:spcBef>
                <a:spcPct val="0"/>
              </a:spcBef>
              <a:spcAft>
                <a:spcPct val="0"/>
              </a:spcAft>
              <a:defRPr>
                <a:solidFill>
                  <a:srgbClr val="FFFFFF"/>
                </a:solidFill>
                <a:latin typeface="+mn-lt"/>
                <a:ea typeface="+mn-ea"/>
                <a:cs typeface="+mn-cs"/>
                <a:sym typeface="Arial"/>
              </a:defRPr>
            </a:pPr>
            <a:endParaRPr sz="2400">
              <a:solidFill>
                <a:srgbClr val="FFFFFF"/>
              </a:solidFill>
              <a:sym typeface="Arial"/>
            </a:endParaRPr>
          </a:p>
        </p:txBody>
      </p:sp>
      <p:pic>
        <p:nvPicPr>
          <p:cNvPr id="281" name="ibm_logo_dark blue-01.png" descr="ibm_logo_dark blue-01.png"/>
          <p:cNvPicPr>
            <a:picLocks noChangeAspect="1"/>
          </p:cNvPicPr>
          <p:nvPr/>
        </p:nvPicPr>
        <p:blipFill>
          <a:blip r:embed="rId2"/>
          <a:stretch>
            <a:fillRect/>
          </a:stretch>
        </p:blipFill>
        <p:spPr>
          <a:xfrm rot="5400000">
            <a:off x="11717319" y="6383320"/>
            <a:ext cx="190503" cy="504861"/>
          </a:xfrm>
          <a:prstGeom prst="rect">
            <a:avLst/>
          </a:prstGeom>
          <a:ln w="12700">
            <a:miter lim="400000"/>
          </a:ln>
        </p:spPr>
      </p:pic>
      <p:sp>
        <p:nvSpPr>
          <p:cNvPr id="282" name="Line"/>
          <p:cNvSpPr/>
          <p:nvPr/>
        </p:nvSpPr>
        <p:spPr>
          <a:xfrm>
            <a:off x="0" y="6394451"/>
            <a:ext cx="12192003" cy="0"/>
          </a:xfrm>
          <a:prstGeom prst="line">
            <a:avLst/>
          </a:prstGeom>
          <a:ln w="25400">
            <a:solidFill>
              <a:schemeClr val="accent5"/>
            </a:solidFill>
            <a:miter/>
          </a:ln>
        </p:spPr>
        <p:txBody>
          <a:bodyPr lIns="45719" tIns="45719" rIns="45719" bIns="45719"/>
          <a:lstStyle/>
          <a:p>
            <a:pPr defTabSz="1219170" fontAlgn="base">
              <a:spcBef>
                <a:spcPct val="0"/>
              </a:spcBef>
              <a:spcAft>
                <a:spcPct val="0"/>
              </a:spcAft>
            </a:pPr>
            <a:endParaRPr sz="2400">
              <a:solidFill>
                <a:srgbClr val="000000"/>
              </a:solidFill>
              <a:ea typeface="ＭＳ Ｐゴシック" charset="0"/>
              <a:cs typeface="ＭＳ Ｐゴシック" charset="0"/>
            </a:endParaRPr>
          </a:p>
        </p:txBody>
      </p:sp>
      <p:sp>
        <p:nvSpPr>
          <p:cNvPr id="283" name="Subtitle 2"/>
          <p:cNvSpPr txBox="1"/>
          <p:nvPr/>
        </p:nvSpPr>
        <p:spPr>
          <a:xfrm>
            <a:off x="7768907" y="6512413"/>
            <a:ext cx="3643976" cy="258530"/>
          </a:xfrm>
          <a:prstGeom prst="rect">
            <a:avLst/>
          </a:prstGeom>
          <a:ln w="12700">
            <a:miter lim="400000"/>
          </a:ln>
          <a:extLst>
            <a:ext uri="{C572A759-6A51-4108-AA02-DFA0A04FC94B}">
              <ma14:wrappingTextBoxFlag xmlns="" xmlns:ma14="http://schemas.microsoft.com/office/mac/drawingml/2011/main" val="1"/>
            </a:ext>
          </a:extLst>
        </p:spPr>
        <p:txBody>
          <a:bodyPr lIns="45719" tIns="45719" rIns="45719" bIns="45719">
            <a:spAutoFit/>
          </a:bodyPr>
          <a:lstStyle>
            <a:lvl1pPr algn="r">
              <a:lnSpc>
                <a:spcPct val="90000"/>
              </a:lnSpc>
              <a:defRPr sz="1200">
                <a:solidFill>
                  <a:srgbClr val="CACACA"/>
                </a:solidFill>
                <a:latin typeface="+mn-lt"/>
                <a:ea typeface="+mn-ea"/>
                <a:cs typeface="+mn-cs"/>
                <a:sym typeface="Arial"/>
              </a:defRPr>
            </a:lvl1pPr>
          </a:lstStyle>
          <a:p>
            <a:pPr defTabSz="1219170" fontAlgn="base">
              <a:spcBef>
                <a:spcPct val="0"/>
              </a:spcBef>
              <a:spcAft>
                <a:spcPct val="0"/>
              </a:spcAft>
            </a:pPr>
            <a:r>
              <a:rPr sz="1200"/>
              <a:t>Internal and Business Partner Use Only</a:t>
            </a:r>
          </a:p>
        </p:txBody>
      </p:sp>
      <p:sp>
        <p:nvSpPr>
          <p:cNvPr id="284" name="Lorem ipsum dolor sit amet, consectetur adipiscing elit, sed do eiusmod tempor incididunt ut labore et."/>
          <p:cNvSpPr txBox="1">
            <a:spLocks noGrp="1"/>
          </p:cNvSpPr>
          <p:nvPr>
            <p:ph type="body" sz="quarter" idx="13"/>
          </p:nvPr>
        </p:nvSpPr>
        <p:spPr>
          <a:xfrm>
            <a:off x="254000" y="2064833"/>
            <a:ext cx="5405821" cy="2298067"/>
          </a:xfrm>
          <a:prstGeom prst="rect">
            <a:avLst/>
          </a:prstGeom>
        </p:spPr>
        <p:txBody>
          <a:bodyPr/>
          <a:lstStyle/>
          <a:p>
            <a:pPr marL="285744" lvl="0" indent="-285744">
              <a:buClr>
                <a:schemeClr val="accent5"/>
              </a:buClr>
              <a:buSzPct val="100000"/>
              <a:buFont typeface="Arial"/>
              <a:buChar char="•"/>
              <a:defRPr>
                <a:solidFill>
                  <a:schemeClr val="accent4">
                    <a:satOff val="-27949"/>
                    <a:lumOff val="20049"/>
                  </a:schemeClr>
                </a:solidFill>
              </a:defRPr>
            </a:pPr>
            <a:r>
              <a:rPr lang="en-US"/>
              <a:t>Click to edit Master text styles</a:t>
            </a:r>
          </a:p>
          <a:p>
            <a:pPr marL="285744" lvl="1" indent="-285744">
              <a:buClr>
                <a:schemeClr val="accent5"/>
              </a:buClr>
              <a:buSzPct val="100000"/>
              <a:buFont typeface="Arial"/>
              <a:buChar char="•"/>
              <a:defRPr>
                <a:solidFill>
                  <a:schemeClr val="accent4">
                    <a:satOff val="-27949"/>
                    <a:lumOff val="20049"/>
                  </a:schemeClr>
                </a:solidFill>
              </a:defRPr>
            </a:pPr>
            <a:r>
              <a:rPr lang="en-US"/>
              <a:t>Second level</a:t>
            </a:r>
          </a:p>
          <a:p>
            <a:pPr marL="285744" lvl="2" indent="-285744">
              <a:buClr>
                <a:schemeClr val="accent5"/>
              </a:buClr>
              <a:buSzPct val="100000"/>
              <a:buFont typeface="Arial"/>
              <a:buChar char="•"/>
              <a:defRPr>
                <a:solidFill>
                  <a:schemeClr val="accent4">
                    <a:satOff val="-27949"/>
                    <a:lumOff val="20049"/>
                  </a:schemeClr>
                </a:solidFill>
              </a:defRPr>
            </a:pPr>
            <a:r>
              <a:rPr lang="en-US"/>
              <a:t>Third level</a:t>
            </a:r>
          </a:p>
        </p:txBody>
      </p:sp>
      <p:sp>
        <p:nvSpPr>
          <p:cNvPr id="285" name="Lorem ipsum dolor sit amet, consectetur adipiscing elit, sed do eiusmod tempor incididunt ut labore et."/>
          <p:cNvSpPr txBox="1">
            <a:spLocks noGrp="1"/>
          </p:cNvSpPr>
          <p:nvPr>
            <p:ph type="body" sz="quarter" idx="14"/>
          </p:nvPr>
        </p:nvSpPr>
        <p:spPr>
          <a:xfrm>
            <a:off x="6154320" y="2064831"/>
            <a:ext cx="5405821" cy="2298067"/>
          </a:xfrm>
          <a:prstGeom prst="rect">
            <a:avLst/>
          </a:prstGeom>
        </p:spPr>
        <p:txBody>
          <a:bodyPr/>
          <a:lstStyle/>
          <a:p>
            <a:pPr marL="285744" lvl="0" indent="-285744">
              <a:buClr>
                <a:schemeClr val="accent5"/>
              </a:buClr>
              <a:buSzPct val="100000"/>
              <a:buFont typeface="Arial"/>
              <a:buChar char="•"/>
              <a:defRPr>
                <a:solidFill>
                  <a:schemeClr val="accent4">
                    <a:satOff val="-27949"/>
                    <a:lumOff val="20049"/>
                  </a:schemeClr>
                </a:solidFill>
              </a:defRPr>
            </a:pPr>
            <a:r>
              <a:rPr lang="en-US"/>
              <a:t>Click to edit Master text styles</a:t>
            </a:r>
          </a:p>
          <a:p>
            <a:pPr marL="285744" lvl="1" indent="-285744">
              <a:buClr>
                <a:schemeClr val="accent5"/>
              </a:buClr>
              <a:buSzPct val="100000"/>
              <a:buFont typeface="Arial"/>
              <a:buChar char="•"/>
              <a:defRPr>
                <a:solidFill>
                  <a:schemeClr val="accent4">
                    <a:satOff val="-27949"/>
                    <a:lumOff val="20049"/>
                  </a:schemeClr>
                </a:solidFill>
              </a:defRPr>
            </a:pPr>
            <a:r>
              <a:rPr lang="en-US"/>
              <a:t>Second level</a:t>
            </a:r>
          </a:p>
          <a:p>
            <a:pPr marL="285744" lvl="2" indent="-285744">
              <a:buClr>
                <a:schemeClr val="accent5"/>
              </a:buClr>
              <a:buSzPct val="100000"/>
              <a:buFont typeface="Arial"/>
              <a:buChar char="•"/>
              <a:defRPr>
                <a:solidFill>
                  <a:schemeClr val="accent4">
                    <a:satOff val="-27949"/>
                    <a:lumOff val="20049"/>
                  </a:schemeClr>
                </a:solidFill>
              </a:defRPr>
            </a:pPr>
            <a:r>
              <a:rPr lang="en-US"/>
              <a:t>Third level</a:t>
            </a:r>
          </a:p>
        </p:txBody>
      </p:sp>
      <p:sp>
        <p:nvSpPr>
          <p:cNvPr id="286" name="Slide title"/>
          <p:cNvSpPr txBox="1">
            <a:spLocks noGrp="1"/>
          </p:cNvSpPr>
          <p:nvPr>
            <p:ph type="body" sz="quarter" idx="15"/>
          </p:nvPr>
        </p:nvSpPr>
        <p:spPr>
          <a:xfrm>
            <a:off x="254001" y="254002"/>
            <a:ext cx="4024249" cy="521223"/>
          </a:xfrm>
          <a:prstGeom prst="rect">
            <a:avLst/>
          </a:prstGeom>
        </p:spPr>
        <p:txBody>
          <a:bodyPr lIns="45718" tIns="45718" rIns="45718" bIns="45718"/>
          <a:lstStyle>
            <a:lvl1pPr defTabSz="777221">
              <a:lnSpc>
                <a:spcPct val="90000"/>
              </a:lnSpc>
              <a:defRPr sz="3000" b="1">
                <a:solidFill>
                  <a:schemeClr val="accent4"/>
                </a:solidFill>
              </a:defRPr>
            </a:lvl1pPr>
          </a:lstStyle>
          <a:p>
            <a:pPr lvl="0"/>
            <a:r>
              <a:rPr lang="en-US"/>
              <a:t>Click to edit Master text styles</a:t>
            </a:r>
          </a:p>
        </p:txBody>
      </p:sp>
      <p:sp>
        <p:nvSpPr>
          <p:cNvPr id="287" name="Subtitle 2"/>
          <p:cNvSpPr txBox="1"/>
          <p:nvPr/>
        </p:nvSpPr>
        <p:spPr>
          <a:xfrm>
            <a:off x="127000" y="6491338"/>
            <a:ext cx="1432509" cy="286230"/>
          </a:xfrm>
          <a:prstGeom prst="rect">
            <a:avLst/>
          </a:prstGeom>
          <a:ln w="12700">
            <a:miter lim="400000"/>
          </a:ln>
          <a:extLst>
            <a:ext uri="{C572A759-6A51-4108-AA02-DFA0A04FC94B}">
              <ma14:wrappingTextBoxFlag xmlns="" xmlns:ma14="http://schemas.microsoft.com/office/mac/drawingml/2011/main" val="1"/>
            </a:ext>
          </a:extLst>
        </p:spPr>
        <p:txBody>
          <a:bodyPr lIns="45719" tIns="45719" rIns="45719" bIns="45719">
            <a:spAutoFit/>
          </a:bodyPr>
          <a:lstStyle/>
          <a:p>
            <a:pPr defTabSz="1219170" fontAlgn="base">
              <a:lnSpc>
                <a:spcPct val="90000"/>
              </a:lnSpc>
              <a:spcBef>
                <a:spcPct val="0"/>
              </a:spcBef>
              <a:spcAft>
                <a:spcPct val="0"/>
              </a:spcAft>
              <a:defRPr sz="1400">
                <a:solidFill>
                  <a:srgbClr val="1C3649"/>
                </a:solidFill>
                <a:latin typeface="+mn-lt"/>
                <a:ea typeface="+mn-ea"/>
                <a:cs typeface="+mn-cs"/>
                <a:sym typeface="Arial"/>
              </a:defRPr>
            </a:pPr>
            <a:r>
              <a:rPr sz="1400">
                <a:solidFill>
                  <a:srgbClr val="1C3649"/>
                </a:solidFill>
                <a:sym typeface="Arial"/>
              </a:rPr>
              <a:t>IBM </a:t>
            </a:r>
            <a:r>
              <a:rPr sz="1400" b="1">
                <a:solidFill>
                  <a:srgbClr val="1C3649"/>
                </a:solidFill>
                <a:sym typeface="Arial"/>
              </a:rPr>
              <a:t>Cloud</a:t>
            </a:r>
          </a:p>
        </p:txBody>
      </p:sp>
    </p:spTree>
    <p:extLst>
      <p:ext uri="{BB962C8B-B14F-4D97-AF65-F5344CB8AC3E}">
        <p14:creationId xmlns:p14="http://schemas.microsoft.com/office/powerpoint/2010/main" val="3319468050"/>
      </p:ext>
    </p:extLst>
  </p:cSld>
  <p:clrMapOvr>
    <a:masterClrMapping/>
  </p:clrMapOvr>
  <p:transition spd="med"/>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4_Side by side">
    <p:bg>
      <p:bgPr>
        <a:solidFill>
          <a:srgbClr val="FFFFFF"/>
        </a:solidFill>
        <a:effectLst/>
      </p:bgPr>
    </p:bg>
    <p:spTree>
      <p:nvGrpSpPr>
        <p:cNvPr id="1" name=""/>
        <p:cNvGrpSpPr/>
        <p:nvPr/>
      </p:nvGrpSpPr>
      <p:grpSpPr>
        <a:xfrm>
          <a:off x="0" y="0"/>
          <a:ext cx="0" cy="0"/>
          <a:chOff x="0" y="0"/>
          <a:chExt cx="0" cy="0"/>
        </a:xfrm>
      </p:grpSpPr>
      <p:sp>
        <p:nvSpPr>
          <p:cNvPr id="6" name="Rectangle 3"/>
          <p:cNvSpPr>
            <a:spLocks noChangeArrowheads="1"/>
          </p:cNvSpPr>
          <p:nvPr/>
        </p:nvSpPr>
        <p:spPr bwMode="auto">
          <a:xfrm>
            <a:off x="3723246" y="6489729"/>
            <a:ext cx="410633"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913992"/>
            <a:fld id="{33BF8EC9-7369-964B-8DC2-5B96682FF51E}" type="slidenum">
              <a:rPr lang="en-US" sz="800">
                <a:solidFill>
                  <a:srgbClr val="5A5A5A"/>
                </a:solidFill>
                <a:cs typeface="Arial" charset="0"/>
              </a:rPr>
              <a:pPr defTabSz="913992"/>
              <a:t>‹#›</a:t>
            </a:fld>
            <a:endParaRPr lang="en-US" sz="800" dirty="0">
              <a:solidFill>
                <a:srgbClr val="5A5A5A"/>
              </a:solidFill>
              <a:cs typeface="Arial" charset="0"/>
            </a:endParaRPr>
          </a:p>
        </p:txBody>
      </p:sp>
      <p:sp>
        <p:nvSpPr>
          <p:cNvPr id="7" name="Rectangle 4"/>
          <p:cNvSpPr>
            <a:spLocks noChangeArrowheads="1"/>
          </p:cNvSpPr>
          <p:nvPr/>
        </p:nvSpPr>
        <p:spPr bwMode="auto">
          <a:xfrm>
            <a:off x="3454405" y="6489729"/>
            <a:ext cx="26246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913992"/>
            <a:r>
              <a:rPr lang="en-US" sz="800" dirty="0">
                <a:solidFill>
                  <a:srgbClr val="5A5A5A"/>
                </a:solidFill>
                <a:cs typeface="Arial" charset="0"/>
              </a:rPr>
              <a:t>Page</a:t>
            </a:r>
          </a:p>
        </p:txBody>
      </p:sp>
      <p:sp>
        <p:nvSpPr>
          <p:cNvPr id="11" name="Text Placeholder 5"/>
          <p:cNvSpPr>
            <a:spLocks noGrp="1"/>
          </p:cNvSpPr>
          <p:nvPr>
            <p:ph type="body" sz="quarter" idx="11"/>
          </p:nvPr>
        </p:nvSpPr>
        <p:spPr>
          <a:xfrm>
            <a:off x="6604003" y="1736455"/>
            <a:ext cx="4793676" cy="4599697"/>
          </a:xfrm>
          <a:prstGeom prst="rect">
            <a:avLst/>
          </a:prstGeom>
        </p:spPr>
        <p:txBody>
          <a:bodyPr/>
          <a:lstStyle>
            <a:lvl1pPr marL="228488" indent="-228488">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99" y="793383"/>
            <a:ext cx="4812303" cy="523220"/>
          </a:xfrm>
          <a:prstGeom prst="rect">
            <a:avLst/>
          </a:prstGeom>
        </p:spPr>
        <p:txBody>
          <a:bodyPr/>
          <a:lstStyle>
            <a:lvl1pPr marL="0" indent="0">
              <a:lnSpc>
                <a:spcPts val="4000"/>
              </a:lnSpc>
              <a:spcBef>
                <a:spcPts val="2400"/>
              </a:spcBef>
              <a:buFont typeface="Arial" panose="020B0604020202020204" pitchFamily="34" charset="0"/>
              <a:buNone/>
              <a:defRPr sz="3700"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4" name="Title 3"/>
          <p:cNvSpPr>
            <a:spLocks noGrp="1"/>
          </p:cNvSpPr>
          <p:nvPr>
            <p:ph type="title"/>
          </p:nvPr>
        </p:nvSpPr>
        <p:spPr>
          <a:xfrm>
            <a:off x="804334" y="804334"/>
            <a:ext cx="5321300" cy="1725084"/>
          </a:xfrm>
          <a:prstGeom prst="rect">
            <a:avLst/>
          </a:prstGeom>
        </p:spPr>
        <p:txBody>
          <a:bodyPr/>
          <a:lstStyle>
            <a:lvl1pPr>
              <a:defRPr>
                <a:solidFill>
                  <a:schemeClr val="accent5"/>
                </a:solidFill>
              </a:defRPr>
            </a:lvl1pPr>
          </a:lstStyle>
          <a:p>
            <a:r>
              <a:rPr lang="en-US"/>
              <a:t>Click to edit Master title style</a:t>
            </a:r>
          </a:p>
        </p:txBody>
      </p:sp>
      <p:sp>
        <p:nvSpPr>
          <p:cNvPr id="15" name="Rectangle 5"/>
          <p:cNvSpPr>
            <a:spLocks noChangeArrowheads="1"/>
          </p:cNvSpPr>
          <p:nvPr userDrawn="1"/>
        </p:nvSpPr>
        <p:spPr bwMode="auto">
          <a:xfrm>
            <a:off x="817062" y="6489729"/>
            <a:ext cx="1589617"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913992"/>
            <a:r>
              <a:rPr lang="en-US" sz="800" dirty="0">
                <a:solidFill>
                  <a:srgbClr val="5A5A5A"/>
                </a:solidFill>
                <a:cs typeface="Arial" charset="0"/>
              </a:rPr>
              <a:t>© </a:t>
            </a:r>
            <a:r>
              <a:rPr lang="is-IS" sz="800" dirty="0">
                <a:solidFill>
                  <a:srgbClr val="5A5A5A"/>
                </a:solidFill>
                <a:cs typeface="Arial" charset="0"/>
              </a:rPr>
              <a:t>2017</a:t>
            </a:r>
            <a:r>
              <a:rPr lang="en-US" sz="800" dirty="0">
                <a:solidFill>
                  <a:srgbClr val="5A5A5A"/>
                </a:solidFill>
                <a:cs typeface="Arial" charset="0"/>
              </a:rPr>
              <a:t> IBM Corporation</a:t>
            </a:r>
          </a:p>
        </p:txBody>
      </p:sp>
      <p:sp>
        <p:nvSpPr>
          <p:cNvPr id="17" name="Footer Placeholder 1"/>
          <p:cNvSpPr>
            <a:spLocks noGrp="1"/>
          </p:cNvSpPr>
          <p:nvPr>
            <p:ph type="ftr" sz="quarter" idx="3"/>
          </p:nvPr>
        </p:nvSpPr>
        <p:spPr>
          <a:xfrm>
            <a:off x="4797995" y="6466678"/>
            <a:ext cx="6710660" cy="167207"/>
          </a:xfrm>
          <a:prstGeom prst="rect">
            <a:avLst/>
          </a:prstGeom>
          <a:ln>
            <a:noFill/>
          </a:ln>
        </p:spPr>
        <p:txBody>
          <a:bodyPr vert="horz" lIns="121866" tIns="60933" rIns="121866" bIns="60933" rtlCol="0" anchor="ctr"/>
          <a:lstStyle>
            <a:lvl1pPr algn="r">
              <a:defRPr sz="800">
                <a:solidFill>
                  <a:srgbClr val="5A5A5A"/>
                </a:solidFill>
              </a:defRPr>
            </a:lvl1pPr>
          </a:lstStyle>
          <a:p>
            <a:pPr defTabSz="1219170"/>
            <a:endParaRPr lang="en-US" dirty="0"/>
          </a:p>
        </p:txBody>
      </p:sp>
    </p:spTree>
    <p:extLst>
      <p:ext uri="{BB962C8B-B14F-4D97-AF65-F5344CB8AC3E}">
        <p14:creationId xmlns:p14="http://schemas.microsoft.com/office/powerpoint/2010/main" val="7571986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3_Title with para and single column with multilevels">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77" y="793381"/>
            <a:ext cx="10569996" cy="523220"/>
          </a:xfrm>
        </p:spPr>
        <p:txBody>
          <a:bodyPr/>
          <a:lstStyle>
            <a:lvl1pPr>
              <a:lnSpc>
                <a:spcPts val="4000"/>
              </a:lnSpc>
              <a:defRPr sz="3733" baseline="0">
                <a:solidFill>
                  <a:schemeClr val="accent5"/>
                </a:solidFill>
              </a:defRPr>
            </a:lvl1pPr>
          </a:lstStyle>
          <a:p>
            <a:r>
              <a:rPr lang="en-US"/>
              <a:t>Click to edit Master title style</a:t>
            </a:r>
            <a:endParaRPr lang="en-US" dirty="0"/>
          </a:p>
        </p:txBody>
      </p:sp>
      <p:sp>
        <p:nvSpPr>
          <p:cNvPr id="10" name="Text Placeholder 3"/>
          <p:cNvSpPr>
            <a:spLocks noGrp="1"/>
          </p:cNvSpPr>
          <p:nvPr>
            <p:ph type="body" sz="quarter" idx="14" hasCustomPrompt="1"/>
          </p:nvPr>
        </p:nvSpPr>
        <p:spPr>
          <a:xfrm>
            <a:off x="808059" y="2045789"/>
            <a:ext cx="10571141" cy="1887696"/>
          </a:xfrm>
        </p:spPr>
        <p:txBody>
          <a:bodyPr/>
          <a:lstStyle>
            <a:lvl1pPr marL="0" indent="0">
              <a:spcBef>
                <a:spcPts val="1600"/>
              </a:spcBef>
              <a:buFontTx/>
              <a:buNone/>
              <a:defRPr sz="2667" baseline="0">
                <a:solidFill>
                  <a:schemeClr val="bg1"/>
                </a:solidFill>
              </a:defRPr>
            </a:lvl1pPr>
            <a:lvl2pPr marL="533387" indent="-230712">
              <a:buFont typeface="Arial" panose="020B0604020202020204" pitchFamily="34" charset="0"/>
              <a:buChar char="•"/>
              <a:defRPr sz="2667" baseline="0">
                <a:solidFill>
                  <a:schemeClr val="bg1"/>
                </a:solidFill>
              </a:defRPr>
            </a:lvl2pPr>
            <a:lvl3pPr marL="685783" indent="-230712">
              <a:buClr>
                <a:schemeClr val="bg1"/>
              </a:buClr>
              <a:buFont typeface="Arial" panose="020B0604020202020204" pitchFamily="34" charset="0"/>
              <a:buChar char="–"/>
              <a:defRPr sz="2667" baseline="0">
                <a:solidFill>
                  <a:schemeClr val="bg1"/>
                </a:solidFill>
              </a:defRPr>
            </a:lvl3pPr>
            <a:lvl4pPr marL="829713" indent="-220128">
              <a:buFont typeface="Arial" panose="020B0604020202020204" pitchFamily="34" charset="0"/>
              <a:buChar char="•"/>
              <a:defRPr sz="2667" baseline="0">
                <a:solidFill>
                  <a:schemeClr val="bg1"/>
                </a:solidFill>
              </a:defRPr>
            </a:lvl4pPr>
            <a:lvl5pPr marL="1032908" indent="-186262">
              <a:defRPr sz="2133" baseline="0">
                <a:solidFill>
                  <a:schemeClr val="bg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p:txBody>
      </p:sp>
      <p:sp>
        <p:nvSpPr>
          <p:cNvPr id="9" name="Footer Placeholder 3"/>
          <p:cNvSpPr txBox="1">
            <a:spLocks/>
          </p:cNvSpPr>
          <p:nvPr userDrawn="1"/>
        </p:nvSpPr>
        <p:spPr>
          <a:xfrm>
            <a:off x="294968" y="6675120"/>
            <a:ext cx="8534400" cy="182880"/>
          </a:xfrm>
          <a:prstGeom prst="rect">
            <a:avLst/>
          </a:prstGeom>
        </p:spPr>
        <p:txBody>
          <a:bodyPr vert="horz" lIns="0" tIns="0" rIns="0" bIns="0" rtlCol="0" anchor="ctr"/>
          <a:lstStyle>
            <a:defPPr>
              <a:defRPr lang="en-US"/>
            </a:defPPr>
            <a:lvl1pPr marL="0" algn="r" defTabSz="685800" rtl="0" eaLnBrk="1" latinLnBrk="0" hangingPunct="1">
              <a:defRPr sz="600" kern="1200" baseline="0">
                <a:solidFill>
                  <a:schemeClr val="tx1"/>
                </a:solidFill>
                <a:latin typeface="+mn-lt"/>
                <a:ea typeface="Arial" charset="0"/>
                <a:cs typeface="Arial"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de-DE" sz="800" dirty="0"/>
              <a:t>IBM Cloud /  2018 /  © 2017 IBM Corporation</a:t>
            </a:r>
            <a:endParaRPr lang="en-US" sz="800" dirty="0"/>
          </a:p>
        </p:txBody>
      </p:sp>
    </p:spTree>
    <p:extLst>
      <p:ext uri="{BB962C8B-B14F-4D97-AF65-F5344CB8AC3E}">
        <p14:creationId xmlns:p14="http://schemas.microsoft.com/office/powerpoint/2010/main" val="2189671440"/>
      </p:ext>
    </p:extLst>
  </p:cSld>
  <p:clrMapOvr>
    <a:masterClrMapping/>
  </p:clrMapOvr>
  <p:extLst>
    <p:ext uri="{DCECCB84-F9BA-43D5-87BE-67443E8EF086}">
      <p15:sldGuideLst xmlns:p15="http://schemas.microsoft.com/office/powerpoint/2012/main">
        <p15:guide id="1" orient="horz" pos="948">
          <p15:clr>
            <a:srgbClr val="FBAE40"/>
          </p15:clr>
        </p15:guide>
        <p15:guide id="2" pos="5376">
          <p15:clr>
            <a:srgbClr val="FBAE40"/>
          </p15:clr>
        </p15:guide>
        <p15:guide id="3" orient="horz" pos="2628">
          <p15:clr>
            <a:srgbClr val="FBAE40"/>
          </p15:clr>
        </p15:guide>
        <p15:guide id="4" pos="384">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2_Graphic slide">
    <p:bg>
      <p:bgPr>
        <a:solidFill>
          <a:srgbClr val="FFFFFF"/>
        </a:solid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3722688" y="6489701"/>
            <a:ext cx="41116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a:solidFill>
                  <a:schemeClr val="tx1"/>
                </a:solidFill>
                <a:latin typeface="Calibri" panose="020F0502020204030204" pitchFamily="34" charset="0"/>
                <a:cs typeface="Arial" panose="020B0604020202020204" pitchFamily="34" charset="0"/>
              </a:defRPr>
            </a:lvl1pPr>
            <a:lvl2pPr marL="742950" indent="-285750" defTabSz="912813">
              <a:defRPr>
                <a:solidFill>
                  <a:schemeClr val="tx1"/>
                </a:solidFill>
                <a:latin typeface="Calibri" panose="020F0502020204030204" pitchFamily="34" charset="0"/>
                <a:cs typeface="Arial" panose="020B0604020202020204" pitchFamily="34" charset="0"/>
              </a:defRPr>
            </a:lvl2pPr>
            <a:lvl3pPr marL="1143000" indent="-228600" defTabSz="912813">
              <a:defRPr>
                <a:solidFill>
                  <a:schemeClr val="tx1"/>
                </a:solidFill>
                <a:latin typeface="Calibri" panose="020F0502020204030204" pitchFamily="34" charset="0"/>
                <a:cs typeface="Arial" panose="020B0604020202020204" pitchFamily="34" charset="0"/>
              </a:defRPr>
            </a:lvl3pPr>
            <a:lvl4pPr marL="1600200" indent="-228600" defTabSz="912813">
              <a:defRPr>
                <a:solidFill>
                  <a:schemeClr val="tx1"/>
                </a:solidFill>
                <a:latin typeface="Calibri" panose="020F0502020204030204" pitchFamily="34" charset="0"/>
                <a:cs typeface="Arial" panose="020B0604020202020204" pitchFamily="34" charset="0"/>
              </a:defRPr>
            </a:lvl4pPr>
            <a:lvl5pPr marL="2057400" indent="-228600" defTabSz="912813">
              <a:defRPr>
                <a:solidFill>
                  <a:schemeClr val="tx1"/>
                </a:solidFill>
                <a:latin typeface="Calibri" panose="020F050202020403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fontAlgn="base">
              <a:spcBef>
                <a:spcPct val="0"/>
              </a:spcBef>
              <a:spcAft>
                <a:spcPct val="0"/>
              </a:spcAft>
              <a:defRPr/>
            </a:pPr>
            <a:fld id="{4461CAC9-B719-4451-BCF8-C2B59D6E7872}" type="slidenum">
              <a:rPr lang="en-US" altLang="en-US" sz="800" smtClean="0">
                <a:solidFill>
                  <a:srgbClr val="5A5A5A"/>
                </a:solidFill>
                <a:latin typeface="Arial" panose="020B0604020202020204" pitchFamily="34" charset="0"/>
                <a:ea typeface="MS PGothic" panose="020B0600070205080204" pitchFamily="34" charset="-128"/>
              </a:rPr>
              <a:pPr fontAlgn="base">
                <a:spcBef>
                  <a:spcPct val="0"/>
                </a:spcBef>
                <a:spcAft>
                  <a:spcPct val="0"/>
                </a:spcAft>
                <a:defRPr/>
              </a:pPr>
              <a:t>‹#›</a:t>
            </a:fld>
            <a:endParaRPr lang="en-US" altLang="en-US" sz="800">
              <a:solidFill>
                <a:srgbClr val="5A5A5A"/>
              </a:solidFill>
              <a:latin typeface="Arial" panose="020B0604020202020204" pitchFamily="34" charset="0"/>
              <a:ea typeface="MS PGothic" panose="020B0600070205080204" pitchFamily="34" charset="-128"/>
            </a:endParaRPr>
          </a:p>
        </p:txBody>
      </p:sp>
      <p:sp>
        <p:nvSpPr>
          <p:cNvPr id="3" name="Rectangle 2"/>
          <p:cNvSpPr>
            <a:spLocks noChangeArrowheads="1"/>
          </p:cNvSpPr>
          <p:nvPr/>
        </p:nvSpPr>
        <p:spPr bwMode="auto">
          <a:xfrm>
            <a:off x="3454400" y="6489701"/>
            <a:ext cx="26193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a:solidFill>
                  <a:schemeClr val="tx1"/>
                </a:solidFill>
                <a:latin typeface="Calibri" panose="020F0502020204030204" pitchFamily="34" charset="0"/>
                <a:cs typeface="Arial" panose="020B0604020202020204" pitchFamily="34" charset="0"/>
              </a:defRPr>
            </a:lvl1pPr>
            <a:lvl2pPr marL="742950" indent="-285750" defTabSz="912813">
              <a:defRPr>
                <a:solidFill>
                  <a:schemeClr val="tx1"/>
                </a:solidFill>
                <a:latin typeface="Calibri" panose="020F0502020204030204" pitchFamily="34" charset="0"/>
                <a:cs typeface="Arial" panose="020B0604020202020204" pitchFamily="34" charset="0"/>
              </a:defRPr>
            </a:lvl2pPr>
            <a:lvl3pPr marL="1143000" indent="-228600" defTabSz="912813">
              <a:defRPr>
                <a:solidFill>
                  <a:schemeClr val="tx1"/>
                </a:solidFill>
                <a:latin typeface="Calibri" panose="020F0502020204030204" pitchFamily="34" charset="0"/>
                <a:cs typeface="Arial" panose="020B0604020202020204" pitchFamily="34" charset="0"/>
              </a:defRPr>
            </a:lvl3pPr>
            <a:lvl4pPr marL="1600200" indent="-228600" defTabSz="912813">
              <a:defRPr>
                <a:solidFill>
                  <a:schemeClr val="tx1"/>
                </a:solidFill>
                <a:latin typeface="Calibri" panose="020F0502020204030204" pitchFamily="34" charset="0"/>
                <a:cs typeface="Arial" panose="020B0604020202020204" pitchFamily="34" charset="0"/>
              </a:defRPr>
            </a:lvl4pPr>
            <a:lvl5pPr marL="2057400" indent="-228600" defTabSz="912813">
              <a:defRPr>
                <a:solidFill>
                  <a:schemeClr val="tx1"/>
                </a:solidFill>
                <a:latin typeface="Calibri" panose="020F050202020403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fontAlgn="base">
              <a:spcBef>
                <a:spcPct val="0"/>
              </a:spcBef>
              <a:spcAft>
                <a:spcPct val="0"/>
              </a:spcAft>
              <a:defRPr/>
            </a:pPr>
            <a:r>
              <a:rPr lang="en-US" altLang="en-US" sz="800">
                <a:solidFill>
                  <a:srgbClr val="5A5A5A"/>
                </a:solidFill>
                <a:latin typeface="Arial" panose="020B0604020202020204" pitchFamily="34" charset="0"/>
                <a:ea typeface="MS PGothic" panose="020B0600070205080204" pitchFamily="34" charset="-128"/>
              </a:rPr>
              <a:t>Page</a:t>
            </a:r>
          </a:p>
        </p:txBody>
      </p:sp>
      <p:sp>
        <p:nvSpPr>
          <p:cNvPr id="4" name="Rectangle 3"/>
          <p:cNvSpPr>
            <a:spLocks noChangeArrowheads="1"/>
          </p:cNvSpPr>
          <p:nvPr/>
        </p:nvSpPr>
        <p:spPr bwMode="auto">
          <a:xfrm>
            <a:off x="817565" y="6489701"/>
            <a:ext cx="1589087"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a:solidFill>
                  <a:schemeClr val="tx1"/>
                </a:solidFill>
                <a:latin typeface="Calibri" panose="020F0502020204030204" pitchFamily="34" charset="0"/>
                <a:cs typeface="Arial" panose="020B0604020202020204" pitchFamily="34" charset="0"/>
              </a:defRPr>
            </a:lvl1pPr>
            <a:lvl2pPr marL="742950" indent="-285750" defTabSz="912813">
              <a:defRPr>
                <a:solidFill>
                  <a:schemeClr val="tx1"/>
                </a:solidFill>
                <a:latin typeface="Calibri" panose="020F0502020204030204" pitchFamily="34" charset="0"/>
                <a:cs typeface="Arial" panose="020B0604020202020204" pitchFamily="34" charset="0"/>
              </a:defRPr>
            </a:lvl2pPr>
            <a:lvl3pPr marL="1143000" indent="-228600" defTabSz="912813">
              <a:defRPr>
                <a:solidFill>
                  <a:schemeClr val="tx1"/>
                </a:solidFill>
                <a:latin typeface="Calibri" panose="020F0502020204030204" pitchFamily="34" charset="0"/>
                <a:cs typeface="Arial" panose="020B0604020202020204" pitchFamily="34" charset="0"/>
              </a:defRPr>
            </a:lvl3pPr>
            <a:lvl4pPr marL="1600200" indent="-228600" defTabSz="912813">
              <a:defRPr>
                <a:solidFill>
                  <a:schemeClr val="tx1"/>
                </a:solidFill>
                <a:latin typeface="Calibri" panose="020F0502020204030204" pitchFamily="34" charset="0"/>
                <a:cs typeface="Arial" panose="020B0604020202020204" pitchFamily="34" charset="0"/>
              </a:defRPr>
            </a:lvl4pPr>
            <a:lvl5pPr marL="2057400" indent="-228600" defTabSz="912813">
              <a:defRPr>
                <a:solidFill>
                  <a:schemeClr val="tx1"/>
                </a:solidFill>
                <a:latin typeface="Calibri" panose="020F050202020403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fontAlgn="base">
              <a:spcBef>
                <a:spcPct val="0"/>
              </a:spcBef>
              <a:spcAft>
                <a:spcPct val="0"/>
              </a:spcAft>
              <a:defRPr/>
            </a:pPr>
            <a:r>
              <a:rPr lang="en-US" altLang="en-US" sz="800">
                <a:solidFill>
                  <a:srgbClr val="5A5A5A"/>
                </a:solidFill>
                <a:latin typeface="Arial" panose="020B0604020202020204" pitchFamily="34" charset="0"/>
                <a:ea typeface="MS PGothic" panose="020B0600070205080204" pitchFamily="34" charset="-128"/>
              </a:rPr>
              <a:t>© 2017 IBM Corporation</a:t>
            </a:r>
          </a:p>
        </p:txBody>
      </p:sp>
    </p:spTree>
    <p:extLst>
      <p:ext uri="{BB962C8B-B14F-4D97-AF65-F5344CB8AC3E}">
        <p14:creationId xmlns:p14="http://schemas.microsoft.com/office/powerpoint/2010/main" val="142616768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Blank IBM Clou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03562"/>
      </p:ext>
    </p:extLst>
  </p:cSld>
  <p:clrMapOvr>
    <a:masterClrMapping/>
  </p:clrMapOvr>
  <p:transition spd="med"/>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581" y="790525"/>
            <a:ext cx="10588623" cy="470257"/>
          </a:xfrm>
          <a:prstGeom prst="rect">
            <a:avLst/>
          </a:prstGeom>
        </p:spPr>
        <p:txBody>
          <a:bodyPr wrap="square">
            <a:spAutoFit/>
          </a:bodyPr>
          <a:lstStyle>
            <a:lvl1pPr>
              <a:lnSpc>
                <a:spcPts val="3996"/>
              </a:lnSpc>
              <a:defRPr sz="2931" baseline="0">
                <a:solidFill>
                  <a:schemeClr val="accent5"/>
                </a:solidFill>
              </a:defRPr>
            </a:lvl1pPr>
          </a:lstStyle>
          <a:p>
            <a:r>
              <a:rPr lang="en-US" dirty="0"/>
              <a:t>Click to edit Master title</a:t>
            </a:r>
          </a:p>
        </p:txBody>
      </p:sp>
      <p:sp>
        <p:nvSpPr>
          <p:cNvPr id="16" name="Content Placeholder 4"/>
          <p:cNvSpPr>
            <a:spLocks noGrp="1"/>
          </p:cNvSpPr>
          <p:nvPr>
            <p:ph sz="quarter" idx="10"/>
          </p:nvPr>
        </p:nvSpPr>
        <p:spPr>
          <a:xfrm>
            <a:off x="790581" y="1388759"/>
            <a:ext cx="10588623" cy="4946189"/>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1"/>
          <p:cNvSpPr>
            <a:spLocks noGrp="1"/>
          </p:cNvSpPr>
          <p:nvPr>
            <p:ph type="ftr" sz="quarter" idx="3"/>
          </p:nvPr>
        </p:nvSpPr>
        <p:spPr>
          <a:xfrm>
            <a:off x="571501" y="6480600"/>
            <a:ext cx="5161643" cy="253613"/>
          </a:xfrm>
          <a:prstGeom prst="rect">
            <a:avLst/>
          </a:prstGeom>
        </p:spPr>
        <p:txBody>
          <a:bodyPr vert="horz" lIns="91440" tIns="45720" rIns="91440" bIns="45720" rtlCol="0" anchor="ctr"/>
          <a:lstStyle>
            <a:lvl1pPr algn="l">
              <a:defRPr sz="932">
                <a:solidFill>
                  <a:schemeClr val="bg1"/>
                </a:solidFill>
              </a:defRPr>
            </a:lvl1pPr>
          </a:lstStyle>
          <a:p>
            <a:pPr fontAlgn="base">
              <a:lnSpc>
                <a:spcPct val="90000"/>
              </a:lnSpc>
              <a:spcBef>
                <a:spcPct val="0"/>
              </a:spcBef>
              <a:spcAft>
                <a:spcPct val="0"/>
              </a:spcAft>
            </a:pPr>
            <a:endParaRPr lang="en-US" dirty="0">
              <a:solidFill>
                <a:srgbClr val="FFFFFF"/>
              </a:solidFill>
            </a:endParaRPr>
          </a:p>
        </p:txBody>
      </p:sp>
      <p:sp>
        <p:nvSpPr>
          <p:cNvPr id="5" name="Slide Number Placeholder 2"/>
          <p:cNvSpPr>
            <a:spLocks noGrp="1"/>
          </p:cNvSpPr>
          <p:nvPr>
            <p:ph type="sldNum" sz="quarter" idx="4"/>
          </p:nvPr>
        </p:nvSpPr>
        <p:spPr>
          <a:xfrm>
            <a:off x="10616753" y="6480600"/>
            <a:ext cx="737049" cy="253613"/>
          </a:xfrm>
          <a:prstGeom prst="rect">
            <a:avLst/>
          </a:prstGeom>
        </p:spPr>
        <p:txBody>
          <a:bodyPr vert="horz" lIns="91440" tIns="45720" rIns="91440" bIns="45720" rtlCol="0" anchor="ctr"/>
          <a:lstStyle>
            <a:lvl1pPr algn="r">
              <a:defRPr sz="932">
                <a:solidFill>
                  <a:schemeClr val="bg1"/>
                </a:solidFill>
              </a:defRPr>
            </a:lvl1pPr>
          </a:lstStyle>
          <a:p>
            <a:pPr fontAlgn="base">
              <a:lnSpc>
                <a:spcPct val="90000"/>
              </a:lnSpc>
              <a:spcBef>
                <a:spcPct val="0"/>
              </a:spcBef>
              <a:spcAft>
                <a:spcPct val="0"/>
              </a:spcAft>
            </a:pPr>
            <a:fld id="{6A9A452F-58E0-474B-9190-AAEA49007BB2}" type="slidenum">
              <a:rPr lang="en-US" smtClean="0">
                <a:solidFill>
                  <a:srgbClr val="FFFFFF"/>
                </a:solidFill>
              </a:rPr>
              <a:pPr fontAlgn="base">
                <a:lnSpc>
                  <a:spcPct val="90000"/>
                </a:lnSpc>
                <a:spcBef>
                  <a:spcPct val="0"/>
                </a:spcBef>
                <a:spcAft>
                  <a:spcPct val="0"/>
                </a:spcAft>
              </a:pPr>
              <a:t>‹#›</a:t>
            </a:fld>
            <a:endParaRPr lang="en-US">
              <a:solidFill>
                <a:srgbClr val="FFFFFF"/>
              </a:solidFill>
            </a:endParaRPr>
          </a:p>
        </p:txBody>
      </p:sp>
    </p:spTree>
    <p:extLst>
      <p:ext uri="{BB962C8B-B14F-4D97-AF65-F5344CB8AC3E}">
        <p14:creationId xmlns:p14="http://schemas.microsoft.com/office/powerpoint/2010/main" val="419158453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0500" y="149225"/>
            <a:ext cx="10515600" cy="654051"/>
          </a:xfrm>
          <a:prstGeom prst="rect">
            <a:avLst/>
          </a:prstGeom>
        </p:spPr>
        <p:txBody>
          <a:bodyPr>
            <a:noAutofit/>
          </a:bodyPr>
          <a:lstStyle>
            <a:lvl1pPr>
              <a:defRPr/>
            </a:lvl1pPr>
          </a:lstStyle>
          <a:p>
            <a:r>
              <a:rPr lang="en-US" dirty="0"/>
              <a:t>Click to edit Master title style</a:t>
            </a:r>
          </a:p>
        </p:txBody>
      </p:sp>
      <p:sp>
        <p:nvSpPr>
          <p:cNvPr id="11" name="Slide Number Placeholder 10"/>
          <p:cNvSpPr>
            <a:spLocks noGrp="1"/>
          </p:cNvSpPr>
          <p:nvPr>
            <p:ph type="sldNum" sz="quarter" idx="11"/>
          </p:nvPr>
        </p:nvSpPr>
        <p:spPr/>
        <p:txBody>
          <a:bodyPr/>
          <a:lstStyle/>
          <a:p>
            <a:fld id="{F9B95EC8-E830-B24A-AE54-FE274DA641C5}" type="slidenum">
              <a:rPr lang="en-US" smtClean="0"/>
              <a:t>‹#›</a:t>
            </a:fld>
            <a:endParaRPr lang="en-US"/>
          </a:p>
        </p:txBody>
      </p:sp>
      <p:sp>
        <p:nvSpPr>
          <p:cNvPr id="13" name="Text Placeholder 12"/>
          <p:cNvSpPr>
            <a:spLocks noGrp="1"/>
          </p:cNvSpPr>
          <p:nvPr>
            <p:ph type="body" sz="quarter" idx="12" hasCustomPrompt="1"/>
          </p:nvPr>
        </p:nvSpPr>
        <p:spPr>
          <a:xfrm>
            <a:off x="190500" y="749301"/>
            <a:ext cx="10515600" cy="469900"/>
          </a:xfrm>
        </p:spPr>
        <p:txBody>
          <a:bodyPr>
            <a:noAutofit/>
          </a:bodyPr>
          <a:lstStyle>
            <a:lvl1pPr marL="0" indent="0">
              <a:spcBef>
                <a:spcPts val="0"/>
              </a:spcBef>
              <a:buNone/>
              <a:defRPr sz="2400">
                <a:solidFill>
                  <a:schemeClr val="accent6"/>
                </a:solidFill>
              </a:defRPr>
            </a:lvl1pPr>
          </a:lstStyle>
          <a:p>
            <a:pPr lvl="0"/>
            <a:r>
              <a:rPr lang="en-US" dirty="0"/>
              <a:t>Click to edit subtitle</a:t>
            </a:r>
          </a:p>
        </p:txBody>
      </p:sp>
    </p:spTree>
    <p:extLst>
      <p:ext uri="{BB962C8B-B14F-4D97-AF65-F5344CB8AC3E}">
        <p14:creationId xmlns:p14="http://schemas.microsoft.com/office/powerpoint/2010/main" val="273451508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1_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0" y="0"/>
            <a:ext cx="6096000" cy="3429000"/>
          </a:xfrm>
          <a:prstGeom prst="rect">
            <a:avLst/>
          </a:prstGeom>
          <a:solidFill>
            <a:schemeClr val="accent2"/>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3" name="Slide Number Placeholder 2"/>
          <p:cNvSpPr>
            <a:spLocks noGrp="1"/>
          </p:cNvSpPr>
          <p:nvPr>
            <p:ph type="sldNum" sz="quarter" idx="10"/>
          </p:nvPr>
        </p:nvSpPr>
        <p:spPr>
          <a:xfrm>
            <a:off x="9144000" y="6435307"/>
            <a:ext cx="2743200" cy="182880"/>
          </a:xfrm>
          <a:prstGeom prst="rect">
            <a:avLst/>
          </a:prstGeom>
        </p:spPr>
        <p:txBody>
          <a:bodyPr/>
          <a:lstStyle>
            <a:lvl1pPr>
              <a:defRPr>
                <a:solidFill>
                  <a:schemeClr val="bg2"/>
                </a:solidFill>
              </a:defRPr>
            </a:lvl1p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a:xfrm>
            <a:off x="304800" y="6435307"/>
            <a:ext cx="8534400" cy="182880"/>
          </a:xfrm>
          <a:prstGeom prst="rect">
            <a:avLst/>
          </a:prstGeom>
        </p:spPr>
        <p:txBody>
          <a:bodyPr/>
          <a:lstStyle/>
          <a:p>
            <a:endParaRPr lang="en-US" dirty="0">
              <a:solidFill>
                <a:srgbClr val="000000"/>
              </a:solidFill>
            </a:endParaRPr>
          </a:p>
        </p:txBody>
      </p:sp>
      <p:sp>
        <p:nvSpPr>
          <p:cNvPr id="12" name="Text Placeholder 11"/>
          <p:cNvSpPr>
            <a:spLocks noGrp="1"/>
          </p:cNvSpPr>
          <p:nvPr>
            <p:ph type="body" sz="quarter" idx="13"/>
          </p:nvPr>
        </p:nvSpPr>
        <p:spPr>
          <a:xfrm>
            <a:off x="304800" y="256032"/>
            <a:ext cx="5486400" cy="681744"/>
          </a:xfrm>
          <a:prstGeom prst="rect">
            <a:avLst/>
          </a:prstGeom>
        </p:spPr>
        <p:txBody>
          <a:bodyPr/>
          <a:lstStyle>
            <a:lvl1pPr>
              <a:defRPr sz="2667" b="1"/>
            </a:lvl1pPr>
          </a:lstStyle>
          <a:p>
            <a:pPr lvl="0"/>
            <a:r>
              <a:rPr lang="en-US" dirty="0"/>
              <a:t>Click to edit Master text styles</a:t>
            </a:r>
          </a:p>
        </p:txBody>
      </p:sp>
      <p:sp>
        <p:nvSpPr>
          <p:cNvPr id="8" name="Content Placeholder 7"/>
          <p:cNvSpPr>
            <a:spLocks noGrp="1"/>
          </p:cNvSpPr>
          <p:nvPr>
            <p:ph sz="quarter" idx="15"/>
          </p:nvPr>
        </p:nvSpPr>
        <p:spPr>
          <a:xfrm>
            <a:off x="9144000" y="3415678"/>
            <a:ext cx="3048000" cy="3444741"/>
          </a:xfrm>
          <a:prstGeom prst="rect">
            <a:avLst/>
          </a:prstGeom>
          <a:solidFill>
            <a:schemeClr val="bg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3415678"/>
            <a:ext cx="3048000" cy="3444741"/>
          </a:xfrm>
          <a:prstGeom prst="rect">
            <a:avLst/>
          </a:prstGeom>
          <a:solidFill>
            <a:schemeClr val="accent3"/>
          </a:solidFill>
        </p:spPr>
        <p:txBody>
          <a:bodyPr lIns="228600" tIns="192024" rIns="228600" bIns="228600"/>
          <a:lstStyle>
            <a:lvl1pPr>
              <a:defRPr sz="1867">
                <a:solidFill>
                  <a:schemeClr val="bg2"/>
                </a:solidFill>
              </a:defRPr>
            </a:lvl1pPr>
          </a:lstStyle>
          <a:p>
            <a:pPr lvl="0"/>
            <a:r>
              <a:rPr lang="en-US" dirty="0"/>
              <a:t>Click to edit Master text styles</a:t>
            </a:r>
          </a:p>
        </p:txBody>
      </p:sp>
      <p:pic>
        <p:nvPicPr>
          <p:cNvPr id="9" name="Picture 8">
            <a:extLst>
              <a:ext uri="{FF2B5EF4-FFF2-40B4-BE49-F238E27FC236}">
                <a16:creationId xmlns:a16="http://schemas.microsoft.com/office/drawing/2014/main" id="{553BA96F-6D8D-4D02-A9C7-FA3D0F156B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7843" y="1444015"/>
            <a:ext cx="5780315" cy="4440856"/>
          </a:xfrm>
          <a:prstGeom prst="rect">
            <a:avLst/>
          </a:prstGeom>
        </p:spPr>
      </p:pic>
    </p:spTree>
    <p:extLst>
      <p:ext uri="{BB962C8B-B14F-4D97-AF65-F5344CB8AC3E}">
        <p14:creationId xmlns:p14="http://schemas.microsoft.com/office/powerpoint/2010/main" val="221364539"/>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5" name="Freeform 6"/>
          <p:cNvSpPr>
            <a:spLocks/>
          </p:cNvSpPr>
          <p:nvPr/>
        </p:nvSpPr>
        <p:spPr bwMode="auto">
          <a:xfrm>
            <a:off x="5875867" y="0"/>
            <a:ext cx="5939367" cy="6858000"/>
          </a:xfrm>
          <a:custGeom>
            <a:avLst/>
            <a:gdLst>
              <a:gd name="T0" fmla="*/ 3743 w 5612"/>
              <a:gd name="T1" fmla="*/ 0 h 6480"/>
              <a:gd name="T2" fmla="*/ 3915 w 5612"/>
              <a:gd name="T3" fmla="*/ 106 h 6480"/>
              <a:gd name="T4" fmla="*/ 4082 w 5612"/>
              <a:gd name="T5" fmla="*/ 222 h 6480"/>
              <a:gd name="T6" fmla="*/ 4243 w 5612"/>
              <a:gd name="T7" fmla="*/ 348 h 6480"/>
              <a:gd name="T8" fmla="*/ 4397 w 5612"/>
              <a:gd name="T9" fmla="*/ 479 h 6480"/>
              <a:gd name="T10" fmla="*/ 4542 w 5612"/>
              <a:gd name="T11" fmla="*/ 621 h 6480"/>
              <a:gd name="T12" fmla="*/ 4679 w 5612"/>
              <a:gd name="T13" fmla="*/ 770 h 6480"/>
              <a:gd name="T14" fmla="*/ 4811 w 5612"/>
              <a:gd name="T15" fmla="*/ 925 h 6480"/>
              <a:gd name="T16" fmla="*/ 4931 w 5612"/>
              <a:gd name="T17" fmla="*/ 1088 h 6480"/>
              <a:gd name="T18" fmla="*/ 5045 w 5612"/>
              <a:gd name="T19" fmla="*/ 1257 h 6480"/>
              <a:gd name="T20" fmla="*/ 5147 w 5612"/>
              <a:gd name="T21" fmla="*/ 1431 h 6480"/>
              <a:gd name="T22" fmla="*/ 5241 w 5612"/>
              <a:gd name="T23" fmla="*/ 1614 h 6480"/>
              <a:gd name="T24" fmla="*/ 5325 w 5612"/>
              <a:gd name="T25" fmla="*/ 1801 h 6480"/>
              <a:gd name="T26" fmla="*/ 5400 w 5612"/>
              <a:gd name="T27" fmla="*/ 1993 h 6480"/>
              <a:gd name="T28" fmla="*/ 5463 w 5612"/>
              <a:gd name="T29" fmla="*/ 2191 h 6480"/>
              <a:gd name="T30" fmla="*/ 5516 w 5612"/>
              <a:gd name="T31" fmla="*/ 2392 h 6480"/>
              <a:gd name="T32" fmla="*/ 5557 w 5612"/>
              <a:gd name="T33" fmla="*/ 2600 h 6480"/>
              <a:gd name="T34" fmla="*/ 5589 w 5612"/>
              <a:gd name="T35" fmla="*/ 2810 h 6480"/>
              <a:gd name="T36" fmla="*/ 5606 w 5612"/>
              <a:gd name="T37" fmla="*/ 3022 h 6480"/>
              <a:gd name="T38" fmla="*/ 5612 w 5612"/>
              <a:gd name="T39" fmla="*/ 3240 h 6480"/>
              <a:gd name="T40" fmla="*/ 5606 w 5612"/>
              <a:gd name="T41" fmla="*/ 3458 h 6480"/>
              <a:gd name="T42" fmla="*/ 5589 w 5612"/>
              <a:gd name="T43" fmla="*/ 3670 h 6480"/>
              <a:gd name="T44" fmla="*/ 5557 w 5612"/>
              <a:gd name="T45" fmla="*/ 3880 h 6480"/>
              <a:gd name="T46" fmla="*/ 5516 w 5612"/>
              <a:gd name="T47" fmla="*/ 4086 h 6480"/>
              <a:gd name="T48" fmla="*/ 5463 w 5612"/>
              <a:gd name="T49" fmla="*/ 4289 h 6480"/>
              <a:gd name="T50" fmla="*/ 5400 w 5612"/>
              <a:gd name="T51" fmla="*/ 4487 h 6480"/>
              <a:gd name="T52" fmla="*/ 5325 w 5612"/>
              <a:gd name="T53" fmla="*/ 4679 h 6480"/>
              <a:gd name="T54" fmla="*/ 5241 w 5612"/>
              <a:gd name="T55" fmla="*/ 4866 h 6480"/>
              <a:gd name="T56" fmla="*/ 5149 w 5612"/>
              <a:gd name="T57" fmla="*/ 5047 h 6480"/>
              <a:gd name="T58" fmla="*/ 5045 w 5612"/>
              <a:gd name="T59" fmla="*/ 5223 h 6480"/>
              <a:gd name="T60" fmla="*/ 4933 w 5612"/>
              <a:gd name="T61" fmla="*/ 5392 h 6480"/>
              <a:gd name="T62" fmla="*/ 4811 w 5612"/>
              <a:gd name="T63" fmla="*/ 5555 h 6480"/>
              <a:gd name="T64" fmla="*/ 4681 w 5612"/>
              <a:gd name="T65" fmla="*/ 5710 h 6480"/>
              <a:gd name="T66" fmla="*/ 4544 w 5612"/>
              <a:gd name="T67" fmla="*/ 5859 h 6480"/>
              <a:gd name="T68" fmla="*/ 4399 w 5612"/>
              <a:gd name="T69" fmla="*/ 5999 h 6480"/>
              <a:gd name="T70" fmla="*/ 4245 w 5612"/>
              <a:gd name="T71" fmla="*/ 6132 h 6480"/>
              <a:gd name="T72" fmla="*/ 4084 w 5612"/>
              <a:gd name="T73" fmla="*/ 6256 h 6480"/>
              <a:gd name="T74" fmla="*/ 3917 w 5612"/>
              <a:gd name="T75" fmla="*/ 6372 h 6480"/>
              <a:gd name="T76" fmla="*/ 3745 w 5612"/>
              <a:gd name="T77" fmla="*/ 6480 h 6480"/>
              <a:gd name="T78" fmla="*/ 0 w 5612"/>
              <a:gd name="T79" fmla="*/ 6480 h 6480"/>
              <a:gd name="T80" fmla="*/ 3743 w 5612"/>
              <a:gd name="T81" fmla="*/ 0 h 6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12" h="6480">
                <a:moveTo>
                  <a:pt x="3743" y="0"/>
                </a:moveTo>
                <a:lnTo>
                  <a:pt x="3915" y="106"/>
                </a:lnTo>
                <a:lnTo>
                  <a:pt x="4082" y="222"/>
                </a:lnTo>
                <a:lnTo>
                  <a:pt x="4243" y="348"/>
                </a:lnTo>
                <a:lnTo>
                  <a:pt x="4397" y="479"/>
                </a:lnTo>
                <a:lnTo>
                  <a:pt x="4542" y="621"/>
                </a:lnTo>
                <a:lnTo>
                  <a:pt x="4679" y="770"/>
                </a:lnTo>
                <a:lnTo>
                  <a:pt x="4811" y="925"/>
                </a:lnTo>
                <a:lnTo>
                  <a:pt x="4931" y="1088"/>
                </a:lnTo>
                <a:lnTo>
                  <a:pt x="5045" y="1257"/>
                </a:lnTo>
                <a:lnTo>
                  <a:pt x="5147" y="1431"/>
                </a:lnTo>
                <a:lnTo>
                  <a:pt x="5241" y="1614"/>
                </a:lnTo>
                <a:lnTo>
                  <a:pt x="5325" y="1801"/>
                </a:lnTo>
                <a:lnTo>
                  <a:pt x="5400" y="1993"/>
                </a:lnTo>
                <a:lnTo>
                  <a:pt x="5463" y="2191"/>
                </a:lnTo>
                <a:lnTo>
                  <a:pt x="5516" y="2392"/>
                </a:lnTo>
                <a:lnTo>
                  <a:pt x="5557" y="2600"/>
                </a:lnTo>
                <a:lnTo>
                  <a:pt x="5589" y="2810"/>
                </a:lnTo>
                <a:lnTo>
                  <a:pt x="5606" y="3022"/>
                </a:lnTo>
                <a:lnTo>
                  <a:pt x="5612" y="3240"/>
                </a:lnTo>
                <a:lnTo>
                  <a:pt x="5606" y="3458"/>
                </a:lnTo>
                <a:lnTo>
                  <a:pt x="5589" y="3670"/>
                </a:lnTo>
                <a:lnTo>
                  <a:pt x="5557" y="3880"/>
                </a:lnTo>
                <a:lnTo>
                  <a:pt x="5516" y="4086"/>
                </a:lnTo>
                <a:lnTo>
                  <a:pt x="5463" y="4289"/>
                </a:lnTo>
                <a:lnTo>
                  <a:pt x="5400" y="4487"/>
                </a:lnTo>
                <a:lnTo>
                  <a:pt x="5325" y="4679"/>
                </a:lnTo>
                <a:lnTo>
                  <a:pt x="5241" y="4866"/>
                </a:lnTo>
                <a:lnTo>
                  <a:pt x="5149" y="5047"/>
                </a:lnTo>
                <a:lnTo>
                  <a:pt x="5045" y="5223"/>
                </a:lnTo>
                <a:lnTo>
                  <a:pt x="4933" y="5392"/>
                </a:lnTo>
                <a:lnTo>
                  <a:pt x="4811" y="5555"/>
                </a:lnTo>
                <a:lnTo>
                  <a:pt x="4681" y="5710"/>
                </a:lnTo>
                <a:lnTo>
                  <a:pt x="4544" y="5859"/>
                </a:lnTo>
                <a:lnTo>
                  <a:pt x="4399" y="5999"/>
                </a:lnTo>
                <a:lnTo>
                  <a:pt x="4245" y="6132"/>
                </a:lnTo>
                <a:lnTo>
                  <a:pt x="4084" y="6256"/>
                </a:lnTo>
                <a:lnTo>
                  <a:pt x="3917" y="6372"/>
                </a:lnTo>
                <a:lnTo>
                  <a:pt x="3745" y="6480"/>
                </a:lnTo>
                <a:lnTo>
                  <a:pt x="0" y="6480"/>
                </a:lnTo>
                <a:lnTo>
                  <a:pt x="3743" y="0"/>
                </a:lnTo>
                <a:close/>
              </a:path>
            </a:pathLst>
          </a:custGeom>
          <a:solidFill>
            <a:schemeClr val="accent6"/>
          </a:solid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nvGrpSpPr>
          <p:cNvPr id="6" name="Group 5"/>
          <p:cNvGrpSpPr/>
          <p:nvPr/>
        </p:nvGrpSpPr>
        <p:grpSpPr>
          <a:xfrm>
            <a:off x="8874234" y="6249822"/>
            <a:ext cx="842637" cy="341479"/>
            <a:chOff x="1938338" y="2368551"/>
            <a:chExt cx="5260976" cy="2132013"/>
          </a:xfrm>
          <a:solidFill>
            <a:schemeClr val="accent3"/>
          </a:solidFill>
        </p:grpSpPr>
        <p:sp>
          <p:nvSpPr>
            <p:cNvPr id="7"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8"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9"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0"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1"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2"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3"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4"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5"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6" name="Rectangle 15"/>
            <p:cNvSpPr>
              <a:spLocks noChangeArrowheads="1"/>
            </p:cNvSpPr>
            <p:nvPr/>
          </p:nvSpPr>
          <p:spPr bwMode="auto">
            <a:xfrm>
              <a:off x="5208588"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7" name="Rectangle 16"/>
            <p:cNvSpPr>
              <a:spLocks noChangeArrowheads="1"/>
            </p:cNvSpPr>
            <p:nvPr/>
          </p:nvSpPr>
          <p:spPr bwMode="auto">
            <a:xfrm>
              <a:off x="6488113"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8" name="Rectangle 17"/>
            <p:cNvSpPr>
              <a:spLocks noChangeArrowheads="1"/>
            </p:cNvSpPr>
            <p:nvPr/>
          </p:nvSpPr>
          <p:spPr bwMode="auto">
            <a:xfrm>
              <a:off x="4924426"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9" name="Rectangle 18"/>
            <p:cNvSpPr>
              <a:spLocks noChangeArrowheads="1"/>
            </p:cNvSpPr>
            <p:nvPr/>
          </p:nvSpPr>
          <p:spPr bwMode="auto">
            <a:xfrm>
              <a:off x="4924426"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0"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1"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2"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3"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4"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5"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6"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7"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8"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9"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0"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1"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2"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3"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4"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5"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6"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7"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8"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9"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0"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1"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2"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3"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4"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5"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6"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sp>
        <p:nvSpPr>
          <p:cNvPr id="96" name="Subtitle 2"/>
          <p:cNvSpPr>
            <a:spLocks noGrp="1"/>
          </p:cNvSpPr>
          <p:nvPr>
            <p:ph type="subTitle" idx="11"/>
          </p:nvPr>
        </p:nvSpPr>
        <p:spPr>
          <a:xfrm>
            <a:off x="796926" y="2362320"/>
            <a:ext cx="5299073" cy="410369"/>
          </a:xfrm>
        </p:spPr>
        <p:txBody>
          <a:bodyPr/>
          <a:lstStyle>
            <a:lvl1pPr marL="0" indent="0" algn="l">
              <a:spcBef>
                <a:spcPts val="0"/>
              </a:spcBef>
              <a:buNone/>
              <a:defRPr sz="2667" baseline="0">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97" name="Title 1"/>
          <p:cNvSpPr>
            <a:spLocks noGrp="1"/>
          </p:cNvSpPr>
          <p:nvPr>
            <p:ph type="title"/>
          </p:nvPr>
        </p:nvSpPr>
        <p:spPr>
          <a:xfrm>
            <a:off x="790577" y="790254"/>
            <a:ext cx="5283200" cy="1036181"/>
          </a:xfrm>
        </p:spPr>
        <p:txBody>
          <a:bodyPr/>
          <a:lstStyle>
            <a:lvl1pPr algn="l" defTabSz="1219170" rtl="0" eaLnBrk="1" latinLnBrk="0" hangingPunct="1">
              <a:lnSpc>
                <a:spcPts val="4000"/>
              </a:lnSpc>
              <a:spcBef>
                <a:spcPct val="0"/>
              </a:spcBef>
              <a:buNone/>
              <a:defRPr lang="en-US" sz="3733" kern="1200" baseline="0" dirty="0">
                <a:solidFill>
                  <a:srgbClr val="FFFFFF"/>
                </a:solidFill>
                <a:latin typeface="+mj-lt"/>
                <a:ea typeface="+mj-ea"/>
                <a:cs typeface="+mj-cs"/>
              </a:defRPr>
            </a:lvl1pPr>
          </a:lstStyle>
          <a:p>
            <a:r>
              <a:rPr lang="en-US" dirty="0"/>
              <a:t>Click to edit Master title style</a:t>
            </a:r>
          </a:p>
        </p:txBody>
      </p:sp>
    </p:spTree>
    <p:extLst>
      <p:ext uri="{BB962C8B-B14F-4D97-AF65-F5344CB8AC3E}">
        <p14:creationId xmlns:p14="http://schemas.microsoft.com/office/powerpoint/2010/main" val="117260229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slide Option 2">
    <p:spTree>
      <p:nvGrpSpPr>
        <p:cNvPr id="1" name=""/>
        <p:cNvGrpSpPr/>
        <p:nvPr/>
      </p:nvGrpSpPr>
      <p:grpSpPr>
        <a:xfrm>
          <a:off x="0" y="0"/>
          <a:ext cx="0" cy="0"/>
          <a:chOff x="0" y="0"/>
          <a:chExt cx="0" cy="0"/>
        </a:xfrm>
      </p:grpSpPr>
      <p:sp>
        <p:nvSpPr>
          <p:cNvPr id="4" name="Freeform 7"/>
          <p:cNvSpPr>
            <a:spLocks/>
          </p:cNvSpPr>
          <p:nvPr/>
        </p:nvSpPr>
        <p:spPr bwMode="auto">
          <a:xfrm>
            <a:off x="7137400" y="0"/>
            <a:ext cx="5054600" cy="6858000"/>
          </a:xfrm>
          <a:custGeom>
            <a:avLst/>
            <a:gdLst>
              <a:gd name="T0" fmla="*/ 3182 w 4776"/>
              <a:gd name="T1" fmla="*/ 0 h 6480"/>
              <a:gd name="T2" fmla="*/ 3374 w 4776"/>
              <a:gd name="T3" fmla="*/ 6 h 6480"/>
              <a:gd name="T4" fmla="*/ 3563 w 4776"/>
              <a:gd name="T5" fmla="*/ 22 h 6480"/>
              <a:gd name="T6" fmla="*/ 3747 w 4776"/>
              <a:gd name="T7" fmla="*/ 51 h 6480"/>
              <a:gd name="T8" fmla="*/ 3930 w 4776"/>
              <a:gd name="T9" fmla="*/ 88 h 6480"/>
              <a:gd name="T10" fmla="*/ 4109 w 4776"/>
              <a:gd name="T11" fmla="*/ 137 h 6480"/>
              <a:gd name="T12" fmla="*/ 4281 w 4776"/>
              <a:gd name="T13" fmla="*/ 194 h 6480"/>
              <a:gd name="T14" fmla="*/ 4450 w 4776"/>
              <a:gd name="T15" fmla="*/ 263 h 6480"/>
              <a:gd name="T16" fmla="*/ 4615 w 4776"/>
              <a:gd name="T17" fmla="*/ 340 h 6480"/>
              <a:gd name="T18" fmla="*/ 4772 w 4776"/>
              <a:gd name="T19" fmla="*/ 426 h 6480"/>
              <a:gd name="T20" fmla="*/ 4776 w 4776"/>
              <a:gd name="T21" fmla="*/ 426 h 6480"/>
              <a:gd name="T22" fmla="*/ 1590 w 4776"/>
              <a:gd name="T23" fmla="*/ 6480 h 6480"/>
              <a:gd name="T24" fmla="*/ 0 w 4776"/>
              <a:gd name="T25" fmla="*/ 3184 h 6480"/>
              <a:gd name="T26" fmla="*/ 1592 w 4776"/>
              <a:gd name="T27" fmla="*/ 426 h 6480"/>
              <a:gd name="T28" fmla="*/ 1751 w 4776"/>
              <a:gd name="T29" fmla="*/ 340 h 6480"/>
              <a:gd name="T30" fmla="*/ 1914 w 4776"/>
              <a:gd name="T31" fmla="*/ 263 h 6480"/>
              <a:gd name="T32" fmla="*/ 2083 w 4776"/>
              <a:gd name="T33" fmla="*/ 194 h 6480"/>
              <a:gd name="T34" fmla="*/ 2257 w 4776"/>
              <a:gd name="T35" fmla="*/ 137 h 6480"/>
              <a:gd name="T36" fmla="*/ 2434 w 4776"/>
              <a:gd name="T37" fmla="*/ 88 h 6480"/>
              <a:gd name="T38" fmla="*/ 2617 w 4776"/>
              <a:gd name="T39" fmla="*/ 51 h 6480"/>
              <a:gd name="T40" fmla="*/ 2801 w 4776"/>
              <a:gd name="T41" fmla="*/ 22 h 6480"/>
              <a:gd name="T42" fmla="*/ 2990 w 4776"/>
              <a:gd name="T43" fmla="*/ 6 h 6480"/>
              <a:gd name="T44" fmla="*/ 3182 w 4776"/>
              <a:gd name="T45" fmla="*/ 0 h 6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76" h="6480">
                <a:moveTo>
                  <a:pt x="3182" y="0"/>
                </a:moveTo>
                <a:lnTo>
                  <a:pt x="3374" y="6"/>
                </a:lnTo>
                <a:lnTo>
                  <a:pt x="3563" y="22"/>
                </a:lnTo>
                <a:lnTo>
                  <a:pt x="3747" y="51"/>
                </a:lnTo>
                <a:lnTo>
                  <a:pt x="3930" y="88"/>
                </a:lnTo>
                <a:lnTo>
                  <a:pt x="4109" y="137"/>
                </a:lnTo>
                <a:lnTo>
                  <a:pt x="4281" y="194"/>
                </a:lnTo>
                <a:lnTo>
                  <a:pt x="4450" y="263"/>
                </a:lnTo>
                <a:lnTo>
                  <a:pt x="4615" y="340"/>
                </a:lnTo>
                <a:lnTo>
                  <a:pt x="4772" y="426"/>
                </a:lnTo>
                <a:lnTo>
                  <a:pt x="4776" y="426"/>
                </a:lnTo>
                <a:lnTo>
                  <a:pt x="1590" y="6480"/>
                </a:lnTo>
                <a:lnTo>
                  <a:pt x="0" y="3184"/>
                </a:lnTo>
                <a:lnTo>
                  <a:pt x="1592" y="426"/>
                </a:lnTo>
                <a:lnTo>
                  <a:pt x="1751" y="340"/>
                </a:lnTo>
                <a:lnTo>
                  <a:pt x="1914" y="263"/>
                </a:lnTo>
                <a:lnTo>
                  <a:pt x="2083" y="194"/>
                </a:lnTo>
                <a:lnTo>
                  <a:pt x="2257" y="137"/>
                </a:lnTo>
                <a:lnTo>
                  <a:pt x="2434" y="88"/>
                </a:lnTo>
                <a:lnTo>
                  <a:pt x="2617" y="51"/>
                </a:lnTo>
                <a:lnTo>
                  <a:pt x="2801" y="22"/>
                </a:lnTo>
                <a:lnTo>
                  <a:pt x="2990" y="6"/>
                </a:lnTo>
                <a:lnTo>
                  <a:pt x="3182" y="0"/>
                </a:lnTo>
                <a:close/>
              </a:path>
            </a:pathLst>
          </a:custGeom>
          <a:solidFill>
            <a:schemeClr val="accent6"/>
          </a:solid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nvGrpSpPr>
          <p:cNvPr id="5" name="Group 4"/>
          <p:cNvGrpSpPr/>
          <p:nvPr/>
        </p:nvGrpSpPr>
        <p:grpSpPr>
          <a:xfrm>
            <a:off x="7607714" y="3283609"/>
            <a:ext cx="842637" cy="341479"/>
            <a:chOff x="1938338" y="2368551"/>
            <a:chExt cx="5260976" cy="2132013"/>
          </a:xfrm>
          <a:solidFill>
            <a:schemeClr val="accent3"/>
          </a:solidFill>
        </p:grpSpPr>
        <p:sp>
          <p:nvSpPr>
            <p:cNvPr id="6"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7"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8"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9"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0"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1"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2"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3"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4"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5" name="Rectangle 14"/>
            <p:cNvSpPr>
              <a:spLocks noChangeArrowheads="1"/>
            </p:cNvSpPr>
            <p:nvPr/>
          </p:nvSpPr>
          <p:spPr bwMode="auto">
            <a:xfrm>
              <a:off x="5208588"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6" name="Rectangle 15"/>
            <p:cNvSpPr>
              <a:spLocks noChangeArrowheads="1"/>
            </p:cNvSpPr>
            <p:nvPr/>
          </p:nvSpPr>
          <p:spPr bwMode="auto">
            <a:xfrm>
              <a:off x="6488113"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7" name="Rectangle 16"/>
            <p:cNvSpPr>
              <a:spLocks noChangeArrowheads="1"/>
            </p:cNvSpPr>
            <p:nvPr/>
          </p:nvSpPr>
          <p:spPr bwMode="auto">
            <a:xfrm>
              <a:off x="4924426"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8" name="Rectangle 17"/>
            <p:cNvSpPr>
              <a:spLocks noChangeArrowheads="1"/>
            </p:cNvSpPr>
            <p:nvPr/>
          </p:nvSpPr>
          <p:spPr bwMode="auto">
            <a:xfrm>
              <a:off x="4924426"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9"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0"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1"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2"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3"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4"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5"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6"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7"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8"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9"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0"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1"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2"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3"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4"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5"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6"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7"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8"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9"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0"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1"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2"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3"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4"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5"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sp>
        <p:nvSpPr>
          <p:cNvPr id="46" name="Rectangle 4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57" name="Subtitle 2"/>
          <p:cNvSpPr>
            <a:spLocks noGrp="1"/>
          </p:cNvSpPr>
          <p:nvPr>
            <p:ph type="subTitle" idx="11"/>
          </p:nvPr>
        </p:nvSpPr>
        <p:spPr>
          <a:xfrm>
            <a:off x="796926" y="2361544"/>
            <a:ext cx="5299073" cy="410369"/>
          </a:xfrm>
        </p:spPr>
        <p:txBody>
          <a:bodyPr/>
          <a:lstStyle>
            <a:lvl1pPr marL="0" indent="0" algn="l">
              <a:spcBef>
                <a:spcPts val="0"/>
              </a:spcBef>
              <a:buNone/>
              <a:defRPr sz="2667" baseline="0">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58" name="Title 1"/>
          <p:cNvSpPr>
            <a:spLocks noGrp="1"/>
          </p:cNvSpPr>
          <p:nvPr>
            <p:ph type="title"/>
          </p:nvPr>
        </p:nvSpPr>
        <p:spPr>
          <a:xfrm>
            <a:off x="790577" y="793879"/>
            <a:ext cx="5283200" cy="1036181"/>
          </a:xfrm>
        </p:spPr>
        <p:txBody>
          <a:bodyPr/>
          <a:lstStyle>
            <a:lvl1pPr algn="l" defTabSz="1219170" rtl="0" eaLnBrk="1" latinLnBrk="0" hangingPunct="1">
              <a:lnSpc>
                <a:spcPts val="4000"/>
              </a:lnSpc>
              <a:spcBef>
                <a:spcPct val="0"/>
              </a:spcBef>
              <a:buNone/>
              <a:defRPr lang="en-US" sz="3733" kern="1200" baseline="0" dirty="0">
                <a:solidFill>
                  <a:srgbClr val="FFFFFF"/>
                </a:solidFill>
                <a:latin typeface="+mj-lt"/>
                <a:ea typeface="+mj-ea"/>
                <a:cs typeface="+mj-cs"/>
              </a:defRPr>
            </a:lvl1pPr>
          </a:lstStyle>
          <a:p>
            <a:r>
              <a:rPr lang="en-US" dirty="0"/>
              <a:t>Click to edit Master title style</a:t>
            </a:r>
          </a:p>
        </p:txBody>
      </p:sp>
    </p:spTree>
    <p:extLst>
      <p:ext uri="{BB962C8B-B14F-4D97-AF65-F5344CB8AC3E}">
        <p14:creationId xmlns:p14="http://schemas.microsoft.com/office/powerpoint/2010/main" val="368034931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Title slide image">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4" name="Group 3"/>
          <p:cNvGrpSpPr/>
          <p:nvPr/>
        </p:nvGrpSpPr>
        <p:grpSpPr>
          <a:xfrm>
            <a:off x="10536563" y="6249822"/>
            <a:ext cx="842637" cy="341479"/>
            <a:chOff x="1938338" y="2368551"/>
            <a:chExt cx="5260976" cy="2132013"/>
          </a:xfrm>
          <a:solidFill>
            <a:srgbClr val="FFFFFF"/>
          </a:solidFill>
        </p:grpSpPr>
        <p:sp>
          <p:nvSpPr>
            <p:cNvPr id="5"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6"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7"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8"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9"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0"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1"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2"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3"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4" name="Rectangle 13"/>
            <p:cNvSpPr>
              <a:spLocks noChangeArrowheads="1"/>
            </p:cNvSpPr>
            <p:nvPr/>
          </p:nvSpPr>
          <p:spPr bwMode="auto">
            <a:xfrm>
              <a:off x="5208588"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5" name="Rectangle 14"/>
            <p:cNvSpPr>
              <a:spLocks noChangeArrowheads="1"/>
            </p:cNvSpPr>
            <p:nvPr/>
          </p:nvSpPr>
          <p:spPr bwMode="auto">
            <a:xfrm>
              <a:off x="6488113"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6" name="Rectangle 15"/>
            <p:cNvSpPr>
              <a:spLocks noChangeArrowheads="1"/>
            </p:cNvSpPr>
            <p:nvPr/>
          </p:nvSpPr>
          <p:spPr bwMode="auto">
            <a:xfrm>
              <a:off x="4924426"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7" name="Rectangle 16"/>
            <p:cNvSpPr>
              <a:spLocks noChangeArrowheads="1"/>
            </p:cNvSpPr>
            <p:nvPr/>
          </p:nvSpPr>
          <p:spPr bwMode="auto">
            <a:xfrm>
              <a:off x="4924426"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8"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9"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0"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1"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2"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3"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4"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5"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6"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7"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8"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29"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0"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1"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2"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3"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4"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5"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6"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7"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8"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9"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0"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1"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2"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3"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4"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sp>
        <p:nvSpPr>
          <p:cNvPr id="45" name="Rectangle 44"/>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94" name="Subtitle 2"/>
          <p:cNvSpPr>
            <a:spLocks noGrp="1"/>
          </p:cNvSpPr>
          <p:nvPr>
            <p:ph type="subTitle" idx="11"/>
          </p:nvPr>
        </p:nvSpPr>
        <p:spPr>
          <a:xfrm>
            <a:off x="796926" y="2360026"/>
            <a:ext cx="5299073" cy="410369"/>
          </a:xfrm>
        </p:spPr>
        <p:txBody>
          <a:bodyPr/>
          <a:lstStyle>
            <a:lvl1pPr marL="0" indent="0" algn="l">
              <a:spcBef>
                <a:spcPts val="0"/>
              </a:spcBef>
              <a:buNone/>
              <a:defRPr sz="2667" baseline="0">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95" name="Title 1"/>
          <p:cNvSpPr>
            <a:spLocks noGrp="1"/>
          </p:cNvSpPr>
          <p:nvPr>
            <p:ph type="title"/>
          </p:nvPr>
        </p:nvSpPr>
        <p:spPr>
          <a:xfrm>
            <a:off x="790577" y="793879"/>
            <a:ext cx="5283200" cy="1036181"/>
          </a:xfrm>
        </p:spPr>
        <p:txBody>
          <a:bodyPr/>
          <a:lstStyle>
            <a:lvl1pPr algn="l" defTabSz="1219170" rtl="0" eaLnBrk="1" latinLnBrk="0" hangingPunct="1">
              <a:lnSpc>
                <a:spcPts val="4000"/>
              </a:lnSpc>
              <a:spcBef>
                <a:spcPct val="0"/>
              </a:spcBef>
              <a:buNone/>
              <a:defRPr lang="en-US" sz="3733" kern="1200" baseline="0" dirty="0">
                <a:solidFill>
                  <a:srgbClr val="FFFFFF"/>
                </a:solidFill>
                <a:latin typeface="+mj-lt"/>
                <a:ea typeface="+mj-ea"/>
                <a:cs typeface="+mj-cs"/>
              </a:defRPr>
            </a:lvl1pPr>
          </a:lstStyle>
          <a:p>
            <a:r>
              <a:rPr lang="en-US" dirty="0"/>
              <a:t>Click to edit Master title style</a:t>
            </a:r>
          </a:p>
        </p:txBody>
      </p:sp>
    </p:spTree>
    <p:extLst>
      <p:ext uri="{BB962C8B-B14F-4D97-AF65-F5344CB8AC3E}">
        <p14:creationId xmlns:p14="http://schemas.microsoft.com/office/powerpoint/2010/main" val="330885804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Divider-Dark">
    <p:spTree>
      <p:nvGrpSpPr>
        <p:cNvPr id="1" name=""/>
        <p:cNvGrpSpPr/>
        <p:nvPr/>
      </p:nvGrpSpPr>
      <p:grpSpPr>
        <a:xfrm>
          <a:off x="0" y="0"/>
          <a:ext cx="0" cy="0"/>
          <a:chOff x="0" y="0"/>
          <a:chExt cx="0" cy="0"/>
        </a:xfrm>
      </p:grpSpPr>
      <p:pic>
        <p:nvPicPr>
          <p:cNvPr id="4" name="Content Placeholder 1"/>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791200" y="0"/>
            <a:ext cx="6400800" cy="68601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87028AB4-707A-164C-92C9-A705162990A7}" type="slidenum">
              <a:rPr lang="en-US" sz="800">
                <a:solidFill>
                  <a:srgbClr val="FFFFFF"/>
                </a:solidFill>
                <a:cs typeface="Arial" charset="0"/>
              </a:rPr>
              <a:pPr/>
              <a:t>‹#›</a:t>
            </a:fld>
            <a:endParaRPr lang="en-US" sz="800">
              <a:solidFill>
                <a:srgbClr val="FFFFFF"/>
              </a:solidFill>
              <a:cs typeface="Arial" charset="0"/>
            </a:endParaRPr>
          </a:p>
        </p:txBody>
      </p:sp>
      <p:sp>
        <p:nvSpPr>
          <p:cNvPr id="6" name="Rectangle 5"/>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Page</a:t>
            </a:r>
          </a:p>
        </p:txBody>
      </p:sp>
      <p:sp>
        <p:nvSpPr>
          <p:cNvPr id="7" name="Rectangle 6"/>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2" name="Title 1"/>
          <p:cNvSpPr>
            <a:spLocks noGrp="1"/>
          </p:cNvSpPr>
          <p:nvPr>
            <p:ph type="title"/>
          </p:nvPr>
        </p:nvSpPr>
        <p:spPr>
          <a:xfrm>
            <a:off x="790577" y="793876"/>
            <a:ext cx="5283200" cy="1036181"/>
          </a:xfrm>
        </p:spPr>
        <p:txBody>
          <a:bodyPr/>
          <a:lstStyle>
            <a:lvl1pPr algn="l" defTabSz="1219170" rtl="0" eaLnBrk="1" latinLnBrk="0" hangingPunct="1">
              <a:lnSpc>
                <a:spcPts val="4000"/>
              </a:lnSpc>
              <a:spcBef>
                <a:spcPct val="0"/>
              </a:spcBef>
              <a:buNone/>
              <a:defRPr lang="en-US" sz="3733" kern="1200" baseline="0" dirty="0">
                <a:solidFill>
                  <a:srgbClr val="FFFFFF"/>
                </a:solidFill>
                <a:latin typeface="+mj-lt"/>
                <a:ea typeface="+mj-ea"/>
                <a:cs typeface="+mj-cs"/>
              </a:defRPr>
            </a:lvl1pPr>
          </a:lstStyle>
          <a:p>
            <a:r>
              <a:rPr lang="en-US" dirty="0"/>
              <a:t>Click to edit Master title style</a:t>
            </a:r>
          </a:p>
        </p:txBody>
      </p:sp>
      <p:sp>
        <p:nvSpPr>
          <p:cNvPr id="10" name="Subtitle 2"/>
          <p:cNvSpPr>
            <a:spLocks noGrp="1"/>
          </p:cNvSpPr>
          <p:nvPr>
            <p:ph type="subTitle" idx="11"/>
          </p:nvPr>
        </p:nvSpPr>
        <p:spPr>
          <a:xfrm>
            <a:off x="796927" y="2360712"/>
            <a:ext cx="5291667" cy="410369"/>
          </a:xfrm>
        </p:spPr>
        <p:txBody>
          <a:bodyPr/>
          <a:lstStyle>
            <a:lvl1pPr marL="0" indent="0" algn="l">
              <a:buNone/>
              <a:defRPr sz="2667" baseline="0">
                <a:solidFill>
                  <a:schemeClr val="accent5"/>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408252795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Divider-Bright">
    <p:bg>
      <p:bgPr>
        <a:solidFill>
          <a:schemeClr val="accent5"/>
        </a:solidFill>
        <a:effectLst/>
      </p:bgPr>
    </p:bg>
    <p:spTree>
      <p:nvGrpSpPr>
        <p:cNvPr id="1" name=""/>
        <p:cNvGrpSpPr/>
        <p:nvPr/>
      </p:nvGrpSpPr>
      <p:grpSpPr>
        <a:xfrm>
          <a:off x="0" y="0"/>
          <a:ext cx="0" cy="0"/>
          <a:chOff x="0" y="0"/>
          <a:chExt cx="0" cy="0"/>
        </a:xfrm>
      </p:grpSpPr>
      <p:pic>
        <p:nvPicPr>
          <p:cNvPr id="4" name="Content Placeholder 1"/>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791200" y="0"/>
            <a:ext cx="6400800" cy="68601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FFC78011-5F8C-C541-9519-E8BC65BDDBB4}" type="slidenum">
              <a:rPr lang="en-US" sz="800">
                <a:solidFill>
                  <a:srgbClr val="FFFFFF"/>
                </a:solidFill>
                <a:cs typeface="Arial" charset="0"/>
              </a:rPr>
              <a:pPr/>
              <a:t>‹#›</a:t>
            </a:fld>
            <a:endParaRPr lang="en-US" sz="800">
              <a:solidFill>
                <a:srgbClr val="FFFFFF"/>
              </a:solidFill>
              <a:cs typeface="Arial" charset="0"/>
            </a:endParaRPr>
          </a:p>
        </p:txBody>
      </p:sp>
      <p:sp>
        <p:nvSpPr>
          <p:cNvPr id="6" name="Rectangle 5"/>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Page</a:t>
            </a:r>
          </a:p>
        </p:txBody>
      </p:sp>
      <p:sp>
        <p:nvSpPr>
          <p:cNvPr id="7" name="Rectangle 6"/>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2" name="Title 1"/>
          <p:cNvSpPr>
            <a:spLocks noGrp="1"/>
          </p:cNvSpPr>
          <p:nvPr>
            <p:ph type="title"/>
          </p:nvPr>
        </p:nvSpPr>
        <p:spPr>
          <a:xfrm>
            <a:off x="790577" y="793882"/>
            <a:ext cx="5283200" cy="1036181"/>
          </a:xfrm>
        </p:spPr>
        <p:txBody>
          <a:bodyPr/>
          <a:lstStyle>
            <a:lvl1pPr algn="l" defTabSz="1219170" rtl="0" eaLnBrk="1" latinLnBrk="0" hangingPunct="1">
              <a:lnSpc>
                <a:spcPts val="4000"/>
              </a:lnSpc>
              <a:spcBef>
                <a:spcPct val="0"/>
              </a:spcBef>
              <a:buNone/>
              <a:defRPr lang="en-US" sz="3733" kern="1200" baseline="0" dirty="0">
                <a:solidFill>
                  <a:srgbClr val="FFFFFF"/>
                </a:solidFill>
                <a:latin typeface="+mj-lt"/>
                <a:ea typeface="+mj-ea"/>
                <a:cs typeface="+mj-cs"/>
              </a:defRPr>
            </a:lvl1pPr>
          </a:lstStyle>
          <a:p>
            <a:r>
              <a:rPr lang="en-US" dirty="0"/>
              <a:t>Click to edit Master title style</a:t>
            </a:r>
          </a:p>
        </p:txBody>
      </p:sp>
      <p:sp>
        <p:nvSpPr>
          <p:cNvPr id="10" name="Subtitle 2"/>
          <p:cNvSpPr>
            <a:spLocks noGrp="1"/>
          </p:cNvSpPr>
          <p:nvPr>
            <p:ph type="subTitle" idx="11"/>
          </p:nvPr>
        </p:nvSpPr>
        <p:spPr>
          <a:xfrm>
            <a:off x="801159" y="2364126"/>
            <a:ext cx="5291667" cy="410369"/>
          </a:xfrm>
        </p:spPr>
        <p:txBody>
          <a:bodyPr/>
          <a:lstStyle>
            <a:lvl1pPr marL="0" indent="0" algn="l">
              <a:buNone/>
              <a:defRPr sz="2667" baseline="0">
                <a:solidFill>
                  <a:schemeClr val="accent3"/>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8" name="TextBox 7"/>
          <p:cNvSpPr txBox="1"/>
          <p:nvPr userDrawn="1"/>
        </p:nvSpPr>
        <p:spPr>
          <a:xfrm>
            <a:off x="670837" y="347904"/>
            <a:ext cx="2425664" cy="318100"/>
          </a:xfrm>
          <a:prstGeom prst="rect">
            <a:avLst/>
          </a:prstGeom>
          <a:noFill/>
        </p:spPr>
        <p:txBody>
          <a:bodyPr wrap="none" rtlCol="0">
            <a:spAutoFit/>
          </a:bodyPr>
          <a:lstStyle/>
          <a:p>
            <a:r>
              <a:rPr lang="en-US" sz="1467" b="1">
                <a:solidFill>
                  <a:srgbClr val="FFFFFF"/>
                </a:solidFill>
              </a:rPr>
              <a:t>IBM Cloud </a:t>
            </a:r>
            <a:r>
              <a:rPr lang="en-US" sz="1467" b="0">
                <a:solidFill>
                  <a:srgbClr val="FFFFFF"/>
                </a:solidFill>
              </a:rPr>
              <a:t>Object Storage</a:t>
            </a:r>
          </a:p>
        </p:txBody>
      </p:sp>
    </p:spTree>
    <p:extLst>
      <p:ext uri="{BB962C8B-B14F-4D97-AF65-F5344CB8AC3E}">
        <p14:creationId xmlns:p14="http://schemas.microsoft.com/office/powerpoint/2010/main" val="6177009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28 pt Title and Content">
    <p:spTree>
      <p:nvGrpSpPr>
        <p:cNvPr id="1" name=""/>
        <p:cNvGrpSpPr/>
        <p:nvPr/>
      </p:nvGrpSpPr>
      <p:grpSpPr>
        <a:xfrm>
          <a:off x="0" y="0"/>
          <a:ext cx="0" cy="0"/>
          <a:chOff x="0" y="0"/>
          <a:chExt cx="0" cy="0"/>
        </a:xfrm>
      </p:grpSpPr>
      <p:sp>
        <p:nvSpPr>
          <p:cNvPr id="5"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0C7C244C-E4DD-B643-B329-AF946293C414}" type="slidenum">
              <a:rPr lang="en-US" sz="800">
                <a:solidFill>
                  <a:srgbClr val="FFFFFF"/>
                </a:solidFill>
                <a:cs typeface="Arial" charset="0"/>
              </a:rPr>
              <a:pPr/>
              <a:t>‹#›</a:t>
            </a:fld>
            <a:endParaRPr lang="en-US" sz="800">
              <a:solidFill>
                <a:srgbClr val="FFFFFF"/>
              </a:solidFill>
              <a:cs typeface="Arial" charset="0"/>
            </a:endParaRPr>
          </a:p>
        </p:txBody>
      </p:sp>
      <p:sp>
        <p:nvSpPr>
          <p:cNvPr id="6"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Page</a:t>
            </a:r>
          </a:p>
        </p:txBody>
      </p:sp>
      <p:sp>
        <p:nvSpPr>
          <p:cNvPr id="7" name="Rectangle 5"/>
          <p:cNvSpPr>
            <a:spLocks noChangeArrowheads="1"/>
          </p:cNvSpPr>
          <p:nvPr/>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2" name="Title 1"/>
          <p:cNvSpPr>
            <a:spLocks noGrp="1"/>
          </p:cNvSpPr>
          <p:nvPr>
            <p:ph type="title"/>
          </p:nvPr>
        </p:nvSpPr>
        <p:spPr>
          <a:xfrm>
            <a:off x="790577" y="793188"/>
            <a:ext cx="5283200" cy="1036181"/>
          </a:xfrm>
        </p:spPr>
        <p:txBody>
          <a:bodyPr/>
          <a:lstStyle>
            <a:lvl1pPr algn="l" defTabSz="1219170" rtl="0" eaLnBrk="1" latinLnBrk="0" hangingPunct="1">
              <a:lnSpc>
                <a:spcPts val="4000"/>
              </a:lnSpc>
              <a:spcBef>
                <a:spcPct val="0"/>
              </a:spcBef>
              <a:buNone/>
              <a:defRPr lang="en-US" sz="3733" kern="1200" baseline="0" dirty="0">
                <a:solidFill>
                  <a:srgbClr val="FFFFFF"/>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6601885" y="792432"/>
            <a:ext cx="4777316" cy="2236703"/>
          </a:xfrm>
        </p:spPr>
        <p:txBody>
          <a:bodyPr/>
          <a:lstStyle>
            <a:lvl1pPr marL="304792" indent="-304792">
              <a:spcBef>
                <a:spcPts val="2400"/>
              </a:spcBef>
              <a:defRPr sz="2667" baseline="0">
                <a:solidFill>
                  <a:srgbClr val="FFFFFF"/>
                </a:solidFill>
              </a:defRPr>
            </a:lvl1pPr>
            <a:lvl2pPr>
              <a:defRPr baseline="0">
                <a:solidFill>
                  <a:srgbClr val="FFFFFF"/>
                </a:solidFill>
              </a:defRPr>
            </a:lvl2pPr>
            <a:lvl3pPr>
              <a:defRPr baseline="0">
                <a:solidFill>
                  <a:srgbClr val="FFFFFF"/>
                </a:solidFill>
              </a:defRPr>
            </a:lvl3pPr>
            <a:lvl4pPr>
              <a:defRPr baseline="0">
                <a:solidFill>
                  <a:srgbClr val="FFFFFF"/>
                </a:solidFill>
              </a:defRPr>
            </a:lvl4pPr>
            <a:lvl5pPr>
              <a:defRPr baseline="0">
                <a:solidFill>
                  <a:srgbClr val="FFFFFF"/>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ubtitle 2"/>
          <p:cNvSpPr>
            <a:spLocks noGrp="1"/>
          </p:cNvSpPr>
          <p:nvPr>
            <p:ph type="subTitle" idx="11"/>
          </p:nvPr>
        </p:nvSpPr>
        <p:spPr>
          <a:xfrm>
            <a:off x="801159" y="2358008"/>
            <a:ext cx="5291667" cy="410369"/>
          </a:xfrm>
        </p:spPr>
        <p:txBody>
          <a:bodyPr/>
          <a:lstStyle>
            <a:lvl1pPr marL="0" indent="0" algn="l">
              <a:buNone/>
              <a:defRPr sz="2667" baseline="0">
                <a:solidFill>
                  <a:schemeClr val="accent5"/>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9"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FFFFFF"/>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331052436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2015 IBM Corporation</a:t>
            </a:r>
          </a:p>
        </p:txBody>
      </p:sp>
      <p:sp>
        <p:nvSpPr>
          <p:cNvPr id="5"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FFFFFF"/>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70556893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11" name="Content Placeholder 5"/>
          <p:cNvSpPr>
            <a:spLocks noGrp="1"/>
          </p:cNvSpPr>
          <p:nvPr>
            <p:ph sz="quarter" idx="11"/>
          </p:nvPr>
        </p:nvSpPr>
        <p:spPr>
          <a:xfrm>
            <a:off x="609600" y="1177150"/>
            <a:ext cx="10972800" cy="1826269"/>
          </a:xfrm>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2015 IBM Corporation</a:t>
            </a:r>
          </a:p>
        </p:txBody>
      </p:sp>
      <p:sp>
        <p:nvSpPr>
          <p:cNvPr id="6"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FFFFFF"/>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24463869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ide by side">
    <p:bg>
      <p:bgPr>
        <a:solidFill>
          <a:srgbClr val="FFFFFF"/>
        </a:solidFill>
        <a:effectLst/>
      </p:bgPr>
    </p:bg>
    <p:spTree>
      <p:nvGrpSpPr>
        <p:cNvPr id="1" name=""/>
        <p:cNvGrpSpPr/>
        <p:nvPr/>
      </p:nvGrpSpPr>
      <p:grpSpPr>
        <a:xfrm>
          <a:off x="0" y="0"/>
          <a:ext cx="0" cy="0"/>
          <a:chOff x="0" y="0"/>
          <a:chExt cx="0" cy="0"/>
        </a:xfrm>
      </p:grpSpPr>
      <p:sp>
        <p:nvSpPr>
          <p:cNvPr id="6"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33BF8EC9-7369-964B-8DC2-5B96682FF51E}" type="slidenum">
              <a:rPr lang="en-US" sz="800">
                <a:solidFill>
                  <a:schemeClr val="bg1"/>
                </a:solidFill>
                <a:cs typeface="Arial" charset="0"/>
              </a:rPr>
              <a:pPr/>
              <a:t>‹#›</a:t>
            </a:fld>
            <a:endParaRPr lang="en-US" sz="800">
              <a:solidFill>
                <a:schemeClr val="bg1"/>
              </a:solidFill>
              <a:cs typeface="Arial" charset="0"/>
            </a:endParaRPr>
          </a:p>
        </p:txBody>
      </p:sp>
      <p:sp>
        <p:nvSpPr>
          <p:cNvPr id="7"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chemeClr val="bg1"/>
                </a:solidFill>
                <a:cs typeface="Arial" charset="0"/>
              </a:rPr>
              <a:t>Page</a:t>
            </a:r>
          </a:p>
        </p:txBody>
      </p:sp>
      <p:sp>
        <p:nvSpPr>
          <p:cNvPr id="11" name="Text Placeholder 5"/>
          <p:cNvSpPr>
            <a:spLocks noGrp="1"/>
          </p:cNvSpPr>
          <p:nvPr>
            <p:ph type="body" sz="quarter" idx="11"/>
          </p:nvPr>
        </p:nvSpPr>
        <p:spPr>
          <a:xfrm>
            <a:off x="6604000" y="2034550"/>
            <a:ext cx="4775200" cy="246221"/>
          </a:xfrm>
        </p:spPr>
        <p:txBody>
          <a:bodyPr/>
          <a:lstStyle>
            <a:lvl1pPr marL="228594" indent="-228594">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13" name="Text Placeholder 5"/>
          <p:cNvSpPr>
            <a:spLocks noGrp="1"/>
          </p:cNvSpPr>
          <p:nvPr>
            <p:ph type="body" sz="quarter" idx="12"/>
          </p:nvPr>
        </p:nvSpPr>
        <p:spPr>
          <a:xfrm>
            <a:off x="6585373" y="793381"/>
            <a:ext cx="4775200" cy="523220"/>
          </a:xfrm>
        </p:spPr>
        <p:txBody>
          <a:bodyPr/>
          <a:lstStyle>
            <a:lvl1pPr marL="0" indent="0">
              <a:lnSpc>
                <a:spcPts val="4000"/>
              </a:lnSpc>
              <a:spcBef>
                <a:spcPts val="2400"/>
              </a:spcBef>
              <a:buFont typeface="Arial" panose="020B0604020202020204" pitchFamily="34" charset="0"/>
              <a:buNone/>
              <a:defRPr sz="3733"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4" name="Text Placeholder 5"/>
          <p:cNvSpPr>
            <a:spLocks noGrp="1"/>
          </p:cNvSpPr>
          <p:nvPr>
            <p:ph type="body" sz="quarter" idx="13"/>
          </p:nvPr>
        </p:nvSpPr>
        <p:spPr>
          <a:xfrm>
            <a:off x="812800" y="2034550"/>
            <a:ext cx="4978400" cy="246221"/>
          </a:xfrm>
        </p:spPr>
        <p:txBody>
          <a:bodyPr/>
          <a:lstStyle>
            <a:lvl1pPr marL="228594" indent="-228594">
              <a:spcBef>
                <a:spcPts val="0"/>
              </a:spcBef>
              <a:spcAft>
                <a:spcPts val="1600"/>
              </a:spcAft>
              <a:buFont typeface="Arial" panose="020B0604020202020204" pitchFamily="34" charset="0"/>
              <a:buChar char="–"/>
              <a:defRPr sz="1600"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5"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17"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45787873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hart slide">
    <p:bg>
      <p:bgPr>
        <a:solidFill>
          <a:srgbClr val="FFFFFF"/>
        </a:solidFill>
        <a:effectLst/>
      </p:bgPr>
    </p:bg>
    <p:spTree>
      <p:nvGrpSpPr>
        <p:cNvPr id="1" name=""/>
        <p:cNvGrpSpPr/>
        <p:nvPr/>
      </p:nvGrpSpPr>
      <p:grpSpPr>
        <a:xfrm>
          <a:off x="0" y="0"/>
          <a:ext cx="0" cy="0"/>
          <a:chOff x="0" y="0"/>
          <a:chExt cx="0" cy="0"/>
        </a:xfrm>
      </p:grpSpPr>
      <p:sp>
        <p:nvSpPr>
          <p:cNvPr id="5"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FCE6A894-8705-4C47-BA6F-6BC508F9A82D}" type="slidenum">
              <a:rPr lang="en-US" sz="800">
                <a:solidFill>
                  <a:schemeClr val="bg1"/>
                </a:solidFill>
                <a:cs typeface="Arial" charset="0"/>
              </a:rPr>
              <a:pPr/>
              <a:t>‹#›</a:t>
            </a:fld>
            <a:endParaRPr lang="en-US" sz="800">
              <a:solidFill>
                <a:schemeClr val="bg1"/>
              </a:solidFill>
              <a:cs typeface="Arial" charset="0"/>
            </a:endParaRPr>
          </a:p>
        </p:txBody>
      </p:sp>
      <p:sp>
        <p:nvSpPr>
          <p:cNvPr id="6"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chemeClr val="bg1"/>
                </a:solidFill>
                <a:cs typeface="Arial" charset="0"/>
              </a:rPr>
              <a:t>Page</a:t>
            </a:r>
          </a:p>
        </p:txBody>
      </p:sp>
      <p:sp>
        <p:nvSpPr>
          <p:cNvPr id="2" name="Title 1"/>
          <p:cNvSpPr>
            <a:spLocks noGrp="1"/>
          </p:cNvSpPr>
          <p:nvPr>
            <p:ph type="title"/>
          </p:nvPr>
        </p:nvSpPr>
        <p:spPr>
          <a:xfrm>
            <a:off x="790577" y="794591"/>
            <a:ext cx="3652307" cy="1036181"/>
          </a:xfrm>
        </p:spPr>
        <p:txBody>
          <a:bodyPr/>
          <a:lstStyle>
            <a:lvl1pPr>
              <a:lnSpc>
                <a:spcPts val="4000"/>
              </a:lnSpc>
              <a:defRPr sz="3733" baseline="0">
                <a:solidFill>
                  <a:schemeClr val="bg1"/>
                </a:solidFill>
              </a:defRPr>
            </a:lvl1pPr>
          </a:lstStyle>
          <a:p>
            <a:r>
              <a:rPr lang="en-US" dirty="0"/>
              <a:t>Click to edit Master title</a:t>
            </a:r>
          </a:p>
        </p:txBody>
      </p:sp>
      <p:sp>
        <p:nvSpPr>
          <p:cNvPr id="4" name="Chart Placeholder 3"/>
          <p:cNvSpPr>
            <a:spLocks noGrp="1"/>
          </p:cNvSpPr>
          <p:nvPr>
            <p:ph type="chart" sz="quarter" idx="11"/>
          </p:nvPr>
        </p:nvSpPr>
        <p:spPr>
          <a:xfrm>
            <a:off x="4442885" y="792261"/>
            <a:ext cx="6936316" cy="410433"/>
          </a:xfrm>
          <a:ln>
            <a:solidFill>
              <a:srgbClr val="FFFFFF"/>
            </a:solidFill>
          </a:ln>
        </p:spPr>
        <p:txBody>
          <a:bodyPr rtlCol="0"/>
          <a:lstStyle/>
          <a:p>
            <a:pPr lvl="0"/>
            <a:endParaRPr lang="en-US" noProof="0"/>
          </a:p>
        </p:txBody>
      </p:sp>
      <p:sp>
        <p:nvSpPr>
          <p:cNvPr id="8"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10"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427240357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able slide">
    <p:bg>
      <p:bgPr>
        <a:solidFill>
          <a:srgbClr val="FFFFFF"/>
        </a:solidFill>
        <a:effectLst/>
      </p:bgPr>
    </p:bg>
    <p:spTree>
      <p:nvGrpSpPr>
        <p:cNvPr id="1" name=""/>
        <p:cNvGrpSpPr/>
        <p:nvPr/>
      </p:nvGrpSpPr>
      <p:grpSpPr>
        <a:xfrm>
          <a:off x="0" y="0"/>
          <a:ext cx="0" cy="0"/>
          <a:chOff x="0" y="0"/>
          <a:chExt cx="0" cy="0"/>
        </a:xfrm>
      </p:grpSpPr>
      <p:sp>
        <p:nvSpPr>
          <p:cNvPr id="4"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338ADE48-9156-4A43-963F-EAB5237C87F1}" type="slidenum">
              <a:rPr lang="en-US" sz="800">
                <a:solidFill>
                  <a:srgbClr val="5A5A5A"/>
                </a:solidFill>
                <a:cs typeface="Arial" charset="0"/>
              </a:rPr>
              <a:pPr/>
              <a:t>‹#›</a:t>
            </a:fld>
            <a:endParaRPr lang="en-US" sz="800">
              <a:solidFill>
                <a:srgbClr val="5A5A5A"/>
              </a:solidFill>
              <a:cs typeface="Arial" charset="0"/>
            </a:endParaRPr>
          </a:p>
        </p:txBody>
      </p:sp>
      <p:sp>
        <p:nvSpPr>
          <p:cNvPr id="5"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Page</a:t>
            </a:r>
          </a:p>
        </p:txBody>
      </p:sp>
      <p:sp>
        <p:nvSpPr>
          <p:cNvPr id="2" name="Title 1"/>
          <p:cNvSpPr>
            <a:spLocks noGrp="1"/>
          </p:cNvSpPr>
          <p:nvPr>
            <p:ph type="title"/>
          </p:nvPr>
        </p:nvSpPr>
        <p:spPr>
          <a:xfrm>
            <a:off x="790577" y="790818"/>
            <a:ext cx="5283200" cy="523220"/>
          </a:xfrm>
        </p:spPr>
        <p:txBody>
          <a:bodyPr/>
          <a:lstStyle>
            <a:lvl1pPr>
              <a:lnSpc>
                <a:spcPts val="4000"/>
              </a:lnSpc>
              <a:defRPr sz="3733" baseline="0">
                <a:solidFill>
                  <a:schemeClr val="bg1"/>
                </a:solidFill>
              </a:defRPr>
            </a:lvl1pPr>
          </a:lstStyle>
          <a:p>
            <a:r>
              <a:rPr lang="en-US" dirty="0"/>
              <a:t>Click to edit Master title</a:t>
            </a:r>
          </a:p>
        </p:txBody>
      </p:sp>
      <p:sp>
        <p:nvSpPr>
          <p:cNvPr id="19" name="Table Placeholder 18"/>
          <p:cNvSpPr>
            <a:spLocks noGrp="1"/>
          </p:cNvSpPr>
          <p:nvPr>
            <p:ph type="tbl" sz="quarter" idx="11"/>
          </p:nvPr>
        </p:nvSpPr>
        <p:spPr>
          <a:xfrm>
            <a:off x="812800" y="1736445"/>
            <a:ext cx="10566400" cy="410433"/>
          </a:xfrm>
        </p:spPr>
        <p:txBody>
          <a:bodyPr rtlCol="0"/>
          <a:lstStyle>
            <a:lvl1pPr>
              <a:defRPr baseline="0">
                <a:solidFill>
                  <a:schemeClr val="bg1"/>
                </a:solidFill>
              </a:defRPr>
            </a:lvl1pPr>
          </a:lstStyle>
          <a:p>
            <a:pPr lvl="0"/>
            <a:endParaRPr lang="en-US" noProof="0"/>
          </a:p>
        </p:txBody>
      </p:sp>
      <p:sp>
        <p:nvSpPr>
          <p:cNvPr id="7"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9"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28273879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3-col">
    <p:bg>
      <p:bgPr>
        <a:solidFill>
          <a:srgbClr val="FFFFFF"/>
        </a:solidFill>
        <a:effectLst/>
      </p:bgPr>
    </p:bg>
    <p:spTree>
      <p:nvGrpSpPr>
        <p:cNvPr id="1" name=""/>
        <p:cNvGrpSpPr/>
        <p:nvPr/>
      </p:nvGrpSpPr>
      <p:grpSpPr>
        <a:xfrm>
          <a:off x="0" y="0"/>
          <a:ext cx="0" cy="0"/>
          <a:chOff x="0" y="0"/>
          <a:chExt cx="0" cy="0"/>
        </a:xfrm>
      </p:grpSpPr>
      <p:sp>
        <p:nvSpPr>
          <p:cNvPr id="8"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DDE86663-5027-1240-B133-DE37AD38AC93}" type="slidenum">
              <a:rPr lang="en-US" sz="800">
                <a:solidFill>
                  <a:srgbClr val="5A5A5A"/>
                </a:solidFill>
                <a:cs typeface="Arial" charset="0"/>
              </a:rPr>
              <a:pPr/>
              <a:t>‹#›</a:t>
            </a:fld>
            <a:endParaRPr lang="en-US" sz="800">
              <a:solidFill>
                <a:srgbClr val="5A5A5A"/>
              </a:solidFill>
              <a:cs typeface="Arial" charset="0"/>
            </a:endParaRPr>
          </a:p>
        </p:txBody>
      </p:sp>
      <p:sp>
        <p:nvSpPr>
          <p:cNvPr id="9"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Page</a:t>
            </a:r>
          </a:p>
        </p:txBody>
      </p:sp>
      <p:sp>
        <p:nvSpPr>
          <p:cNvPr id="10"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13" name="Text Placeholder 5"/>
          <p:cNvSpPr>
            <a:spLocks noGrp="1"/>
          </p:cNvSpPr>
          <p:nvPr>
            <p:ph type="body" sz="quarter" idx="12"/>
          </p:nvPr>
        </p:nvSpPr>
        <p:spPr>
          <a:xfrm>
            <a:off x="792187" y="787835"/>
            <a:ext cx="3243072" cy="381871"/>
          </a:xfrm>
        </p:spPr>
        <p:txBody>
          <a:bodyPr/>
          <a:lstStyle>
            <a:lvl1pPr marL="0" indent="0">
              <a:lnSpc>
                <a:spcPts val="2933"/>
              </a:lnSpc>
              <a:spcBef>
                <a:spcPts val="2400"/>
              </a:spcBef>
              <a:buFont typeface="Arial" panose="020B0604020202020204" pitchFamily="34" charset="0"/>
              <a:buNone/>
              <a:defRPr sz="2667"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4" name="Text Placeholder 3"/>
          <p:cNvSpPr>
            <a:spLocks noGrp="1"/>
          </p:cNvSpPr>
          <p:nvPr>
            <p:ph type="body" sz="quarter" idx="13"/>
          </p:nvPr>
        </p:nvSpPr>
        <p:spPr>
          <a:xfrm>
            <a:off x="808059" y="2016053"/>
            <a:ext cx="3243072" cy="1428083"/>
          </a:xfrm>
        </p:spPr>
        <p:txBody>
          <a:bodyPr/>
          <a:lstStyle>
            <a:lvl1pPr marL="228594" indent="-228594">
              <a:spcBef>
                <a:spcPts val="1600"/>
              </a:spcBef>
              <a:defRPr sz="1600" baseline="0">
                <a:solidFill>
                  <a:schemeClr val="bg1"/>
                </a:solidFill>
              </a:defRPr>
            </a:lvl1pPr>
            <a:lvl2pPr marL="389457" indent="-152396">
              <a:defRPr sz="1600" baseline="0">
                <a:solidFill>
                  <a:schemeClr val="bg1"/>
                </a:solidFill>
              </a:defRPr>
            </a:lvl2pPr>
            <a:lvl3pPr marL="609585" indent="-220128">
              <a:defRPr sz="1600" baseline="0">
                <a:solidFill>
                  <a:schemeClr val="bg1"/>
                </a:solidFill>
              </a:defRPr>
            </a:lvl3pPr>
            <a:lvl4pPr marL="829713" indent="-220128">
              <a:defRPr sz="1600" baseline="0">
                <a:solidFill>
                  <a:schemeClr val="bg1"/>
                </a:solidFill>
              </a:defRPr>
            </a:lvl4pPr>
            <a:lvl5pPr marL="1032908" indent="-186262">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5"/>
          <p:cNvSpPr>
            <a:spLocks noGrp="1"/>
          </p:cNvSpPr>
          <p:nvPr>
            <p:ph type="body" sz="quarter" idx="14"/>
          </p:nvPr>
        </p:nvSpPr>
        <p:spPr>
          <a:xfrm>
            <a:off x="4446209" y="787835"/>
            <a:ext cx="3243072" cy="381871"/>
          </a:xfrm>
        </p:spPr>
        <p:txBody>
          <a:bodyPr/>
          <a:lstStyle>
            <a:lvl1pPr marL="0" indent="0">
              <a:lnSpc>
                <a:spcPts val="2933"/>
              </a:lnSpc>
              <a:spcBef>
                <a:spcPts val="2400"/>
              </a:spcBef>
              <a:buFont typeface="Arial" panose="020B0604020202020204" pitchFamily="34" charset="0"/>
              <a:buNone/>
              <a:defRPr sz="2667"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9" name="Text Placeholder 3"/>
          <p:cNvSpPr>
            <a:spLocks noGrp="1"/>
          </p:cNvSpPr>
          <p:nvPr>
            <p:ph type="body" sz="quarter" idx="15"/>
          </p:nvPr>
        </p:nvSpPr>
        <p:spPr>
          <a:xfrm>
            <a:off x="4446208" y="2016053"/>
            <a:ext cx="3243072" cy="1428083"/>
          </a:xfrm>
        </p:spPr>
        <p:txBody>
          <a:bodyPr/>
          <a:lstStyle>
            <a:lvl1pPr marL="228594" indent="-228594">
              <a:spcBef>
                <a:spcPts val="1600"/>
              </a:spcBef>
              <a:defRPr sz="1600" baseline="0">
                <a:solidFill>
                  <a:schemeClr val="bg1"/>
                </a:solidFill>
              </a:defRPr>
            </a:lvl1pPr>
            <a:lvl2pPr marL="389457" indent="-152396">
              <a:defRPr sz="1600" baseline="0">
                <a:solidFill>
                  <a:schemeClr val="bg1"/>
                </a:solidFill>
              </a:defRPr>
            </a:lvl2pPr>
            <a:lvl3pPr marL="609585" indent="-220128">
              <a:defRPr sz="1600" baseline="0">
                <a:solidFill>
                  <a:schemeClr val="bg1"/>
                </a:solidFill>
              </a:defRPr>
            </a:lvl3pPr>
            <a:lvl4pPr marL="829713" indent="-220128">
              <a:defRPr sz="1600" baseline="0">
                <a:solidFill>
                  <a:schemeClr val="bg1"/>
                </a:solidFill>
              </a:defRPr>
            </a:lvl4pPr>
            <a:lvl5pPr marL="1032908" indent="-186262">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5"/>
          <p:cNvSpPr>
            <a:spLocks noGrp="1"/>
          </p:cNvSpPr>
          <p:nvPr>
            <p:ph type="body" sz="quarter" idx="16"/>
          </p:nvPr>
        </p:nvSpPr>
        <p:spPr>
          <a:xfrm>
            <a:off x="8048169" y="787835"/>
            <a:ext cx="3243072" cy="381871"/>
          </a:xfrm>
        </p:spPr>
        <p:txBody>
          <a:bodyPr/>
          <a:lstStyle>
            <a:lvl1pPr marL="0" indent="0">
              <a:lnSpc>
                <a:spcPts val="2933"/>
              </a:lnSpc>
              <a:spcBef>
                <a:spcPts val="2400"/>
              </a:spcBef>
              <a:buFont typeface="Arial" panose="020B0604020202020204" pitchFamily="34" charset="0"/>
              <a:buNone/>
              <a:defRPr sz="2667"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21" name="Text Placeholder 3"/>
          <p:cNvSpPr>
            <a:spLocks noGrp="1"/>
          </p:cNvSpPr>
          <p:nvPr>
            <p:ph type="body" sz="quarter" idx="17"/>
          </p:nvPr>
        </p:nvSpPr>
        <p:spPr>
          <a:xfrm>
            <a:off x="8048168" y="2016053"/>
            <a:ext cx="3243072" cy="1428083"/>
          </a:xfrm>
        </p:spPr>
        <p:txBody>
          <a:bodyPr/>
          <a:lstStyle>
            <a:lvl1pPr marL="228594" indent="-228594">
              <a:spcBef>
                <a:spcPts val="1600"/>
              </a:spcBef>
              <a:defRPr sz="1600" baseline="0">
                <a:solidFill>
                  <a:schemeClr val="bg1"/>
                </a:solidFill>
              </a:defRPr>
            </a:lvl1pPr>
            <a:lvl2pPr marL="389457" indent="-152396">
              <a:defRPr sz="1600" baseline="0">
                <a:solidFill>
                  <a:schemeClr val="bg1"/>
                </a:solidFill>
              </a:defRPr>
            </a:lvl2pPr>
            <a:lvl3pPr marL="609585" indent="-220128">
              <a:defRPr sz="1600" baseline="0">
                <a:solidFill>
                  <a:schemeClr val="bg1"/>
                </a:solidFill>
              </a:defRPr>
            </a:lvl3pPr>
            <a:lvl4pPr marL="829713" indent="-220128">
              <a:defRPr sz="1600" baseline="0">
                <a:solidFill>
                  <a:schemeClr val="bg1"/>
                </a:solidFill>
              </a:defRPr>
            </a:lvl4pPr>
            <a:lvl5pPr marL="1032908" indent="-186262">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96473214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5-Col">
    <p:bg>
      <p:bgPr>
        <a:solidFill>
          <a:srgbClr val="FFFFFF"/>
        </a:solidFill>
        <a:effectLst/>
      </p:bgPr>
    </p:bg>
    <p:spTree>
      <p:nvGrpSpPr>
        <p:cNvPr id="1" name=""/>
        <p:cNvGrpSpPr/>
        <p:nvPr/>
      </p:nvGrpSpPr>
      <p:grpSpPr>
        <a:xfrm>
          <a:off x="0" y="0"/>
          <a:ext cx="0" cy="0"/>
          <a:chOff x="0" y="0"/>
          <a:chExt cx="0" cy="0"/>
        </a:xfrm>
      </p:grpSpPr>
      <p:sp>
        <p:nvSpPr>
          <p:cNvPr id="8"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E362FD3B-F1E6-A547-9666-417B6ED7E664}" type="slidenum">
              <a:rPr lang="en-US" sz="800">
                <a:solidFill>
                  <a:srgbClr val="5A5A5A"/>
                </a:solidFill>
                <a:cs typeface="Arial" charset="0"/>
              </a:rPr>
              <a:pPr/>
              <a:t>‹#›</a:t>
            </a:fld>
            <a:endParaRPr lang="en-US" sz="800">
              <a:solidFill>
                <a:srgbClr val="5A5A5A"/>
              </a:solidFill>
              <a:cs typeface="Arial" charset="0"/>
            </a:endParaRPr>
          </a:p>
        </p:txBody>
      </p:sp>
      <p:sp>
        <p:nvSpPr>
          <p:cNvPr id="9"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Page</a:t>
            </a:r>
          </a:p>
        </p:txBody>
      </p:sp>
      <p:sp>
        <p:nvSpPr>
          <p:cNvPr id="10"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2" name="Title 1"/>
          <p:cNvSpPr>
            <a:spLocks noGrp="1"/>
          </p:cNvSpPr>
          <p:nvPr>
            <p:ph type="title"/>
          </p:nvPr>
        </p:nvSpPr>
        <p:spPr>
          <a:xfrm>
            <a:off x="782193" y="768005"/>
            <a:ext cx="7250561" cy="735244"/>
          </a:xfrm>
        </p:spPr>
        <p:txBody>
          <a:bodyPr/>
          <a:lstStyle>
            <a:lvl1pPr>
              <a:lnSpc>
                <a:spcPts val="5600"/>
              </a:lnSpc>
              <a:defRPr sz="5333" baseline="0">
                <a:solidFill>
                  <a:schemeClr val="accent5"/>
                </a:solidFill>
              </a:defRPr>
            </a:lvl1pPr>
          </a:lstStyle>
          <a:p>
            <a:r>
              <a:rPr lang="en-US" dirty="0"/>
              <a:t>Click to edit Master title </a:t>
            </a:r>
          </a:p>
        </p:txBody>
      </p:sp>
      <p:sp>
        <p:nvSpPr>
          <p:cNvPr id="11" name="Text Placeholder 10"/>
          <p:cNvSpPr>
            <a:spLocks noGrp="1"/>
          </p:cNvSpPr>
          <p:nvPr>
            <p:ph type="body" sz="quarter" idx="10"/>
          </p:nvPr>
        </p:nvSpPr>
        <p:spPr>
          <a:xfrm>
            <a:off x="800102" y="2035861"/>
            <a:ext cx="1815023" cy="1864441"/>
          </a:xfrm>
        </p:spPr>
        <p:txBody>
          <a:bodyPr/>
          <a:lstStyle>
            <a:lvl1pPr marL="0" indent="0">
              <a:spcBef>
                <a:spcPts val="0"/>
              </a:spcBef>
              <a:spcAft>
                <a:spcPts val="267"/>
              </a:spcAft>
              <a:buFontTx/>
              <a:buNone/>
              <a:defRPr sz="1600" baseline="0">
                <a:solidFill>
                  <a:schemeClr val="accent5"/>
                </a:solidFill>
              </a:defRPr>
            </a:lvl1pPr>
            <a:lvl2pPr marL="14816" indent="0">
              <a:spcBef>
                <a:spcPts val="0"/>
              </a:spcBef>
              <a:spcAft>
                <a:spcPts val="1600"/>
              </a:spcAft>
              <a:buFont typeface="Arial" panose="020B0604020202020204" pitchFamily="34" charset="0"/>
              <a:buNone/>
              <a:defRPr sz="1600" baseline="0">
                <a:solidFill>
                  <a:schemeClr val="bg1"/>
                </a:solidFill>
              </a:defRPr>
            </a:lvl2pPr>
            <a:lvl3pPr marL="304792" indent="-228594">
              <a:tabLst/>
              <a:defRPr sz="1600" baseline="0">
                <a:solidFill>
                  <a:schemeClr val="bg1"/>
                </a:solidFill>
              </a:defRPr>
            </a:lvl3pPr>
            <a:lvl4pPr marL="535504" indent="-309026">
              <a:defRPr sz="1600" baseline="0">
                <a:solidFill>
                  <a:schemeClr val="bg1"/>
                </a:solidFill>
              </a:defRPr>
            </a:lvl4pPr>
            <a:lvl5pPr marL="916494" indent="-311143">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0"/>
          <p:cNvSpPr>
            <a:spLocks noGrp="1"/>
          </p:cNvSpPr>
          <p:nvPr>
            <p:ph type="body" sz="quarter" idx="11"/>
          </p:nvPr>
        </p:nvSpPr>
        <p:spPr>
          <a:xfrm>
            <a:off x="2927620" y="2035861"/>
            <a:ext cx="1815023" cy="1864441"/>
          </a:xfrm>
        </p:spPr>
        <p:txBody>
          <a:bodyPr/>
          <a:lstStyle>
            <a:lvl1pPr marL="0" indent="0">
              <a:spcBef>
                <a:spcPts val="0"/>
              </a:spcBef>
              <a:spcAft>
                <a:spcPts val="267"/>
              </a:spcAft>
              <a:buFontTx/>
              <a:buNone/>
              <a:defRPr sz="1600" baseline="0">
                <a:solidFill>
                  <a:schemeClr val="accent5"/>
                </a:solidFill>
              </a:defRPr>
            </a:lvl1pPr>
            <a:lvl2pPr marL="14816" indent="0">
              <a:spcBef>
                <a:spcPts val="0"/>
              </a:spcBef>
              <a:spcAft>
                <a:spcPts val="1600"/>
              </a:spcAft>
              <a:buFont typeface="Arial" panose="020B0604020202020204" pitchFamily="34" charset="0"/>
              <a:buNone/>
              <a:defRPr sz="1600" baseline="0">
                <a:solidFill>
                  <a:schemeClr val="bg1"/>
                </a:solidFill>
              </a:defRPr>
            </a:lvl2pPr>
            <a:lvl3pPr marL="304792" indent="-228594">
              <a:tabLst/>
              <a:defRPr sz="1600" baseline="0">
                <a:solidFill>
                  <a:schemeClr val="bg1"/>
                </a:solidFill>
              </a:defRPr>
            </a:lvl3pPr>
            <a:lvl4pPr marL="535504" indent="-309026">
              <a:defRPr sz="1600" baseline="0">
                <a:solidFill>
                  <a:schemeClr val="bg1"/>
                </a:solidFill>
              </a:defRPr>
            </a:lvl4pPr>
            <a:lvl5pPr marL="916494" indent="-311143">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0"/>
          <p:cNvSpPr>
            <a:spLocks noGrp="1"/>
          </p:cNvSpPr>
          <p:nvPr>
            <p:ph type="body" sz="quarter" idx="12"/>
          </p:nvPr>
        </p:nvSpPr>
        <p:spPr>
          <a:xfrm>
            <a:off x="5080541" y="2035861"/>
            <a:ext cx="1815023" cy="1864441"/>
          </a:xfrm>
        </p:spPr>
        <p:txBody>
          <a:bodyPr/>
          <a:lstStyle>
            <a:lvl1pPr marL="0" indent="0">
              <a:spcBef>
                <a:spcPts val="0"/>
              </a:spcBef>
              <a:spcAft>
                <a:spcPts val="267"/>
              </a:spcAft>
              <a:buFontTx/>
              <a:buNone/>
              <a:defRPr sz="1600" baseline="0">
                <a:solidFill>
                  <a:schemeClr val="accent5"/>
                </a:solidFill>
              </a:defRPr>
            </a:lvl1pPr>
            <a:lvl2pPr marL="14816" indent="0">
              <a:spcBef>
                <a:spcPts val="0"/>
              </a:spcBef>
              <a:spcAft>
                <a:spcPts val="1600"/>
              </a:spcAft>
              <a:buFont typeface="Arial" panose="020B0604020202020204" pitchFamily="34" charset="0"/>
              <a:buNone/>
              <a:defRPr sz="1600" baseline="0">
                <a:solidFill>
                  <a:schemeClr val="bg1"/>
                </a:solidFill>
              </a:defRPr>
            </a:lvl2pPr>
            <a:lvl3pPr marL="304792" indent="-228594">
              <a:tabLst/>
              <a:defRPr sz="1600" baseline="0">
                <a:solidFill>
                  <a:schemeClr val="bg1"/>
                </a:solidFill>
              </a:defRPr>
            </a:lvl3pPr>
            <a:lvl4pPr marL="535504" indent="-309026">
              <a:defRPr sz="1600" baseline="0">
                <a:solidFill>
                  <a:schemeClr val="bg1"/>
                </a:solidFill>
              </a:defRPr>
            </a:lvl4pPr>
            <a:lvl5pPr marL="916494" indent="-311143">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10"/>
          <p:cNvSpPr>
            <a:spLocks noGrp="1"/>
          </p:cNvSpPr>
          <p:nvPr>
            <p:ph type="body" sz="quarter" idx="13"/>
          </p:nvPr>
        </p:nvSpPr>
        <p:spPr>
          <a:xfrm>
            <a:off x="7208059" y="2035861"/>
            <a:ext cx="1815023" cy="1864441"/>
          </a:xfrm>
        </p:spPr>
        <p:txBody>
          <a:bodyPr/>
          <a:lstStyle>
            <a:lvl1pPr marL="0" indent="0">
              <a:spcBef>
                <a:spcPts val="0"/>
              </a:spcBef>
              <a:spcAft>
                <a:spcPts val="267"/>
              </a:spcAft>
              <a:buFontTx/>
              <a:buNone/>
              <a:defRPr sz="1600" baseline="0">
                <a:solidFill>
                  <a:schemeClr val="accent5"/>
                </a:solidFill>
              </a:defRPr>
            </a:lvl1pPr>
            <a:lvl2pPr marL="14816" indent="0">
              <a:spcBef>
                <a:spcPts val="0"/>
              </a:spcBef>
              <a:spcAft>
                <a:spcPts val="1600"/>
              </a:spcAft>
              <a:buFont typeface="Arial" panose="020B0604020202020204" pitchFamily="34" charset="0"/>
              <a:buNone/>
              <a:defRPr sz="1600" baseline="0">
                <a:solidFill>
                  <a:schemeClr val="bg1"/>
                </a:solidFill>
              </a:defRPr>
            </a:lvl2pPr>
            <a:lvl3pPr marL="304792" indent="-228594">
              <a:tabLst/>
              <a:defRPr sz="1600" baseline="0">
                <a:solidFill>
                  <a:schemeClr val="bg1"/>
                </a:solidFill>
              </a:defRPr>
            </a:lvl3pPr>
            <a:lvl4pPr marL="535504" indent="-309026">
              <a:defRPr sz="1600" baseline="0">
                <a:solidFill>
                  <a:schemeClr val="bg1"/>
                </a:solidFill>
              </a:defRPr>
            </a:lvl4pPr>
            <a:lvl5pPr marL="916494" indent="-311143">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10"/>
          <p:cNvSpPr>
            <a:spLocks noGrp="1"/>
          </p:cNvSpPr>
          <p:nvPr>
            <p:ph type="body" sz="quarter" idx="14"/>
          </p:nvPr>
        </p:nvSpPr>
        <p:spPr>
          <a:xfrm>
            <a:off x="9348278" y="2035861"/>
            <a:ext cx="1815023" cy="1864441"/>
          </a:xfrm>
        </p:spPr>
        <p:txBody>
          <a:bodyPr/>
          <a:lstStyle>
            <a:lvl1pPr marL="0" indent="0">
              <a:spcBef>
                <a:spcPts val="0"/>
              </a:spcBef>
              <a:spcAft>
                <a:spcPts val="267"/>
              </a:spcAft>
              <a:buFontTx/>
              <a:buNone/>
              <a:defRPr sz="1600" baseline="0">
                <a:solidFill>
                  <a:schemeClr val="accent5"/>
                </a:solidFill>
              </a:defRPr>
            </a:lvl1pPr>
            <a:lvl2pPr marL="14816" indent="0">
              <a:spcBef>
                <a:spcPts val="0"/>
              </a:spcBef>
              <a:spcAft>
                <a:spcPts val="1600"/>
              </a:spcAft>
              <a:buFont typeface="Arial" panose="020B0604020202020204" pitchFamily="34" charset="0"/>
              <a:buNone/>
              <a:defRPr sz="1600" baseline="0">
                <a:solidFill>
                  <a:schemeClr val="bg1"/>
                </a:solidFill>
              </a:defRPr>
            </a:lvl2pPr>
            <a:lvl3pPr marL="304792" indent="-228594">
              <a:tabLst/>
              <a:defRPr sz="1600" baseline="0">
                <a:solidFill>
                  <a:schemeClr val="bg1"/>
                </a:solidFill>
              </a:defRPr>
            </a:lvl3pPr>
            <a:lvl4pPr marL="535504" indent="-309026">
              <a:defRPr sz="1600" baseline="0">
                <a:solidFill>
                  <a:schemeClr val="bg1"/>
                </a:solidFill>
              </a:defRPr>
            </a:lvl4pPr>
            <a:lvl5pPr marL="916494" indent="-311143">
              <a:defRPr sz="1600"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59882615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40 pt Title and Content">
    <p:bg>
      <p:bgPr>
        <a:solidFill>
          <a:srgbClr val="FFFFFF"/>
        </a:solidFill>
        <a:effectLst/>
      </p:bgPr>
    </p:bg>
    <p:spTree>
      <p:nvGrpSpPr>
        <p:cNvPr id="1" name=""/>
        <p:cNvGrpSpPr/>
        <p:nvPr/>
      </p:nvGrpSpPr>
      <p:grpSpPr>
        <a:xfrm>
          <a:off x="0" y="0"/>
          <a:ext cx="0" cy="0"/>
          <a:chOff x="0" y="0"/>
          <a:chExt cx="0" cy="0"/>
        </a:xfrm>
      </p:grpSpPr>
      <p:sp>
        <p:nvSpPr>
          <p:cNvPr id="4"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9E9E5B56-8AC2-B144-BBCF-3A799838BAD7}" type="slidenum">
              <a:rPr lang="en-US" sz="800">
                <a:solidFill>
                  <a:srgbClr val="5A5A5A"/>
                </a:solidFill>
                <a:cs typeface="Arial" charset="0"/>
              </a:rPr>
              <a:pPr/>
              <a:t>‹#›</a:t>
            </a:fld>
            <a:endParaRPr lang="en-US" sz="800">
              <a:solidFill>
                <a:srgbClr val="5A5A5A"/>
              </a:solidFill>
              <a:cs typeface="Arial" charset="0"/>
            </a:endParaRPr>
          </a:p>
        </p:txBody>
      </p:sp>
      <p:sp>
        <p:nvSpPr>
          <p:cNvPr id="5"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Page</a:t>
            </a:r>
          </a:p>
        </p:txBody>
      </p:sp>
      <p:sp>
        <p:nvSpPr>
          <p:cNvPr id="6"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2" name="Title 1"/>
          <p:cNvSpPr>
            <a:spLocks noGrp="1"/>
          </p:cNvSpPr>
          <p:nvPr>
            <p:ph type="title"/>
          </p:nvPr>
        </p:nvSpPr>
        <p:spPr>
          <a:xfrm>
            <a:off x="790956" y="785815"/>
            <a:ext cx="5283200" cy="1453389"/>
          </a:xfrm>
        </p:spPr>
        <p:txBody>
          <a:bodyPr/>
          <a:lstStyle>
            <a:lvl1pPr algn="l" defTabSz="1219170" rtl="0" eaLnBrk="1" latinLnBrk="0" hangingPunct="1">
              <a:lnSpc>
                <a:spcPts val="5600"/>
              </a:lnSpc>
              <a:spcBef>
                <a:spcPct val="0"/>
              </a:spcBef>
              <a:buNone/>
              <a:defRPr lang="en-US" sz="5333" kern="1200" baseline="0" dirty="0">
                <a:solidFill>
                  <a:schemeClr val="accent5"/>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6611787" y="796990"/>
            <a:ext cx="4876800" cy="1826269"/>
          </a:xfrm>
        </p:spPr>
        <p:txBody>
          <a:bodyPr/>
          <a:lstStyle>
            <a:lvl1pPr marL="304792" indent="-304792">
              <a:spcBef>
                <a:spcPts val="2400"/>
              </a:spcBef>
              <a:defRPr sz="2667"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363616561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2FEF1666-681B-8341-910A-DFAFD08A25F3}" type="slidenum">
              <a:rPr lang="en-US" sz="800">
                <a:solidFill>
                  <a:srgbClr val="FFFFFF"/>
                </a:solidFill>
                <a:cs typeface="Arial" charset="0"/>
              </a:rPr>
              <a:pPr/>
              <a:t>‹#›</a:t>
            </a:fld>
            <a:endParaRPr lang="en-US" sz="800">
              <a:solidFill>
                <a:srgbClr val="FFFFFF"/>
              </a:solidFill>
              <a:cs typeface="Arial" charset="0"/>
            </a:endParaRPr>
          </a:p>
        </p:txBody>
      </p:sp>
      <p:sp>
        <p:nvSpPr>
          <p:cNvPr id="5"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Page</a:t>
            </a:r>
          </a:p>
        </p:txBody>
      </p:sp>
      <p:sp>
        <p:nvSpPr>
          <p:cNvPr id="6"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2" name="Title 1"/>
          <p:cNvSpPr>
            <a:spLocks noGrp="1"/>
          </p:cNvSpPr>
          <p:nvPr>
            <p:ph type="title"/>
          </p:nvPr>
        </p:nvSpPr>
        <p:spPr>
          <a:xfrm>
            <a:off x="790956" y="792734"/>
            <a:ext cx="5283200" cy="1453389"/>
          </a:xfrm>
        </p:spPr>
        <p:txBody>
          <a:bodyPr/>
          <a:lstStyle>
            <a:lvl1pPr>
              <a:lnSpc>
                <a:spcPts val="5600"/>
              </a:lnSpc>
              <a:defRPr sz="5333"/>
            </a:lvl1pPr>
          </a:lstStyle>
          <a:p>
            <a:r>
              <a:rPr lang="en-US" dirty="0"/>
              <a:t>Click to edit Master title style</a:t>
            </a:r>
          </a:p>
        </p:txBody>
      </p:sp>
      <p:sp>
        <p:nvSpPr>
          <p:cNvPr id="3" name="Content Placeholder 2"/>
          <p:cNvSpPr>
            <a:spLocks noGrp="1"/>
          </p:cNvSpPr>
          <p:nvPr>
            <p:ph idx="1"/>
          </p:nvPr>
        </p:nvSpPr>
        <p:spPr>
          <a:xfrm>
            <a:off x="6611787" y="798858"/>
            <a:ext cx="4876800" cy="1924629"/>
          </a:xfrm>
        </p:spPr>
        <p:txBody>
          <a:bodyPr/>
          <a:lstStyle>
            <a:lvl1pPr marL="304792" indent="-304792">
              <a:spcBef>
                <a:spcPts val="2400"/>
              </a:spcBef>
              <a:defRPr sz="2667"/>
            </a:lvl1pPr>
            <a:lvl2pPr marL="311143" indent="-311143">
              <a:spcBef>
                <a:spcPts val="800"/>
              </a:spcBef>
              <a:buFont typeface="Arial" panose="020B0604020202020204" pitchFamily="34" charset="0"/>
              <a:buChar char="–"/>
              <a:defRPr sz="2133"/>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FFFFFF"/>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4615932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Large Type-Bright">
    <p:bg>
      <p:bgPr>
        <a:solidFill>
          <a:srgbClr val="FFFFFF"/>
        </a:solidFill>
        <a:effectLst/>
      </p:bgPr>
    </p:bg>
    <p:spTree>
      <p:nvGrpSpPr>
        <p:cNvPr id="1" name=""/>
        <p:cNvGrpSpPr/>
        <p:nvPr/>
      </p:nvGrpSpPr>
      <p:grpSpPr>
        <a:xfrm>
          <a:off x="0" y="0"/>
          <a:ext cx="0" cy="0"/>
          <a:chOff x="0" y="0"/>
          <a:chExt cx="0" cy="0"/>
        </a:xfrm>
      </p:grpSpPr>
      <p:sp>
        <p:nvSpPr>
          <p:cNvPr id="3"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16D0B37D-F5CC-DA48-8822-39FA882A6E7B}" type="slidenum">
              <a:rPr lang="en-US" sz="800">
                <a:solidFill>
                  <a:schemeClr val="bg1"/>
                </a:solidFill>
                <a:cs typeface="Arial" charset="0"/>
              </a:rPr>
              <a:pPr/>
              <a:t>‹#›</a:t>
            </a:fld>
            <a:endParaRPr lang="en-US" sz="800">
              <a:solidFill>
                <a:schemeClr val="bg1"/>
              </a:solidFill>
              <a:cs typeface="Arial" charset="0"/>
            </a:endParaRPr>
          </a:p>
        </p:txBody>
      </p:sp>
      <p:sp>
        <p:nvSpPr>
          <p:cNvPr id="4"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chemeClr val="bg1"/>
                </a:solidFill>
                <a:cs typeface="Arial" charset="0"/>
              </a:rPr>
              <a:t>Page</a:t>
            </a:r>
          </a:p>
        </p:txBody>
      </p:sp>
      <p:sp>
        <p:nvSpPr>
          <p:cNvPr id="5" name="Rectangle 5"/>
          <p:cNvSpPr>
            <a:spLocks noChangeArrowheads="1"/>
          </p:cNvSpPr>
          <p:nvPr/>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chemeClr val="bg1"/>
                </a:solidFill>
                <a:cs typeface="Arial" charset="0"/>
              </a:rPr>
              <a:t>© 2017 IBM Corporation</a:t>
            </a:r>
          </a:p>
        </p:txBody>
      </p:sp>
      <p:sp>
        <p:nvSpPr>
          <p:cNvPr id="2" name="Title 1"/>
          <p:cNvSpPr>
            <a:spLocks noGrp="1"/>
          </p:cNvSpPr>
          <p:nvPr>
            <p:ph type="title"/>
          </p:nvPr>
        </p:nvSpPr>
        <p:spPr>
          <a:xfrm>
            <a:off x="790955" y="787806"/>
            <a:ext cx="7267575" cy="1453389"/>
          </a:xfrm>
        </p:spPr>
        <p:txBody>
          <a:bodyPr/>
          <a:lstStyle>
            <a:lvl1pPr algn="l" defTabSz="1219170" rtl="0" eaLnBrk="1" latinLnBrk="0" hangingPunct="1">
              <a:lnSpc>
                <a:spcPts val="5600"/>
              </a:lnSpc>
              <a:spcBef>
                <a:spcPct val="0"/>
              </a:spcBef>
              <a:buNone/>
              <a:defRPr lang="en-US" sz="5333" kern="1200" baseline="0" dirty="0">
                <a:solidFill>
                  <a:schemeClr val="accent5"/>
                </a:solidFill>
                <a:latin typeface="+mj-lt"/>
                <a:ea typeface="+mj-ea"/>
                <a:cs typeface="+mj-cs"/>
              </a:defRPr>
            </a:lvl1pPr>
          </a:lstStyle>
          <a:p>
            <a:r>
              <a:rPr lang="en-US" dirty="0"/>
              <a:t>Click to edit Master title style</a:t>
            </a:r>
          </a:p>
        </p:txBody>
      </p:sp>
      <p:sp>
        <p:nvSpPr>
          <p:cNvPr id="7"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160252999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Large Type-Dark">
    <p:spTree>
      <p:nvGrpSpPr>
        <p:cNvPr id="1" name=""/>
        <p:cNvGrpSpPr/>
        <p:nvPr/>
      </p:nvGrpSpPr>
      <p:grpSpPr>
        <a:xfrm>
          <a:off x="0" y="0"/>
          <a:ext cx="0" cy="0"/>
          <a:chOff x="0" y="0"/>
          <a:chExt cx="0" cy="0"/>
        </a:xfrm>
      </p:grpSpPr>
      <p:sp>
        <p:nvSpPr>
          <p:cNvPr id="3"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A6EA7622-DB57-0B48-AEC1-7214AA59AF8E}" type="slidenum">
              <a:rPr lang="en-US" sz="800">
                <a:solidFill>
                  <a:srgbClr val="FFFFFF"/>
                </a:solidFill>
                <a:cs typeface="Arial" charset="0"/>
              </a:rPr>
              <a:pPr/>
              <a:t>‹#›</a:t>
            </a:fld>
            <a:endParaRPr lang="en-US" sz="800">
              <a:solidFill>
                <a:srgbClr val="FFFFFF"/>
              </a:solidFill>
              <a:cs typeface="Arial" charset="0"/>
            </a:endParaRPr>
          </a:p>
        </p:txBody>
      </p:sp>
      <p:sp>
        <p:nvSpPr>
          <p:cNvPr id="4"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Page</a:t>
            </a:r>
          </a:p>
        </p:txBody>
      </p:sp>
      <p:sp>
        <p:nvSpPr>
          <p:cNvPr id="5"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2017 IBM Corporation</a:t>
            </a:r>
          </a:p>
        </p:txBody>
      </p:sp>
      <p:sp>
        <p:nvSpPr>
          <p:cNvPr id="2" name="Title 1"/>
          <p:cNvSpPr>
            <a:spLocks noGrp="1"/>
          </p:cNvSpPr>
          <p:nvPr>
            <p:ph type="title"/>
          </p:nvPr>
        </p:nvSpPr>
        <p:spPr>
          <a:xfrm>
            <a:off x="790955" y="781216"/>
            <a:ext cx="7267575" cy="1453389"/>
          </a:xfrm>
        </p:spPr>
        <p:txBody>
          <a:bodyPr/>
          <a:lstStyle>
            <a:lvl1pPr algn="l" defTabSz="1219170" rtl="0" eaLnBrk="1" latinLnBrk="0" hangingPunct="1">
              <a:lnSpc>
                <a:spcPts val="5600"/>
              </a:lnSpc>
              <a:spcBef>
                <a:spcPct val="0"/>
              </a:spcBef>
              <a:buNone/>
              <a:defRPr lang="en-US" sz="5333" kern="1200" baseline="0" dirty="0">
                <a:solidFill>
                  <a:schemeClr val="accent5"/>
                </a:solidFill>
                <a:latin typeface="+mj-lt"/>
                <a:ea typeface="+mj-ea"/>
                <a:cs typeface="+mj-cs"/>
              </a:defRPr>
            </a:lvl1pPr>
          </a:lstStyle>
          <a:p>
            <a:r>
              <a:rPr lang="en-US" dirty="0"/>
              <a:t>Click to edit Master title style</a:t>
            </a:r>
          </a:p>
        </p:txBody>
      </p:sp>
      <p:sp>
        <p:nvSpPr>
          <p:cNvPr id="9"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FFFFFF"/>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98964592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Graphic slide">
    <p:bg>
      <p:bgPr>
        <a:solidFill>
          <a:srgbClr val="FFFFFF"/>
        </a:solidFill>
        <a:effectLst/>
      </p:bgPr>
    </p:bg>
    <p:spTree>
      <p:nvGrpSpPr>
        <p:cNvPr id="1" name=""/>
        <p:cNvGrpSpPr/>
        <p:nvPr/>
      </p:nvGrpSpPr>
      <p:grpSpPr>
        <a:xfrm>
          <a:off x="0" y="0"/>
          <a:ext cx="0" cy="0"/>
          <a:chOff x="0" y="0"/>
          <a:chExt cx="0" cy="0"/>
        </a:xfrm>
      </p:grpSpPr>
      <p:sp>
        <p:nvSpPr>
          <p:cNvPr id="3"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B2DC037B-B229-BD4C-B7B6-C0AEF2B4BC18}" type="slidenum">
              <a:rPr lang="en-US" sz="800">
                <a:solidFill>
                  <a:srgbClr val="5A5A5A"/>
                </a:solidFill>
                <a:cs typeface="Arial" charset="0"/>
              </a:rPr>
              <a:pPr/>
              <a:t>‹#›</a:t>
            </a:fld>
            <a:endParaRPr lang="en-US" sz="800">
              <a:solidFill>
                <a:srgbClr val="5A5A5A"/>
              </a:solidFill>
              <a:cs typeface="Arial" charset="0"/>
            </a:endParaRPr>
          </a:p>
        </p:txBody>
      </p:sp>
      <p:sp>
        <p:nvSpPr>
          <p:cNvPr id="4"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Page</a:t>
            </a:r>
          </a:p>
        </p:txBody>
      </p:sp>
      <p:sp>
        <p:nvSpPr>
          <p:cNvPr id="5"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2017 IBM Corporation</a:t>
            </a:r>
          </a:p>
        </p:txBody>
      </p:sp>
      <p:sp>
        <p:nvSpPr>
          <p:cNvPr id="2" name="Title 1"/>
          <p:cNvSpPr>
            <a:spLocks noGrp="1"/>
          </p:cNvSpPr>
          <p:nvPr>
            <p:ph type="title"/>
          </p:nvPr>
        </p:nvSpPr>
        <p:spPr>
          <a:xfrm>
            <a:off x="790577" y="795409"/>
            <a:ext cx="5283200" cy="523220"/>
          </a:xfrm>
        </p:spPr>
        <p:txBody>
          <a:bodyPr/>
          <a:lstStyle>
            <a:lvl1pPr>
              <a:lnSpc>
                <a:spcPts val="4000"/>
              </a:lnSpc>
              <a:defRPr sz="3733" baseline="0">
                <a:solidFill>
                  <a:schemeClr val="accent5"/>
                </a:solidFill>
              </a:defRPr>
            </a:lvl1pPr>
          </a:lstStyle>
          <a:p>
            <a:r>
              <a:rPr lang="en-US" dirty="0"/>
              <a:t>Click to edit Master title</a:t>
            </a:r>
          </a:p>
        </p:txBody>
      </p:sp>
      <p:sp>
        <p:nvSpPr>
          <p:cNvPr id="9"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045209816"/>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7" y="790818"/>
            <a:ext cx="10588623" cy="470300"/>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10" name="Rectangle 9"/>
          <p:cNvSpPr/>
          <p:nvPr userDrawn="1"/>
        </p:nvSpPr>
        <p:spPr>
          <a:xfrm>
            <a:off x="3723484" y="6490230"/>
            <a:ext cx="410749" cy="123111"/>
          </a:xfrm>
          <a:prstGeom prst="rect">
            <a:avLst/>
          </a:prstGeom>
        </p:spPr>
        <p:txBody>
          <a:bodyPr wrap="square" lIns="0" tIns="0" rIns="0" bIns="0">
            <a:spAutoFit/>
          </a:bodyPr>
          <a:lstStyle/>
          <a:p>
            <a:fld id="{655362CE-4ABE-4CB4-8947-B1242CDD9D94}" type="slidenum">
              <a:rPr lang="en-US" sz="800" baseline="0" smtClean="0">
                <a:solidFill>
                  <a:srgbClr val="5A5A5A"/>
                </a:solidFill>
                <a:latin typeface="Arial" panose="020B0604020202020204" pitchFamily="34" charset="0"/>
                <a:cs typeface="Arial" panose="020B0604020202020204" pitchFamily="34" charset="0"/>
              </a:rPr>
              <a:t>‹#›</a:t>
            </a:fld>
            <a:endParaRPr lang="en-US" sz="800" baseline="0">
              <a:solidFill>
                <a:srgbClr val="5A5A5A"/>
              </a:solidFill>
              <a:latin typeface="Arial" panose="020B0604020202020204" pitchFamily="34" charset="0"/>
              <a:cs typeface="Arial" panose="020B0604020202020204" pitchFamily="34" charset="0"/>
            </a:endParaRPr>
          </a:p>
        </p:txBody>
      </p:sp>
      <p:sp>
        <p:nvSpPr>
          <p:cNvPr id="11" name="Rectangle 10"/>
          <p:cNvSpPr/>
          <p:nvPr userDrawn="1"/>
        </p:nvSpPr>
        <p:spPr>
          <a:xfrm>
            <a:off x="3454930" y="6490230"/>
            <a:ext cx="261527"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Page</a:t>
            </a:r>
          </a:p>
        </p:txBody>
      </p:sp>
      <p:sp>
        <p:nvSpPr>
          <p:cNvPr id="13" name="Rectangle 12"/>
          <p:cNvSpPr/>
          <p:nvPr userDrawn="1"/>
        </p:nvSpPr>
        <p:spPr>
          <a:xfrm>
            <a:off x="817564" y="6490230"/>
            <a:ext cx="1589616"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 2017 IBM Corporation</a:t>
            </a:r>
          </a:p>
        </p:txBody>
      </p:sp>
      <p:sp>
        <p:nvSpPr>
          <p:cNvPr id="16" name="Content Placeholder 4"/>
          <p:cNvSpPr>
            <a:spLocks noGrp="1"/>
          </p:cNvSpPr>
          <p:nvPr>
            <p:ph sz="quarter" idx="10"/>
          </p:nvPr>
        </p:nvSpPr>
        <p:spPr>
          <a:xfrm>
            <a:off x="790577" y="1388756"/>
            <a:ext cx="10588623" cy="18262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Box 17"/>
          <p:cNvSpPr txBox="1"/>
          <p:nvPr userDrawn="1"/>
        </p:nvSpPr>
        <p:spPr>
          <a:xfrm>
            <a:off x="670837" y="347904"/>
            <a:ext cx="2425664" cy="318100"/>
          </a:xfrm>
          <a:prstGeom prst="rect">
            <a:avLst/>
          </a:prstGeom>
          <a:noFill/>
        </p:spPr>
        <p:txBody>
          <a:bodyPr wrap="none" rtlCol="0">
            <a:spAutoFit/>
          </a:bodyPr>
          <a:lstStyle/>
          <a:p>
            <a:r>
              <a:rPr lang="en-US" sz="1467" b="1">
                <a:solidFill>
                  <a:schemeClr val="bg1"/>
                </a:solidFill>
              </a:rPr>
              <a:t>IBM Cloud </a:t>
            </a:r>
            <a:r>
              <a:rPr lang="en-US" sz="1467" b="0">
                <a:solidFill>
                  <a:schemeClr val="bg1"/>
                </a:solidFill>
              </a:rPr>
              <a:t>Object Storage</a:t>
            </a:r>
          </a:p>
        </p:txBody>
      </p:sp>
      <p:sp>
        <p:nvSpPr>
          <p:cNvPr id="14"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217045451"/>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 &amp; Sub-Titl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7" y="790818"/>
            <a:ext cx="10588623" cy="470300"/>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10" name="Rectangle 9"/>
          <p:cNvSpPr/>
          <p:nvPr userDrawn="1"/>
        </p:nvSpPr>
        <p:spPr>
          <a:xfrm>
            <a:off x="3723484" y="6490230"/>
            <a:ext cx="410749" cy="123111"/>
          </a:xfrm>
          <a:prstGeom prst="rect">
            <a:avLst/>
          </a:prstGeom>
        </p:spPr>
        <p:txBody>
          <a:bodyPr wrap="square" lIns="0" tIns="0" rIns="0" bIns="0">
            <a:spAutoFit/>
          </a:bodyPr>
          <a:lstStyle/>
          <a:p>
            <a:fld id="{655362CE-4ABE-4CB4-8947-B1242CDD9D94}" type="slidenum">
              <a:rPr lang="en-US" sz="800" baseline="0" smtClean="0">
                <a:solidFill>
                  <a:srgbClr val="5A5A5A"/>
                </a:solidFill>
                <a:latin typeface="Arial" panose="020B0604020202020204" pitchFamily="34" charset="0"/>
                <a:cs typeface="Arial" panose="020B0604020202020204" pitchFamily="34" charset="0"/>
              </a:rPr>
              <a:t>‹#›</a:t>
            </a:fld>
            <a:endParaRPr lang="en-US" sz="800" baseline="0">
              <a:solidFill>
                <a:srgbClr val="5A5A5A"/>
              </a:solidFill>
              <a:latin typeface="Arial" panose="020B0604020202020204" pitchFamily="34" charset="0"/>
              <a:cs typeface="Arial" panose="020B0604020202020204" pitchFamily="34" charset="0"/>
            </a:endParaRPr>
          </a:p>
        </p:txBody>
      </p:sp>
      <p:sp>
        <p:nvSpPr>
          <p:cNvPr id="11" name="Rectangle 10"/>
          <p:cNvSpPr/>
          <p:nvPr userDrawn="1"/>
        </p:nvSpPr>
        <p:spPr>
          <a:xfrm>
            <a:off x="3454930" y="6490230"/>
            <a:ext cx="261527"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Page</a:t>
            </a:r>
          </a:p>
        </p:txBody>
      </p:sp>
      <p:sp>
        <p:nvSpPr>
          <p:cNvPr id="13" name="Rectangle 12"/>
          <p:cNvSpPr/>
          <p:nvPr userDrawn="1"/>
        </p:nvSpPr>
        <p:spPr>
          <a:xfrm>
            <a:off x="817564" y="6490230"/>
            <a:ext cx="1589616"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 2017 IBM Corporation</a:t>
            </a:r>
          </a:p>
        </p:txBody>
      </p:sp>
      <p:sp>
        <p:nvSpPr>
          <p:cNvPr id="16" name="Content Placeholder 4"/>
          <p:cNvSpPr>
            <a:spLocks noGrp="1"/>
          </p:cNvSpPr>
          <p:nvPr>
            <p:ph sz="quarter" idx="10"/>
          </p:nvPr>
        </p:nvSpPr>
        <p:spPr>
          <a:xfrm>
            <a:off x="790577" y="1622213"/>
            <a:ext cx="10588623" cy="18262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11"/>
          </p:nvPr>
        </p:nvSpPr>
        <p:spPr>
          <a:xfrm>
            <a:off x="790577" y="1234299"/>
            <a:ext cx="10587567" cy="287259"/>
          </a:xfrm>
        </p:spPr>
        <p:txBody>
          <a:bodyPr/>
          <a:lstStyle>
            <a:lvl1pPr marL="0" indent="0" algn="ctr">
              <a:buNone/>
              <a:defRPr sz="1867">
                <a:solidFill>
                  <a:schemeClr val="bg1"/>
                </a:solidFill>
              </a:defRPr>
            </a:lvl1pPr>
            <a:lvl2pPr>
              <a:defRPr>
                <a:solidFill>
                  <a:schemeClr val="accent6">
                    <a:lumMod val="75000"/>
                  </a:schemeClr>
                </a:solidFill>
              </a:defRPr>
            </a:lvl2pPr>
            <a:lvl3pPr>
              <a:defRPr>
                <a:solidFill>
                  <a:schemeClr val="accent6">
                    <a:lumMod val="75000"/>
                  </a:schemeClr>
                </a:solidFill>
              </a:defRPr>
            </a:lvl3pPr>
            <a:lvl4pPr>
              <a:defRPr>
                <a:solidFill>
                  <a:schemeClr val="accent6">
                    <a:lumMod val="75000"/>
                  </a:schemeClr>
                </a:solidFill>
              </a:defRPr>
            </a:lvl4pPr>
            <a:lvl5pPr>
              <a:defRPr>
                <a:solidFill>
                  <a:schemeClr val="accent6">
                    <a:lumMod val="75000"/>
                  </a:schemeClr>
                </a:solidFill>
              </a:defRPr>
            </a:lvl5pPr>
          </a:lstStyle>
          <a:p>
            <a:pPr lvl="0"/>
            <a:r>
              <a:rPr lang="en-US" dirty="0"/>
              <a:t>Click to edit Master text styles</a:t>
            </a:r>
          </a:p>
        </p:txBody>
      </p:sp>
      <p:sp>
        <p:nvSpPr>
          <p:cNvPr id="21" name="TextBox 20"/>
          <p:cNvSpPr txBox="1"/>
          <p:nvPr userDrawn="1"/>
        </p:nvSpPr>
        <p:spPr>
          <a:xfrm>
            <a:off x="670837" y="347904"/>
            <a:ext cx="2425664" cy="318100"/>
          </a:xfrm>
          <a:prstGeom prst="rect">
            <a:avLst/>
          </a:prstGeom>
          <a:noFill/>
        </p:spPr>
        <p:txBody>
          <a:bodyPr wrap="none" rtlCol="0">
            <a:spAutoFit/>
          </a:bodyPr>
          <a:lstStyle/>
          <a:p>
            <a:r>
              <a:rPr lang="en-US" sz="1467" b="1">
                <a:solidFill>
                  <a:schemeClr val="bg1"/>
                </a:solidFill>
              </a:rPr>
              <a:t>IBM Cloud </a:t>
            </a:r>
            <a:r>
              <a:rPr lang="en-US" sz="1467" b="0">
                <a:solidFill>
                  <a:schemeClr val="bg1"/>
                </a:solidFill>
              </a:rPr>
              <a:t>Object Storage</a:t>
            </a:r>
          </a:p>
        </p:txBody>
      </p:sp>
      <p:sp>
        <p:nvSpPr>
          <p:cNvPr id="17"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59859508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7" y="790818"/>
            <a:ext cx="10588623" cy="470300"/>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5" name="Content Placeholder 4"/>
          <p:cNvSpPr>
            <a:spLocks noGrp="1"/>
          </p:cNvSpPr>
          <p:nvPr>
            <p:ph sz="quarter" idx="10"/>
          </p:nvPr>
        </p:nvSpPr>
        <p:spPr>
          <a:xfrm>
            <a:off x="790577" y="1388755"/>
            <a:ext cx="5201767" cy="18262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p:cNvSpPr/>
          <p:nvPr userDrawn="1"/>
        </p:nvSpPr>
        <p:spPr>
          <a:xfrm>
            <a:off x="3723484" y="6490230"/>
            <a:ext cx="410749" cy="123111"/>
          </a:xfrm>
          <a:prstGeom prst="rect">
            <a:avLst/>
          </a:prstGeom>
        </p:spPr>
        <p:txBody>
          <a:bodyPr wrap="square" lIns="0" tIns="0" rIns="0" bIns="0">
            <a:spAutoFit/>
          </a:bodyPr>
          <a:lstStyle/>
          <a:p>
            <a:fld id="{655362CE-4ABE-4CB4-8947-B1242CDD9D94}" type="slidenum">
              <a:rPr lang="en-US" sz="800" baseline="0" smtClean="0">
                <a:solidFill>
                  <a:srgbClr val="5A5A5A"/>
                </a:solidFill>
                <a:latin typeface="Arial" panose="020B0604020202020204" pitchFamily="34" charset="0"/>
                <a:cs typeface="Arial" panose="020B0604020202020204" pitchFamily="34" charset="0"/>
              </a:rPr>
              <a:t>‹#›</a:t>
            </a:fld>
            <a:endParaRPr lang="en-US" sz="800" baseline="0">
              <a:solidFill>
                <a:srgbClr val="5A5A5A"/>
              </a:solidFill>
              <a:latin typeface="Arial" panose="020B0604020202020204" pitchFamily="34" charset="0"/>
              <a:cs typeface="Arial" panose="020B0604020202020204" pitchFamily="34" charset="0"/>
            </a:endParaRPr>
          </a:p>
        </p:txBody>
      </p:sp>
      <p:sp>
        <p:nvSpPr>
          <p:cNvPr id="11" name="Rectangle 10"/>
          <p:cNvSpPr/>
          <p:nvPr userDrawn="1"/>
        </p:nvSpPr>
        <p:spPr>
          <a:xfrm>
            <a:off x="3454930" y="6490230"/>
            <a:ext cx="261527"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Page</a:t>
            </a:r>
          </a:p>
        </p:txBody>
      </p:sp>
      <p:sp>
        <p:nvSpPr>
          <p:cNvPr id="13" name="Rectangle 12"/>
          <p:cNvSpPr/>
          <p:nvPr userDrawn="1"/>
        </p:nvSpPr>
        <p:spPr>
          <a:xfrm>
            <a:off x="817564" y="6490230"/>
            <a:ext cx="1589616"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 2017 IBM Corporation</a:t>
            </a:r>
          </a:p>
        </p:txBody>
      </p:sp>
      <p:sp>
        <p:nvSpPr>
          <p:cNvPr id="15" name="Content Placeholder 4"/>
          <p:cNvSpPr>
            <a:spLocks noGrp="1"/>
          </p:cNvSpPr>
          <p:nvPr>
            <p:ph sz="quarter" idx="13"/>
          </p:nvPr>
        </p:nvSpPr>
        <p:spPr>
          <a:xfrm>
            <a:off x="6177434" y="1388756"/>
            <a:ext cx="5201767" cy="18262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Box 17"/>
          <p:cNvSpPr txBox="1"/>
          <p:nvPr userDrawn="1"/>
        </p:nvSpPr>
        <p:spPr>
          <a:xfrm>
            <a:off x="670837" y="347904"/>
            <a:ext cx="2425664" cy="318100"/>
          </a:xfrm>
          <a:prstGeom prst="rect">
            <a:avLst/>
          </a:prstGeom>
          <a:noFill/>
        </p:spPr>
        <p:txBody>
          <a:bodyPr wrap="none" rtlCol="0">
            <a:spAutoFit/>
          </a:bodyPr>
          <a:lstStyle/>
          <a:p>
            <a:r>
              <a:rPr lang="en-US" sz="1467" b="1">
                <a:solidFill>
                  <a:schemeClr val="bg1"/>
                </a:solidFill>
              </a:rPr>
              <a:t>IBM Cloud </a:t>
            </a:r>
            <a:r>
              <a:rPr lang="en-US" sz="1467" b="0">
                <a:solidFill>
                  <a:schemeClr val="bg1"/>
                </a:solidFill>
              </a:rPr>
              <a:t>Object Storage</a:t>
            </a:r>
          </a:p>
        </p:txBody>
      </p:sp>
      <p:sp>
        <p:nvSpPr>
          <p:cNvPr id="16"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353737115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omparison Layou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7" y="790818"/>
            <a:ext cx="10588623" cy="470300"/>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5" name="Content Placeholder 4"/>
          <p:cNvSpPr>
            <a:spLocks noGrp="1"/>
          </p:cNvSpPr>
          <p:nvPr>
            <p:ph sz="quarter" idx="10"/>
          </p:nvPr>
        </p:nvSpPr>
        <p:spPr>
          <a:xfrm>
            <a:off x="790577" y="1873208"/>
            <a:ext cx="5201767" cy="18262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p:cNvSpPr/>
          <p:nvPr userDrawn="1"/>
        </p:nvSpPr>
        <p:spPr>
          <a:xfrm>
            <a:off x="3723484" y="6490230"/>
            <a:ext cx="410749" cy="123111"/>
          </a:xfrm>
          <a:prstGeom prst="rect">
            <a:avLst/>
          </a:prstGeom>
        </p:spPr>
        <p:txBody>
          <a:bodyPr wrap="square" lIns="0" tIns="0" rIns="0" bIns="0">
            <a:spAutoFit/>
          </a:bodyPr>
          <a:lstStyle/>
          <a:p>
            <a:fld id="{655362CE-4ABE-4CB4-8947-B1242CDD9D94}" type="slidenum">
              <a:rPr lang="en-US" sz="800" baseline="0" smtClean="0">
                <a:solidFill>
                  <a:srgbClr val="5A5A5A"/>
                </a:solidFill>
                <a:latin typeface="Arial" panose="020B0604020202020204" pitchFamily="34" charset="0"/>
                <a:cs typeface="Arial" panose="020B0604020202020204" pitchFamily="34" charset="0"/>
              </a:rPr>
              <a:t>‹#›</a:t>
            </a:fld>
            <a:endParaRPr lang="en-US" sz="800" baseline="0">
              <a:solidFill>
                <a:srgbClr val="5A5A5A"/>
              </a:solidFill>
              <a:latin typeface="Arial" panose="020B0604020202020204" pitchFamily="34" charset="0"/>
              <a:cs typeface="Arial" panose="020B0604020202020204" pitchFamily="34" charset="0"/>
            </a:endParaRPr>
          </a:p>
        </p:txBody>
      </p:sp>
      <p:sp>
        <p:nvSpPr>
          <p:cNvPr id="11" name="Rectangle 10"/>
          <p:cNvSpPr/>
          <p:nvPr userDrawn="1"/>
        </p:nvSpPr>
        <p:spPr>
          <a:xfrm>
            <a:off x="3454930" y="6490230"/>
            <a:ext cx="261527"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Page</a:t>
            </a:r>
          </a:p>
        </p:txBody>
      </p:sp>
      <p:sp>
        <p:nvSpPr>
          <p:cNvPr id="13" name="Rectangle 12"/>
          <p:cNvSpPr/>
          <p:nvPr userDrawn="1"/>
        </p:nvSpPr>
        <p:spPr>
          <a:xfrm>
            <a:off x="817564" y="6490230"/>
            <a:ext cx="1589616"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 2017 IBM Corporation</a:t>
            </a:r>
          </a:p>
        </p:txBody>
      </p:sp>
      <p:sp>
        <p:nvSpPr>
          <p:cNvPr id="15" name="Content Placeholder 4"/>
          <p:cNvSpPr>
            <a:spLocks noGrp="1"/>
          </p:cNvSpPr>
          <p:nvPr>
            <p:ph sz="quarter" idx="13"/>
          </p:nvPr>
        </p:nvSpPr>
        <p:spPr>
          <a:xfrm>
            <a:off x="6177434" y="1873208"/>
            <a:ext cx="5201767" cy="18262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5"/>
          <p:cNvSpPr>
            <a:spLocks noGrp="1"/>
          </p:cNvSpPr>
          <p:nvPr>
            <p:ph type="body" sz="quarter" idx="11"/>
          </p:nvPr>
        </p:nvSpPr>
        <p:spPr>
          <a:xfrm>
            <a:off x="790577" y="1388757"/>
            <a:ext cx="5201767" cy="369332"/>
          </a:xfrm>
        </p:spPr>
        <p:txBody>
          <a:bodyPr/>
          <a:lstStyle>
            <a:lvl1pPr marL="0" indent="0">
              <a:buFontTx/>
              <a:buNone/>
              <a:defRPr sz="2400" b="1">
                <a:solidFill>
                  <a:schemeClr val="bg1"/>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p:txBody>
      </p:sp>
      <p:sp>
        <p:nvSpPr>
          <p:cNvPr id="12" name="Text Placeholder 5"/>
          <p:cNvSpPr>
            <a:spLocks noGrp="1"/>
          </p:cNvSpPr>
          <p:nvPr>
            <p:ph type="body" sz="quarter" idx="14"/>
          </p:nvPr>
        </p:nvSpPr>
        <p:spPr>
          <a:xfrm>
            <a:off x="6177434" y="1388757"/>
            <a:ext cx="5201767" cy="369332"/>
          </a:xfrm>
        </p:spPr>
        <p:txBody>
          <a:bodyPr/>
          <a:lstStyle>
            <a:lvl1pPr marL="0" indent="0">
              <a:buFontTx/>
              <a:buNone/>
              <a:defRPr sz="2400" b="1">
                <a:solidFill>
                  <a:schemeClr val="bg1"/>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p:txBody>
      </p:sp>
      <p:sp>
        <p:nvSpPr>
          <p:cNvPr id="18" name="TextBox 17"/>
          <p:cNvSpPr txBox="1"/>
          <p:nvPr userDrawn="1"/>
        </p:nvSpPr>
        <p:spPr>
          <a:xfrm>
            <a:off x="670837" y="347904"/>
            <a:ext cx="2425664" cy="318100"/>
          </a:xfrm>
          <a:prstGeom prst="rect">
            <a:avLst/>
          </a:prstGeom>
          <a:noFill/>
        </p:spPr>
        <p:txBody>
          <a:bodyPr wrap="none" rtlCol="0">
            <a:spAutoFit/>
          </a:bodyPr>
          <a:lstStyle/>
          <a:p>
            <a:r>
              <a:rPr lang="en-US" sz="1467" b="1">
                <a:solidFill>
                  <a:schemeClr val="bg1"/>
                </a:solidFill>
              </a:rPr>
              <a:t>IBM Cloud </a:t>
            </a:r>
            <a:r>
              <a:rPr lang="en-US" sz="1467" b="0">
                <a:solidFill>
                  <a:schemeClr val="bg1"/>
                </a:solidFill>
              </a:rPr>
              <a:t>Object Storage</a:t>
            </a:r>
          </a:p>
        </p:txBody>
      </p:sp>
      <p:sp>
        <p:nvSpPr>
          <p:cNvPr id="19"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96436771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rgbClr val="FFFFFF"/>
        </a:solidFill>
        <a:effectLst/>
      </p:bgPr>
    </p:bg>
    <p:spTree>
      <p:nvGrpSpPr>
        <p:cNvPr id="1" name=""/>
        <p:cNvGrpSpPr/>
        <p:nvPr/>
      </p:nvGrpSpPr>
      <p:grpSpPr>
        <a:xfrm>
          <a:off x="0" y="0"/>
          <a:ext cx="0" cy="0"/>
          <a:chOff x="0" y="0"/>
          <a:chExt cx="0" cy="0"/>
        </a:xfrm>
      </p:grpSpPr>
      <p:sp>
        <p:nvSpPr>
          <p:cNvPr id="8" name="Rectangle 3"/>
          <p:cNvSpPr>
            <a:spLocks noChangeArrowheads="1"/>
          </p:cNvSpPr>
          <p:nvPr/>
        </p:nvSpPr>
        <p:spPr bwMode="auto">
          <a:xfrm>
            <a:off x="3723218" y="6489701"/>
            <a:ext cx="410633"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fld id="{DDE86663-5027-1240-B133-DE37AD38AC93}" type="slidenum">
              <a:rPr lang="en-US" sz="800">
                <a:solidFill>
                  <a:srgbClr val="5A5A5A"/>
                </a:solidFill>
                <a:cs typeface="Arial" charset="0"/>
              </a:rPr>
              <a:pPr/>
              <a:t>‹#›</a:t>
            </a:fld>
            <a:endParaRPr lang="en-US" sz="800">
              <a:solidFill>
                <a:srgbClr val="5A5A5A"/>
              </a:solidFill>
              <a:cs typeface="Arial" charset="0"/>
            </a:endParaRPr>
          </a:p>
        </p:txBody>
      </p:sp>
      <p:sp>
        <p:nvSpPr>
          <p:cNvPr id="9" name="Rectangle 4"/>
          <p:cNvSpPr>
            <a:spLocks noChangeArrowheads="1"/>
          </p:cNvSpPr>
          <p:nvPr/>
        </p:nvSpPr>
        <p:spPr bwMode="auto">
          <a:xfrm>
            <a:off x="3454400" y="6489701"/>
            <a:ext cx="26246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Page</a:t>
            </a:r>
          </a:p>
        </p:txBody>
      </p:sp>
      <p:sp>
        <p:nvSpPr>
          <p:cNvPr id="10" name="Rectangle 5"/>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5A5A5A"/>
                </a:solidFill>
                <a:cs typeface="Arial" charset="0"/>
              </a:rPr>
              <a:t>© 2015 IBM Corporation</a:t>
            </a:r>
          </a:p>
        </p:txBody>
      </p:sp>
      <p:sp>
        <p:nvSpPr>
          <p:cNvPr id="13" name="Text Placeholder 5"/>
          <p:cNvSpPr>
            <a:spLocks noGrp="1"/>
          </p:cNvSpPr>
          <p:nvPr>
            <p:ph type="body" sz="quarter" idx="12"/>
          </p:nvPr>
        </p:nvSpPr>
        <p:spPr>
          <a:xfrm>
            <a:off x="792187" y="810838"/>
            <a:ext cx="3243072" cy="381871"/>
          </a:xfrm>
        </p:spPr>
        <p:txBody>
          <a:bodyPr/>
          <a:lstStyle>
            <a:lvl1pPr marL="0" indent="0">
              <a:lnSpc>
                <a:spcPts val="2933"/>
              </a:lnSpc>
              <a:spcBef>
                <a:spcPts val="2400"/>
              </a:spcBef>
              <a:buFont typeface="Arial" panose="020B0604020202020204" pitchFamily="34" charset="0"/>
              <a:buNone/>
              <a:defRPr sz="2667"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18" name="Text Placeholder 5"/>
          <p:cNvSpPr>
            <a:spLocks noGrp="1"/>
          </p:cNvSpPr>
          <p:nvPr>
            <p:ph type="body" sz="quarter" idx="14"/>
          </p:nvPr>
        </p:nvSpPr>
        <p:spPr>
          <a:xfrm>
            <a:off x="4464157" y="810838"/>
            <a:ext cx="3243072" cy="381871"/>
          </a:xfrm>
        </p:spPr>
        <p:txBody>
          <a:bodyPr/>
          <a:lstStyle>
            <a:lvl1pPr marL="0" indent="0">
              <a:lnSpc>
                <a:spcPts val="2933"/>
              </a:lnSpc>
              <a:spcBef>
                <a:spcPts val="2400"/>
              </a:spcBef>
              <a:buFont typeface="Arial" panose="020B0604020202020204" pitchFamily="34" charset="0"/>
              <a:buNone/>
              <a:defRPr sz="2667"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20" name="Text Placeholder 5"/>
          <p:cNvSpPr>
            <a:spLocks noGrp="1"/>
          </p:cNvSpPr>
          <p:nvPr>
            <p:ph type="body" sz="quarter" idx="16"/>
          </p:nvPr>
        </p:nvSpPr>
        <p:spPr>
          <a:xfrm>
            <a:off x="8136128" y="810838"/>
            <a:ext cx="3243072" cy="381871"/>
          </a:xfrm>
        </p:spPr>
        <p:txBody>
          <a:bodyPr/>
          <a:lstStyle>
            <a:lvl1pPr marL="0" indent="0">
              <a:lnSpc>
                <a:spcPts val="2933"/>
              </a:lnSpc>
              <a:spcBef>
                <a:spcPts val="2400"/>
              </a:spcBef>
              <a:buFont typeface="Arial" panose="020B0604020202020204" pitchFamily="34" charset="0"/>
              <a:buNone/>
              <a:defRPr sz="2667" baseline="0">
                <a:solidFill>
                  <a:schemeClr val="accent5"/>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a:t>
            </a:r>
          </a:p>
        </p:txBody>
      </p:sp>
      <p:sp>
        <p:nvSpPr>
          <p:cNvPr id="3" name="Content Placeholder 2"/>
          <p:cNvSpPr>
            <a:spLocks noGrp="1"/>
          </p:cNvSpPr>
          <p:nvPr>
            <p:ph sz="quarter" idx="18"/>
          </p:nvPr>
        </p:nvSpPr>
        <p:spPr>
          <a:xfrm>
            <a:off x="792187" y="1873208"/>
            <a:ext cx="3245436" cy="1267976"/>
          </a:xfrm>
        </p:spPr>
        <p:txBody>
          <a:bodyPr/>
          <a:lstStyle>
            <a:lvl1pPr>
              <a:defRPr sz="1600">
                <a:solidFill>
                  <a:schemeClr val="bg1"/>
                </a:solidFill>
              </a:defRPr>
            </a:lvl1pPr>
            <a:lvl2pPr>
              <a:defRPr sz="1467">
                <a:solidFill>
                  <a:schemeClr val="bg1"/>
                </a:solidFill>
              </a:defRPr>
            </a:lvl2pPr>
            <a:lvl3pPr>
              <a:defRPr sz="1400">
                <a:solidFill>
                  <a:schemeClr val="bg1"/>
                </a:solidFill>
              </a:defRPr>
            </a:lvl3pPr>
            <a:lvl4pPr>
              <a:defRPr sz="1333">
                <a:solidFill>
                  <a:schemeClr val="bg1"/>
                </a:solidFill>
              </a:defRPr>
            </a:lvl4pPr>
            <a:lvl5pPr>
              <a:defRPr sz="1333">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4462977" y="1873208"/>
            <a:ext cx="3245436" cy="1267976"/>
          </a:xfrm>
        </p:spPr>
        <p:txBody>
          <a:bodyPr/>
          <a:lstStyle>
            <a:lvl1pPr>
              <a:defRPr sz="1600">
                <a:solidFill>
                  <a:schemeClr val="bg1"/>
                </a:solidFill>
              </a:defRPr>
            </a:lvl1pPr>
            <a:lvl2pPr>
              <a:defRPr sz="1467">
                <a:solidFill>
                  <a:schemeClr val="bg1"/>
                </a:solidFill>
              </a:defRPr>
            </a:lvl2pPr>
            <a:lvl3pPr>
              <a:defRPr sz="1400">
                <a:solidFill>
                  <a:schemeClr val="bg1"/>
                </a:solidFill>
              </a:defRPr>
            </a:lvl3pPr>
            <a:lvl4pPr>
              <a:defRPr sz="1333">
                <a:solidFill>
                  <a:schemeClr val="bg1"/>
                </a:solidFill>
              </a:defRPr>
            </a:lvl4pPr>
            <a:lvl5pPr>
              <a:defRPr sz="1333">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sz="quarter" idx="20"/>
          </p:nvPr>
        </p:nvSpPr>
        <p:spPr>
          <a:xfrm>
            <a:off x="8133765" y="1873208"/>
            <a:ext cx="3245436" cy="1267976"/>
          </a:xfrm>
        </p:spPr>
        <p:txBody>
          <a:bodyPr/>
          <a:lstStyle>
            <a:lvl1pPr>
              <a:defRPr sz="1600">
                <a:solidFill>
                  <a:schemeClr val="bg1"/>
                </a:solidFill>
              </a:defRPr>
            </a:lvl1pPr>
            <a:lvl2pPr>
              <a:defRPr sz="1467">
                <a:solidFill>
                  <a:schemeClr val="bg1"/>
                </a:solidFill>
              </a:defRPr>
            </a:lvl2pPr>
            <a:lvl3pPr>
              <a:defRPr sz="1400">
                <a:solidFill>
                  <a:schemeClr val="bg1"/>
                </a:solidFill>
              </a:defRPr>
            </a:lvl3pPr>
            <a:lvl4pPr>
              <a:defRPr sz="1333">
                <a:solidFill>
                  <a:schemeClr val="bg1"/>
                </a:solidFill>
              </a:defRPr>
            </a:lvl4pPr>
            <a:lvl5pPr>
              <a:defRPr sz="1333">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675071" y="347904"/>
            <a:ext cx="2425664" cy="318100"/>
          </a:xfrm>
          <a:prstGeom prst="rect">
            <a:avLst/>
          </a:prstGeom>
          <a:noFill/>
        </p:spPr>
        <p:txBody>
          <a:bodyPr wrap="none" rtlCol="0">
            <a:spAutoFit/>
          </a:bodyPr>
          <a:lstStyle/>
          <a:p>
            <a:r>
              <a:rPr lang="en-US" sz="1467" b="1">
                <a:solidFill>
                  <a:schemeClr val="bg1"/>
                </a:solidFill>
              </a:rPr>
              <a:t>IBM Cloud </a:t>
            </a:r>
            <a:r>
              <a:rPr lang="en-US" sz="1467" b="0">
                <a:solidFill>
                  <a:schemeClr val="bg1"/>
                </a:solidFill>
              </a:rPr>
              <a:t>Object Storage</a:t>
            </a:r>
          </a:p>
        </p:txBody>
      </p:sp>
      <p:sp>
        <p:nvSpPr>
          <p:cNvPr id="22" name="Text Placeholder 5"/>
          <p:cNvSpPr>
            <a:spLocks noGrp="1"/>
          </p:cNvSpPr>
          <p:nvPr>
            <p:ph type="body" sz="quarter" idx="11"/>
          </p:nvPr>
        </p:nvSpPr>
        <p:spPr>
          <a:xfrm>
            <a:off x="790578" y="1515270"/>
            <a:ext cx="3244681" cy="246221"/>
          </a:xfrm>
        </p:spPr>
        <p:txBody>
          <a:bodyPr/>
          <a:lstStyle>
            <a:lvl1pPr marL="0" indent="0">
              <a:buFontTx/>
              <a:buNone/>
              <a:defRPr sz="1600" b="1">
                <a:solidFill>
                  <a:schemeClr val="bg1"/>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p:txBody>
      </p:sp>
      <p:sp>
        <p:nvSpPr>
          <p:cNvPr id="23" name="Text Placeholder 5"/>
          <p:cNvSpPr>
            <a:spLocks noGrp="1"/>
          </p:cNvSpPr>
          <p:nvPr>
            <p:ph type="body" sz="quarter" idx="21"/>
          </p:nvPr>
        </p:nvSpPr>
        <p:spPr>
          <a:xfrm>
            <a:off x="4462549" y="1521146"/>
            <a:ext cx="3244681" cy="246221"/>
          </a:xfrm>
        </p:spPr>
        <p:txBody>
          <a:bodyPr/>
          <a:lstStyle>
            <a:lvl1pPr marL="0" indent="0">
              <a:buFontTx/>
              <a:buNone/>
              <a:defRPr sz="1600" b="1">
                <a:solidFill>
                  <a:schemeClr val="bg1"/>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p:txBody>
      </p:sp>
      <p:sp>
        <p:nvSpPr>
          <p:cNvPr id="24" name="Text Placeholder 5"/>
          <p:cNvSpPr>
            <a:spLocks noGrp="1"/>
          </p:cNvSpPr>
          <p:nvPr>
            <p:ph type="body" sz="quarter" idx="22"/>
          </p:nvPr>
        </p:nvSpPr>
        <p:spPr>
          <a:xfrm>
            <a:off x="8134520" y="1515270"/>
            <a:ext cx="3244681" cy="246221"/>
          </a:xfrm>
        </p:spPr>
        <p:txBody>
          <a:bodyPr/>
          <a:lstStyle>
            <a:lvl1pPr marL="0" indent="0">
              <a:buFontTx/>
              <a:buNone/>
              <a:defRPr sz="1600" b="1">
                <a:solidFill>
                  <a:schemeClr val="bg1"/>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p:txBody>
      </p:sp>
      <p:sp>
        <p:nvSpPr>
          <p:cNvPr id="25"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11422683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0577" y="790818"/>
            <a:ext cx="10588623" cy="470300"/>
          </a:xfrm>
        </p:spPr>
        <p:txBody>
          <a:bodyPr wrap="square">
            <a:spAutoFit/>
          </a:bodyPr>
          <a:lstStyle>
            <a:lvl1pPr>
              <a:lnSpc>
                <a:spcPts val="4000"/>
              </a:lnSpc>
              <a:defRPr sz="2933" baseline="0">
                <a:solidFill>
                  <a:schemeClr val="accent5"/>
                </a:solidFill>
              </a:defRPr>
            </a:lvl1pPr>
          </a:lstStyle>
          <a:p>
            <a:r>
              <a:rPr lang="en-US" dirty="0"/>
              <a:t>CLICK TO EDIT MASTER TITLE</a:t>
            </a:r>
          </a:p>
        </p:txBody>
      </p:sp>
      <p:sp>
        <p:nvSpPr>
          <p:cNvPr id="10" name="Rectangle 9"/>
          <p:cNvSpPr/>
          <p:nvPr userDrawn="1"/>
        </p:nvSpPr>
        <p:spPr>
          <a:xfrm>
            <a:off x="3723484" y="6490230"/>
            <a:ext cx="410749" cy="123111"/>
          </a:xfrm>
          <a:prstGeom prst="rect">
            <a:avLst/>
          </a:prstGeom>
        </p:spPr>
        <p:txBody>
          <a:bodyPr wrap="square" lIns="0" tIns="0" rIns="0" bIns="0">
            <a:spAutoFit/>
          </a:bodyPr>
          <a:lstStyle/>
          <a:p>
            <a:fld id="{655362CE-4ABE-4CB4-8947-B1242CDD9D94}" type="slidenum">
              <a:rPr lang="en-US" sz="800" baseline="0" smtClean="0">
                <a:solidFill>
                  <a:srgbClr val="5A5A5A"/>
                </a:solidFill>
                <a:latin typeface="Arial" panose="020B0604020202020204" pitchFamily="34" charset="0"/>
                <a:cs typeface="Arial" panose="020B0604020202020204" pitchFamily="34" charset="0"/>
              </a:rPr>
              <a:t>‹#›</a:t>
            </a:fld>
            <a:endParaRPr lang="en-US" sz="800" baseline="0">
              <a:solidFill>
                <a:srgbClr val="5A5A5A"/>
              </a:solidFill>
              <a:latin typeface="Arial" panose="020B0604020202020204" pitchFamily="34" charset="0"/>
              <a:cs typeface="Arial" panose="020B0604020202020204" pitchFamily="34" charset="0"/>
            </a:endParaRPr>
          </a:p>
        </p:txBody>
      </p:sp>
      <p:sp>
        <p:nvSpPr>
          <p:cNvPr id="11" name="Rectangle 10"/>
          <p:cNvSpPr/>
          <p:nvPr userDrawn="1"/>
        </p:nvSpPr>
        <p:spPr>
          <a:xfrm>
            <a:off x="3454930" y="6490230"/>
            <a:ext cx="261527"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Page</a:t>
            </a:r>
          </a:p>
        </p:txBody>
      </p:sp>
      <p:sp>
        <p:nvSpPr>
          <p:cNvPr id="13" name="Rectangle 12"/>
          <p:cNvSpPr/>
          <p:nvPr userDrawn="1"/>
        </p:nvSpPr>
        <p:spPr>
          <a:xfrm>
            <a:off x="817564" y="6490230"/>
            <a:ext cx="1589616"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 2017 IBM Corporation</a:t>
            </a:r>
          </a:p>
        </p:txBody>
      </p:sp>
      <p:sp>
        <p:nvSpPr>
          <p:cNvPr id="19" name="TextBox 18"/>
          <p:cNvSpPr txBox="1"/>
          <p:nvPr userDrawn="1"/>
        </p:nvSpPr>
        <p:spPr>
          <a:xfrm>
            <a:off x="670837" y="347904"/>
            <a:ext cx="2425664" cy="318100"/>
          </a:xfrm>
          <a:prstGeom prst="rect">
            <a:avLst/>
          </a:prstGeom>
          <a:noFill/>
        </p:spPr>
        <p:txBody>
          <a:bodyPr wrap="none" rtlCol="0">
            <a:spAutoFit/>
          </a:bodyPr>
          <a:lstStyle/>
          <a:p>
            <a:r>
              <a:rPr lang="en-US" sz="1467" b="1">
                <a:solidFill>
                  <a:schemeClr val="bg1"/>
                </a:solidFill>
              </a:rPr>
              <a:t>IBM Cloud </a:t>
            </a:r>
            <a:r>
              <a:rPr lang="en-US" sz="1467" b="0">
                <a:solidFill>
                  <a:schemeClr val="bg1"/>
                </a:solidFill>
              </a:rPr>
              <a:t>Object Storage</a:t>
            </a:r>
          </a:p>
        </p:txBody>
      </p:sp>
      <p:sp>
        <p:nvSpPr>
          <p:cNvPr id="12"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85922185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FFFFF"/>
        </a:solidFill>
        <a:effectLst/>
      </p:bgPr>
    </p:bg>
    <p:spTree>
      <p:nvGrpSpPr>
        <p:cNvPr id="1" name=""/>
        <p:cNvGrpSpPr/>
        <p:nvPr/>
      </p:nvGrpSpPr>
      <p:grpSpPr>
        <a:xfrm>
          <a:off x="0" y="0"/>
          <a:ext cx="0" cy="0"/>
          <a:chOff x="0" y="0"/>
          <a:chExt cx="0" cy="0"/>
        </a:xfrm>
      </p:grpSpPr>
      <p:sp>
        <p:nvSpPr>
          <p:cNvPr id="10" name="Rectangle 9"/>
          <p:cNvSpPr/>
          <p:nvPr userDrawn="1"/>
        </p:nvSpPr>
        <p:spPr>
          <a:xfrm>
            <a:off x="3723484" y="6490230"/>
            <a:ext cx="410749" cy="123111"/>
          </a:xfrm>
          <a:prstGeom prst="rect">
            <a:avLst/>
          </a:prstGeom>
        </p:spPr>
        <p:txBody>
          <a:bodyPr wrap="square" lIns="0" tIns="0" rIns="0" bIns="0">
            <a:spAutoFit/>
          </a:bodyPr>
          <a:lstStyle/>
          <a:p>
            <a:fld id="{655362CE-4ABE-4CB4-8947-B1242CDD9D94}" type="slidenum">
              <a:rPr lang="en-US" sz="800" baseline="0" smtClean="0">
                <a:solidFill>
                  <a:srgbClr val="5A5A5A"/>
                </a:solidFill>
                <a:latin typeface="Arial" panose="020B0604020202020204" pitchFamily="34" charset="0"/>
                <a:cs typeface="Arial" panose="020B0604020202020204" pitchFamily="34" charset="0"/>
              </a:rPr>
              <a:t>‹#›</a:t>
            </a:fld>
            <a:endParaRPr lang="en-US" sz="800" baseline="0">
              <a:solidFill>
                <a:srgbClr val="5A5A5A"/>
              </a:solidFill>
              <a:latin typeface="Arial" panose="020B0604020202020204" pitchFamily="34" charset="0"/>
              <a:cs typeface="Arial" panose="020B0604020202020204" pitchFamily="34" charset="0"/>
            </a:endParaRPr>
          </a:p>
        </p:txBody>
      </p:sp>
      <p:sp>
        <p:nvSpPr>
          <p:cNvPr id="11" name="Rectangle 10"/>
          <p:cNvSpPr/>
          <p:nvPr userDrawn="1"/>
        </p:nvSpPr>
        <p:spPr>
          <a:xfrm>
            <a:off x="3454930" y="6490230"/>
            <a:ext cx="261527"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Page</a:t>
            </a:r>
          </a:p>
        </p:txBody>
      </p:sp>
      <p:sp>
        <p:nvSpPr>
          <p:cNvPr id="13" name="Rectangle 12"/>
          <p:cNvSpPr/>
          <p:nvPr userDrawn="1"/>
        </p:nvSpPr>
        <p:spPr>
          <a:xfrm>
            <a:off x="817564" y="6490230"/>
            <a:ext cx="1589616" cy="123111"/>
          </a:xfrm>
          <a:prstGeom prst="rect">
            <a:avLst/>
          </a:prstGeom>
        </p:spPr>
        <p:txBody>
          <a:bodyPr wrap="square" lIns="0" tIns="0" rIns="0" bIns="0">
            <a:spAutoFit/>
          </a:bodyPr>
          <a:lstStyle/>
          <a:p>
            <a:r>
              <a:rPr lang="en-US" sz="800" baseline="0">
                <a:solidFill>
                  <a:srgbClr val="5A5A5A"/>
                </a:solidFill>
                <a:latin typeface="Arial" panose="020B0604020202020204" pitchFamily="34" charset="0"/>
                <a:cs typeface="Arial" panose="020B0604020202020204" pitchFamily="34" charset="0"/>
              </a:rPr>
              <a:t>© 2017 IBM Corporation</a:t>
            </a:r>
          </a:p>
        </p:txBody>
      </p:sp>
      <p:sp>
        <p:nvSpPr>
          <p:cNvPr id="7"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5A5A5A"/>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306594777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 name="Rectangle 3"/>
          <p:cNvSpPr>
            <a:spLocks noChangeArrowheads="1"/>
          </p:cNvSpPr>
          <p:nvPr userDrawn="1"/>
        </p:nvSpPr>
        <p:spPr bwMode="auto">
          <a:xfrm>
            <a:off x="817034" y="6489701"/>
            <a:ext cx="158961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sz="800">
                <a:solidFill>
                  <a:srgbClr val="FFFFFF"/>
                </a:solidFill>
                <a:cs typeface="Arial" charset="0"/>
              </a:rPr>
              <a:t>© 2015 IBM Corporation</a:t>
            </a:r>
          </a:p>
        </p:txBody>
      </p:sp>
      <p:sp>
        <p:nvSpPr>
          <p:cNvPr id="5" name="Freeform 6"/>
          <p:cNvSpPr>
            <a:spLocks/>
          </p:cNvSpPr>
          <p:nvPr/>
        </p:nvSpPr>
        <p:spPr bwMode="auto">
          <a:xfrm>
            <a:off x="5875867" y="0"/>
            <a:ext cx="5939367" cy="6858000"/>
          </a:xfrm>
          <a:custGeom>
            <a:avLst/>
            <a:gdLst>
              <a:gd name="T0" fmla="*/ 3743 w 5612"/>
              <a:gd name="T1" fmla="*/ 0 h 6480"/>
              <a:gd name="T2" fmla="*/ 3915 w 5612"/>
              <a:gd name="T3" fmla="*/ 106 h 6480"/>
              <a:gd name="T4" fmla="*/ 4082 w 5612"/>
              <a:gd name="T5" fmla="*/ 222 h 6480"/>
              <a:gd name="T6" fmla="*/ 4243 w 5612"/>
              <a:gd name="T7" fmla="*/ 348 h 6480"/>
              <a:gd name="T8" fmla="*/ 4397 w 5612"/>
              <a:gd name="T9" fmla="*/ 479 h 6480"/>
              <a:gd name="T10" fmla="*/ 4542 w 5612"/>
              <a:gd name="T11" fmla="*/ 621 h 6480"/>
              <a:gd name="T12" fmla="*/ 4679 w 5612"/>
              <a:gd name="T13" fmla="*/ 770 h 6480"/>
              <a:gd name="T14" fmla="*/ 4811 w 5612"/>
              <a:gd name="T15" fmla="*/ 925 h 6480"/>
              <a:gd name="T16" fmla="*/ 4931 w 5612"/>
              <a:gd name="T17" fmla="*/ 1088 h 6480"/>
              <a:gd name="T18" fmla="*/ 5045 w 5612"/>
              <a:gd name="T19" fmla="*/ 1257 h 6480"/>
              <a:gd name="T20" fmla="*/ 5147 w 5612"/>
              <a:gd name="T21" fmla="*/ 1431 h 6480"/>
              <a:gd name="T22" fmla="*/ 5241 w 5612"/>
              <a:gd name="T23" fmla="*/ 1614 h 6480"/>
              <a:gd name="T24" fmla="*/ 5325 w 5612"/>
              <a:gd name="T25" fmla="*/ 1801 h 6480"/>
              <a:gd name="T26" fmla="*/ 5400 w 5612"/>
              <a:gd name="T27" fmla="*/ 1993 h 6480"/>
              <a:gd name="T28" fmla="*/ 5463 w 5612"/>
              <a:gd name="T29" fmla="*/ 2191 h 6480"/>
              <a:gd name="T30" fmla="*/ 5516 w 5612"/>
              <a:gd name="T31" fmla="*/ 2392 h 6480"/>
              <a:gd name="T32" fmla="*/ 5557 w 5612"/>
              <a:gd name="T33" fmla="*/ 2600 h 6480"/>
              <a:gd name="T34" fmla="*/ 5589 w 5612"/>
              <a:gd name="T35" fmla="*/ 2810 h 6480"/>
              <a:gd name="T36" fmla="*/ 5606 w 5612"/>
              <a:gd name="T37" fmla="*/ 3022 h 6480"/>
              <a:gd name="T38" fmla="*/ 5612 w 5612"/>
              <a:gd name="T39" fmla="*/ 3240 h 6480"/>
              <a:gd name="T40" fmla="*/ 5606 w 5612"/>
              <a:gd name="T41" fmla="*/ 3458 h 6480"/>
              <a:gd name="T42" fmla="*/ 5589 w 5612"/>
              <a:gd name="T43" fmla="*/ 3670 h 6480"/>
              <a:gd name="T44" fmla="*/ 5557 w 5612"/>
              <a:gd name="T45" fmla="*/ 3880 h 6480"/>
              <a:gd name="T46" fmla="*/ 5516 w 5612"/>
              <a:gd name="T47" fmla="*/ 4086 h 6480"/>
              <a:gd name="T48" fmla="*/ 5463 w 5612"/>
              <a:gd name="T49" fmla="*/ 4289 h 6480"/>
              <a:gd name="T50" fmla="*/ 5400 w 5612"/>
              <a:gd name="T51" fmla="*/ 4487 h 6480"/>
              <a:gd name="T52" fmla="*/ 5325 w 5612"/>
              <a:gd name="T53" fmla="*/ 4679 h 6480"/>
              <a:gd name="T54" fmla="*/ 5241 w 5612"/>
              <a:gd name="T55" fmla="*/ 4866 h 6480"/>
              <a:gd name="T56" fmla="*/ 5149 w 5612"/>
              <a:gd name="T57" fmla="*/ 5047 h 6480"/>
              <a:gd name="T58" fmla="*/ 5045 w 5612"/>
              <a:gd name="T59" fmla="*/ 5223 h 6480"/>
              <a:gd name="T60" fmla="*/ 4933 w 5612"/>
              <a:gd name="T61" fmla="*/ 5392 h 6480"/>
              <a:gd name="T62" fmla="*/ 4811 w 5612"/>
              <a:gd name="T63" fmla="*/ 5555 h 6480"/>
              <a:gd name="T64" fmla="*/ 4681 w 5612"/>
              <a:gd name="T65" fmla="*/ 5710 h 6480"/>
              <a:gd name="T66" fmla="*/ 4544 w 5612"/>
              <a:gd name="T67" fmla="*/ 5859 h 6480"/>
              <a:gd name="T68" fmla="*/ 4399 w 5612"/>
              <a:gd name="T69" fmla="*/ 5999 h 6480"/>
              <a:gd name="T70" fmla="*/ 4245 w 5612"/>
              <a:gd name="T71" fmla="*/ 6132 h 6480"/>
              <a:gd name="T72" fmla="*/ 4084 w 5612"/>
              <a:gd name="T73" fmla="*/ 6256 h 6480"/>
              <a:gd name="T74" fmla="*/ 3917 w 5612"/>
              <a:gd name="T75" fmla="*/ 6372 h 6480"/>
              <a:gd name="T76" fmla="*/ 3745 w 5612"/>
              <a:gd name="T77" fmla="*/ 6480 h 6480"/>
              <a:gd name="T78" fmla="*/ 0 w 5612"/>
              <a:gd name="T79" fmla="*/ 6480 h 6480"/>
              <a:gd name="T80" fmla="*/ 3743 w 5612"/>
              <a:gd name="T81" fmla="*/ 0 h 6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12" h="6480">
                <a:moveTo>
                  <a:pt x="3743" y="0"/>
                </a:moveTo>
                <a:lnTo>
                  <a:pt x="3915" y="106"/>
                </a:lnTo>
                <a:lnTo>
                  <a:pt x="4082" y="222"/>
                </a:lnTo>
                <a:lnTo>
                  <a:pt x="4243" y="348"/>
                </a:lnTo>
                <a:lnTo>
                  <a:pt x="4397" y="479"/>
                </a:lnTo>
                <a:lnTo>
                  <a:pt x="4542" y="621"/>
                </a:lnTo>
                <a:lnTo>
                  <a:pt x="4679" y="770"/>
                </a:lnTo>
                <a:lnTo>
                  <a:pt x="4811" y="925"/>
                </a:lnTo>
                <a:lnTo>
                  <a:pt x="4931" y="1088"/>
                </a:lnTo>
                <a:lnTo>
                  <a:pt x="5045" y="1257"/>
                </a:lnTo>
                <a:lnTo>
                  <a:pt x="5147" y="1431"/>
                </a:lnTo>
                <a:lnTo>
                  <a:pt x="5241" y="1614"/>
                </a:lnTo>
                <a:lnTo>
                  <a:pt x="5325" y="1801"/>
                </a:lnTo>
                <a:lnTo>
                  <a:pt x="5400" y="1993"/>
                </a:lnTo>
                <a:lnTo>
                  <a:pt x="5463" y="2191"/>
                </a:lnTo>
                <a:lnTo>
                  <a:pt x="5516" y="2392"/>
                </a:lnTo>
                <a:lnTo>
                  <a:pt x="5557" y="2600"/>
                </a:lnTo>
                <a:lnTo>
                  <a:pt x="5589" y="2810"/>
                </a:lnTo>
                <a:lnTo>
                  <a:pt x="5606" y="3022"/>
                </a:lnTo>
                <a:lnTo>
                  <a:pt x="5612" y="3240"/>
                </a:lnTo>
                <a:lnTo>
                  <a:pt x="5606" y="3458"/>
                </a:lnTo>
                <a:lnTo>
                  <a:pt x="5589" y="3670"/>
                </a:lnTo>
                <a:lnTo>
                  <a:pt x="5557" y="3880"/>
                </a:lnTo>
                <a:lnTo>
                  <a:pt x="5516" y="4086"/>
                </a:lnTo>
                <a:lnTo>
                  <a:pt x="5463" y="4289"/>
                </a:lnTo>
                <a:lnTo>
                  <a:pt x="5400" y="4487"/>
                </a:lnTo>
                <a:lnTo>
                  <a:pt x="5325" y="4679"/>
                </a:lnTo>
                <a:lnTo>
                  <a:pt x="5241" y="4866"/>
                </a:lnTo>
                <a:lnTo>
                  <a:pt x="5149" y="5047"/>
                </a:lnTo>
                <a:lnTo>
                  <a:pt x="5045" y="5223"/>
                </a:lnTo>
                <a:lnTo>
                  <a:pt x="4933" y="5392"/>
                </a:lnTo>
                <a:lnTo>
                  <a:pt x="4811" y="5555"/>
                </a:lnTo>
                <a:lnTo>
                  <a:pt x="4681" y="5710"/>
                </a:lnTo>
                <a:lnTo>
                  <a:pt x="4544" y="5859"/>
                </a:lnTo>
                <a:lnTo>
                  <a:pt x="4399" y="5999"/>
                </a:lnTo>
                <a:lnTo>
                  <a:pt x="4245" y="6132"/>
                </a:lnTo>
                <a:lnTo>
                  <a:pt x="4084" y="6256"/>
                </a:lnTo>
                <a:lnTo>
                  <a:pt x="3917" y="6372"/>
                </a:lnTo>
                <a:lnTo>
                  <a:pt x="3745" y="6480"/>
                </a:lnTo>
                <a:lnTo>
                  <a:pt x="0" y="6480"/>
                </a:lnTo>
                <a:lnTo>
                  <a:pt x="3743" y="0"/>
                </a:lnTo>
                <a:close/>
              </a:path>
            </a:pathLst>
          </a:custGeom>
          <a:solidFill>
            <a:srgbClr val="5595E6"/>
          </a:solid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nvGrpSpPr>
          <p:cNvPr id="6" name="Group 5"/>
          <p:cNvGrpSpPr/>
          <p:nvPr/>
        </p:nvGrpSpPr>
        <p:grpSpPr>
          <a:xfrm>
            <a:off x="8874234" y="6249822"/>
            <a:ext cx="842637" cy="341479"/>
            <a:chOff x="1938338" y="2368551"/>
            <a:chExt cx="5260976" cy="2132013"/>
          </a:xfrm>
          <a:solidFill>
            <a:schemeClr val="accent3"/>
          </a:solidFill>
        </p:grpSpPr>
        <p:sp>
          <p:nvSpPr>
            <p:cNvPr id="7" name="Freeform 6"/>
            <p:cNvSpPr>
              <a:spLocks/>
            </p:cNvSpPr>
            <p:nvPr/>
          </p:nvSpPr>
          <p:spPr bwMode="auto">
            <a:xfrm>
              <a:off x="5208588" y="2936876"/>
              <a:ext cx="758825" cy="141288"/>
            </a:xfrm>
            <a:custGeom>
              <a:avLst/>
              <a:gdLst>
                <a:gd name="T0" fmla="*/ 0 w 478"/>
                <a:gd name="T1" fmla="*/ 0 h 89"/>
                <a:gd name="T2" fmla="*/ 448 w 478"/>
                <a:gd name="T3" fmla="*/ 0 h 89"/>
                <a:gd name="T4" fmla="*/ 455 w 478"/>
                <a:gd name="T5" fmla="*/ 22 h 89"/>
                <a:gd name="T6" fmla="*/ 461 w 478"/>
                <a:gd name="T7" fmla="*/ 40 h 89"/>
                <a:gd name="T8" fmla="*/ 466 w 478"/>
                <a:gd name="T9" fmla="*/ 56 h 89"/>
                <a:gd name="T10" fmla="*/ 473 w 478"/>
                <a:gd name="T11" fmla="*/ 72 h 89"/>
                <a:gd name="T12" fmla="*/ 478 w 478"/>
                <a:gd name="T13" fmla="*/ 89 h 89"/>
                <a:gd name="T14" fmla="*/ 0 w 478"/>
                <a:gd name="T15" fmla="*/ 89 h 89"/>
                <a:gd name="T16" fmla="*/ 0 w 478"/>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8" h="89">
                  <a:moveTo>
                    <a:pt x="0" y="0"/>
                  </a:moveTo>
                  <a:lnTo>
                    <a:pt x="448" y="0"/>
                  </a:lnTo>
                  <a:lnTo>
                    <a:pt x="455" y="22"/>
                  </a:lnTo>
                  <a:lnTo>
                    <a:pt x="461" y="40"/>
                  </a:lnTo>
                  <a:lnTo>
                    <a:pt x="466" y="56"/>
                  </a:lnTo>
                  <a:lnTo>
                    <a:pt x="473" y="72"/>
                  </a:lnTo>
                  <a:lnTo>
                    <a:pt x="47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8" name="Freeform 7"/>
            <p:cNvSpPr>
              <a:spLocks/>
            </p:cNvSpPr>
            <p:nvPr/>
          </p:nvSpPr>
          <p:spPr bwMode="auto">
            <a:xfrm>
              <a:off x="6156326" y="2936876"/>
              <a:ext cx="758825" cy="141288"/>
            </a:xfrm>
            <a:custGeom>
              <a:avLst/>
              <a:gdLst>
                <a:gd name="T0" fmla="*/ 30 w 478"/>
                <a:gd name="T1" fmla="*/ 0 h 89"/>
                <a:gd name="T2" fmla="*/ 478 w 478"/>
                <a:gd name="T3" fmla="*/ 0 h 89"/>
                <a:gd name="T4" fmla="*/ 478 w 478"/>
                <a:gd name="T5" fmla="*/ 89 h 89"/>
                <a:gd name="T6" fmla="*/ 0 w 478"/>
                <a:gd name="T7" fmla="*/ 89 h 89"/>
                <a:gd name="T8" fmla="*/ 30 w 478"/>
                <a:gd name="T9" fmla="*/ 0 h 89"/>
              </a:gdLst>
              <a:ahLst/>
              <a:cxnLst>
                <a:cxn ang="0">
                  <a:pos x="T0" y="T1"/>
                </a:cxn>
                <a:cxn ang="0">
                  <a:pos x="T2" y="T3"/>
                </a:cxn>
                <a:cxn ang="0">
                  <a:pos x="T4" y="T5"/>
                </a:cxn>
                <a:cxn ang="0">
                  <a:pos x="T6" y="T7"/>
                </a:cxn>
                <a:cxn ang="0">
                  <a:pos x="T8" y="T9"/>
                </a:cxn>
              </a:cxnLst>
              <a:rect l="0" t="0" r="r" b="b"/>
              <a:pathLst>
                <a:path w="478" h="89">
                  <a:moveTo>
                    <a:pt x="30" y="0"/>
                  </a:moveTo>
                  <a:lnTo>
                    <a:pt x="478" y="0"/>
                  </a:lnTo>
                  <a:lnTo>
                    <a:pt x="478" y="89"/>
                  </a:lnTo>
                  <a:lnTo>
                    <a:pt x="0" y="89"/>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9" name="Freeform 8"/>
            <p:cNvSpPr>
              <a:spLocks/>
            </p:cNvSpPr>
            <p:nvPr/>
          </p:nvSpPr>
          <p:spPr bwMode="auto">
            <a:xfrm>
              <a:off x="5635626" y="3221038"/>
              <a:ext cx="427038" cy="141288"/>
            </a:xfrm>
            <a:custGeom>
              <a:avLst/>
              <a:gdLst>
                <a:gd name="T0" fmla="*/ 0 w 269"/>
                <a:gd name="T1" fmla="*/ 0 h 89"/>
                <a:gd name="T2" fmla="*/ 239 w 269"/>
                <a:gd name="T3" fmla="*/ 0 h 89"/>
                <a:gd name="T4" fmla="*/ 242 w 269"/>
                <a:gd name="T5" fmla="*/ 8 h 89"/>
                <a:gd name="T6" fmla="*/ 245 w 269"/>
                <a:gd name="T7" fmla="*/ 19 h 89"/>
                <a:gd name="T8" fmla="*/ 249 w 269"/>
                <a:gd name="T9" fmla="*/ 31 h 89"/>
                <a:gd name="T10" fmla="*/ 254 w 269"/>
                <a:gd name="T11" fmla="*/ 45 h 89"/>
                <a:gd name="T12" fmla="*/ 258 w 269"/>
                <a:gd name="T13" fmla="*/ 58 h 89"/>
                <a:gd name="T14" fmla="*/ 262 w 269"/>
                <a:gd name="T15" fmla="*/ 70 h 89"/>
                <a:gd name="T16" fmla="*/ 266 w 269"/>
                <a:gd name="T17" fmla="*/ 80 h 89"/>
                <a:gd name="T18" fmla="*/ 268 w 269"/>
                <a:gd name="T19" fmla="*/ 87 h 89"/>
                <a:gd name="T20" fmla="*/ 269 w 269"/>
                <a:gd name="T21" fmla="*/ 89 h 89"/>
                <a:gd name="T22" fmla="*/ 30 w 269"/>
                <a:gd name="T23" fmla="*/ 89 h 89"/>
                <a:gd name="T24" fmla="*/ 27 w 269"/>
                <a:gd name="T25" fmla="*/ 82 h 89"/>
                <a:gd name="T26" fmla="*/ 23 w 269"/>
                <a:gd name="T27" fmla="*/ 71 h 89"/>
                <a:gd name="T28" fmla="*/ 19 w 269"/>
                <a:gd name="T29" fmla="*/ 59 h 89"/>
                <a:gd name="T30" fmla="*/ 15 w 269"/>
                <a:gd name="T31" fmla="*/ 45 h 89"/>
                <a:gd name="T32" fmla="*/ 10 w 269"/>
                <a:gd name="T33" fmla="*/ 32 h 89"/>
                <a:gd name="T34" fmla="*/ 6 w 269"/>
                <a:gd name="T35" fmla="*/ 20 h 89"/>
                <a:gd name="T36" fmla="*/ 3 w 269"/>
                <a:gd name="T37" fmla="*/ 10 h 89"/>
                <a:gd name="T38" fmla="*/ 0 w 269"/>
                <a:gd name="T39" fmla="*/ 3 h 89"/>
                <a:gd name="T40" fmla="*/ 0 w 269"/>
                <a:gd name="T4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89">
                  <a:moveTo>
                    <a:pt x="0" y="0"/>
                  </a:moveTo>
                  <a:lnTo>
                    <a:pt x="239" y="0"/>
                  </a:lnTo>
                  <a:lnTo>
                    <a:pt x="242" y="8"/>
                  </a:lnTo>
                  <a:lnTo>
                    <a:pt x="245" y="19"/>
                  </a:lnTo>
                  <a:lnTo>
                    <a:pt x="249" y="31"/>
                  </a:lnTo>
                  <a:lnTo>
                    <a:pt x="254" y="45"/>
                  </a:lnTo>
                  <a:lnTo>
                    <a:pt x="258" y="58"/>
                  </a:lnTo>
                  <a:lnTo>
                    <a:pt x="262" y="70"/>
                  </a:lnTo>
                  <a:lnTo>
                    <a:pt x="266" y="80"/>
                  </a:lnTo>
                  <a:lnTo>
                    <a:pt x="268" y="87"/>
                  </a:lnTo>
                  <a:lnTo>
                    <a:pt x="269" y="89"/>
                  </a:lnTo>
                  <a:lnTo>
                    <a:pt x="30" y="89"/>
                  </a:lnTo>
                  <a:lnTo>
                    <a:pt x="27" y="82"/>
                  </a:lnTo>
                  <a:lnTo>
                    <a:pt x="23" y="71"/>
                  </a:lnTo>
                  <a:lnTo>
                    <a:pt x="19" y="59"/>
                  </a:lnTo>
                  <a:lnTo>
                    <a:pt x="15" y="45"/>
                  </a:lnTo>
                  <a:lnTo>
                    <a:pt x="10" y="32"/>
                  </a:lnTo>
                  <a:lnTo>
                    <a:pt x="6" y="20"/>
                  </a:lnTo>
                  <a:lnTo>
                    <a:pt x="3" y="10"/>
                  </a:lnTo>
                  <a:lnTo>
                    <a:pt x="0" y="3"/>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0" name="Freeform 9"/>
            <p:cNvSpPr>
              <a:spLocks/>
            </p:cNvSpPr>
            <p:nvPr/>
          </p:nvSpPr>
          <p:spPr bwMode="auto">
            <a:xfrm>
              <a:off x="6062663" y="3221038"/>
              <a:ext cx="425450" cy="141288"/>
            </a:xfrm>
            <a:custGeom>
              <a:avLst/>
              <a:gdLst>
                <a:gd name="T0" fmla="*/ 29 w 268"/>
                <a:gd name="T1" fmla="*/ 0 h 89"/>
                <a:gd name="T2" fmla="*/ 268 w 268"/>
                <a:gd name="T3" fmla="*/ 0 h 89"/>
                <a:gd name="T4" fmla="*/ 238 w 268"/>
                <a:gd name="T5" fmla="*/ 89 h 89"/>
                <a:gd name="T6" fmla="*/ 0 w 268"/>
                <a:gd name="T7" fmla="*/ 89 h 89"/>
                <a:gd name="T8" fmla="*/ 29 w 268"/>
                <a:gd name="T9" fmla="*/ 0 h 89"/>
              </a:gdLst>
              <a:ahLst/>
              <a:cxnLst>
                <a:cxn ang="0">
                  <a:pos x="T0" y="T1"/>
                </a:cxn>
                <a:cxn ang="0">
                  <a:pos x="T2" y="T3"/>
                </a:cxn>
                <a:cxn ang="0">
                  <a:pos x="T4" y="T5"/>
                </a:cxn>
                <a:cxn ang="0">
                  <a:pos x="T6" y="T7"/>
                </a:cxn>
                <a:cxn ang="0">
                  <a:pos x="T8" y="T9"/>
                </a:cxn>
              </a:cxnLst>
              <a:rect l="0" t="0" r="r" b="b"/>
              <a:pathLst>
                <a:path w="268" h="89">
                  <a:moveTo>
                    <a:pt x="29" y="0"/>
                  </a:moveTo>
                  <a:lnTo>
                    <a:pt x="268" y="0"/>
                  </a:lnTo>
                  <a:lnTo>
                    <a:pt x="238"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1" name="Freeform 10"/>
            <p:cNvSpPr>
              <a:spLocks/>
            </p:cNvSpPr>
            <p:nvPr/>
          </p:nvSpPr>
          <p:spPr bwMode="auto">
            <a:xfrm>
              <a:off x="5730876" y="3505201"/>
              <a:ext cx="663575" cy="142875"/>
            </a:xfrm>
            <a:custGeom>
              <a:avLst/>
              <a:gdLst>
                <a:gd name="T0" fmla="*/ 0 w 418"/>
                <a:gd name="T1" fmla="*/ 0 h 90"/>
                <a:gd name="T2" fmla="*/ 418 w 418"/>
                <a:gd name="T3" fmla="*/ 0 h 90"/>
                <a:gd name="T4" fmla="*/ 388 w 418"/>
                <a:gd name="T5" fmla="*/ 90 h 90"/>
                <a:gd name="T6" fmla="*/ 30 w 418"/>
                <a:gd name="T7" fmla="*/ 90 h 90"/>
                <a:gd name="T8" fmla="*/ 22 w 418"/>
                <a:gd name="T9" fmla="*/ 68 h 90"/>
                <a:gd name="T10" fmla="*/ 16 w 418"/>
                <a:gd name="T11" fmla="*/ 50 h 90"/>
                <a:gd name="T12" fmla="*/ 11 w 418"/>
                <a:gd name="T13" fmla="*/ 34 h 90"/>
                <a:gd name="T14" fmla="*/ 6 w 418"/>
                <a:gd name="T15" fmla="*/ 18 h 90"/>
                <a:gd name="T16" fmla="*/ 0 w 41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90">
                  <a:moveTo>
                    <a:pt x="0" y="0"/>
                  </a:moveTo>
                  <a:lnTo>
                    <a:pt x="418" y="0"/>
                  </a:lnTo>
                  <a:lnTo>
                    <a:pt x="388" y="90"/>
                  </a:lnTo>
                  <a:lnTo>
                    <a:pt x="30" y="90"/>
                  </a:lnTo>
                  <a:lnTo>
                    <a:pt x="22" y="68"/>
                  </a:lnTo>
                  <a:lnTo>
                    <a:pt x="16" y="50"/>
                  </a:lnTo>
                  <a:lnTo>
                    <a:pt x="11" y="34"/>
                  </a:lnTo>
                  <a:lnTo>
                    <a:pt x="6" y="1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12" name="Rectangle 11"/>
            <p:cNvSpPr>
              <a:spLocks noChangeArrowheads="1"/>
            </p:cNvSpPr>
            <p:nvPr/>
          </p:nvSpPr>
          <p:spPr bwMode="auto">
            <a:xfrm>
              <a:off x="520858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3" name="Rectangle 12"/>
            <p:cNvSpPr>
              <a:spLocks noChangeArrowheads="1"/>
            </p:cNvSpPr>
            <p:nvPr/>
          </p:nvSpPr>
          <p:spPr bwMode="auto">
            <a:xfrm>
              <a:off x="6488113"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4" name="Rectangle 13"/>
            <p:cNvSpPr>
              <a:spLocks noChangeArrowheads="1"/>
            </p:cNvSpPr>
            <p:nvPr/>
          </p:nvSpPr>
          <p:spPr bwMode="auto">
            <a:xfrm>
              <a:off x="5208588"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5" name="Rectangle 14"/>
            <p:cNvSpPr>
              <a:spLocks noChangeArrowheads="1"/>
            </p:cNvSpPr>
            <p:nvPr/>
          </p:nvSpPr>
          <p:spPr bwMode="auto">
            <a:xfrm>
              <a:off x="6488113"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6" name="Rectangle 15"/>
            <p:cNvSpPr>
              <a:spLocks noChangeArrowheads="1"/>
            </p:cNvSpPr>
            <p:nvPr/>
          </p:nvSpPr>
          <p:spPr bwMode="auto">
            <a:xfrm>
              <a:off x="5208588"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7" name="Rectangle 16"/>
            <p:cNvSpPr>
              <a:spLocks noChangeArrowheads="1"/>
            </p:cNvSpPr>
            <p:nvPr/>
          </p:nvSpPr>
          <p:spPr bwMode="auto">
            <a:xfrm>
              <a:off x="6488113"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8" name="Rectangle 17"/>
            <p:cNvSpPr>
              <a:spLocks noChangeArrowheads="1"/>
            </p:cNvSpPr>
            <p:nvPr/>
          </p:nvSpPr>
          <p:spPr bwMode="auto">
            <a:xfrm>
              <a:off x="4924426"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19" name="Rectangle 18"/>
            <p:cNvSpPr>
              <a:spLocks noChangeArrowheads="1"/>
            </p:cNvSpPr>
            <p:nvPr/>
          </p:nvSpPr>
          <p:spPr bwMode="auto">
            <a:xfrm>
              <a:off x="4924426"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0" name="Rectangle 19"/>
            <p:cNvSpPr>
              <a:spLocks noChangeArrowheads="1"/>
            </p:cNvSpPr>
            <p:nvPr/>
          </p:nvSpPr>
          <p:spPr bwMode="auto">
            <a:xfrm>
              <a:off x="3360738"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1" name="Rectangle 20"/>
            <p:cNvSpPr>
              <a:spLocks noChangeArrowheads="1"/>
            </p:cNvSpPr>
            <p:nvPr/>
          </p:nvSpPr>
          <p:spPr bwMode="auto">
            <a:xfrm>
              <a:off x="3360738"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2" name="Rectangle 21"/>
            <p:cNvSpPr>
              <a:spLocks noChangeArrowheads="1"/>
            </p:cNvSpPr>
            <p:nvPr/>
          </p:nvSpPr>
          <p:spPr bwMode="auto">
            <a:xfrm>
              <a:off x="2222501" y="3790951"/>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3" name="Rectangle 22"/>
            <p:cNvSpPr>
              <a:spLocks noChangeArrowheads="1"/>
            </p:cNvSpPr>
            <p:nvPr/>
          </p:nvSpPr>
          <p:spPr bwMode="auto">
            <a:xfrm>
              <a:off x="2222501" y="3505201"/>
              <a:ext cx="427038"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4" name="Rectangle 23"/>
            <p:cNvSpPr>
              <a:spLocks noChangeArrowheads="1"/>
            </p:cNvSpPr>
            <p:nvPr/>
          </p:nvSpPr>
          <p:spPr bwMode="auto">
            <a:xfrm>
              <a:off x="2222501" y="3221038"/>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5" name="Rectangle 24"/>
            <p:cNvSpPr>
              <a:spLocks noChangeArrowheads="1"/>
            </p:cNvSpPr>
            <p:nvPr/>
          </p:nvSpPr>
          <p:spPr bwMode="auto">
            <a:xfrm>
              <a:off x="2222501" y="2936876"/>
              <a:ext cx="427038"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6" name="Rectangle 25"/>
            <p:cNvSpPr>
              <a:spLocks noChangeArrowheads="1"/>
            </p:cNvSpPr>
            <p:nvPr/>
          </p:nvSpPr>
          <p:spPr bwMode="auto">
            <a:xfrm>
              <a:off x="1938338" y="40751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7" name="Rectangle 26"/>
            <p:cNvSpPr>
              <a:spLocks noChangeArrowheads="1"/>
            </p:cNvSpPr>
            <p:nvPr/>
          </p:nvSpPr>
          <p:spPr bwMode="auto">
            <a:xfrm>
              <a:off x="1938338" y="4359276"/>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8" name="Rectangle 27"/>
            <p:cNvSpPr>
              <a:spLocks noChangeArrowheads="1"/>
            </p:cNvSpPr>
            <p:nvPr/>
          </p:nvSpPr>
          <p:spPr bwMode="auto">
            <a:xfrm>
              <a:off x="1938338" y="2368551"/>
              <a:ext cx="995363" cy="142875"/>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29" name="Rectangle 28"/>
            <p:cNvSpPr>
              <a:spLocks noChangeArrowheads="1"/>
            </p:cNvSpPr>
            <p:nvPr/>
          </p:nvSpPr>
          <p:spPr bwMode="auto">
            <a:xfrm>
              <a:off x="1938338" y="2652713"/>
              <a:ext cx="995363"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0" name="Freeform 29"/>
            <p:cNvSpPr>
              <a:spLocks/>
            </p:cNvSpPr>
            <p:nvPr/>
          </p:nvSpPr>
          <p:spPr bwMode="auto">
            <a:xfrm>
              <a:off x="4924426" y="2368551"/>
              <a:ext cx="854075" cy="142875"/>
            </a:xfrm>
            <a:custGeom>
              <a:avLst/>
              <a:gdLst>
                <a:gd name="T0" fmla="*/ 0 w 538"/>
                <a:gd name="T1" fmla="*/ 0 h 90"/>
                <a:gd name="T2" fmla="*/ 508 w 538"/>
                <a:gd name="T3" fmla="*/ 0 h 90"/>
                <a:gd name="T4" fmla="*/ 514 w 538"/>
                <a:gd name="T5" fmla="*/ 17 h 90"/>
                <a:gd name="T6" fmla="*/ 519 w 538"/>
                <a:gd name="T7" fmla="*/ 33 h 90"/>
                <a:gd name="T8" fmla="*/ 524 w 538"/>
                <a:gd name="T9" fmla="*/ 49 h 90"/>
                <a:gd name="T10" fmla="*/ 530 w 538"/>
                <a:gd name="T11" fmla="*/ 68 h 90"/>
                <a:gd name="T12" fmla="*/ 538 w 538"/>
                <a:gd name="T13" fmla="*/ 90 h 90"/>
                <a:gd name="T14" fmla="*/ 0 w 538"/>
                <a:gd name="T15" fmla="*/ 90 h 90"/>
                <a:gd name="T16" fmla="*/ 0 w 538"/>
                <a:gd name="T1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90">
                  <a:moveTo>
                    <a:pt x="0" y="0"/>
                  </a:moveTo>
                  <a:lnTo>
                    <a:pt x="508" y="0"/>
                  </a:lnTo>
                  <a:lnTo>
                    <a:pt x="514" y="17"/>
                  </a:lnTo>
                  <a:lnTo>
                    <a:pt x="519" y="33"/>
                  </a:lnTo>
                  <a:lnTo>
                    <a:pt x="524" y="49"/>
                  </a:lnTo>
                  <a:lnTo>
                    <a:pt x="530" y="68"/>
                  </a:lnTo>
                  <a:lnTo>
                    <a:pt x="538"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1" name="Freeform 30"/>
            <p:cNvSpPr>
              <a:spLocks/>
            </p:cNvSpPr>
            <p:nvPr/>
          </p:nvSpPr>
          <p:spPr bwMode="auto">
            <a:xfrm>
              <a:off x="4924426" y="2652713"/>
              <a:ext cx="947738" cy="141288"/>
            </a:xfrm>
            <a:custGeom>
              <a:avLst/>
              <a:gdLst>
                <a:gd name="T0" fmla="*/ 0 w 597"/>
                <a:gd name="T1" fmla="*/ 0 h 89"/>
                <a:gd name="T2" fmla="*/ 567 w 597"/>
                <a:gd name="T3" fmla="*/ 0 h 89"/>
                <a:gd name="T4" fmla="*/ 573 w 597"/>
                <a:gd name="T5" fmla="*/ 17 h 89"/>
                <a:gd name="T6" fmla="*/ 577 w 597"/>
                <a:gd name="T7" fmla="*/ 29 h 89"/>
                <a:gd name="T8" fmla="*/ 581 w 597"/>
                <a:gd name="T9" fmla="*/ 40 h 89"/>
                <a:gd name="T10" fmla="*/ 584 w 597"/>
                <a:gd name="T11" fmla="*/ 50 h 89"/>
                <a:gd name="T12" fmla="*/ 587 w 597"/>
                <a:gd name="T13" fmla="*/ 60 h 89"/>
                <a:gd name="T14" fmla="*/ 592 w 597"/>
                <a:gd name="T15" fmla="*/ 73 h 89"/>
                <a:gd name="T16" fmla="*/ 597 w 597"/>
                <a:gd name="T17" fmla="*/ 89 h 89"/>
                <a:gd name="T18" fmla="*/ 0 w 597"/>
                <a:gd name="T19" fmla="*/ 89 h 89"/>
                <a:gd name="T20" fmla="*/ 0 w 597"/>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7" h="89">
                  <a:moveTo>
                    <a:pt x="0" y="0"/>
                  </a:moveTo>
                  <a:lnTo>
                    <a:pt x="567" y="0"/>
                  </a:lnTo>
                  <a:lnTo>
                    <a:pt x="573" y="17"/>
                  </a:lnTo>
                  <a:lnTo>
                    <a:pt x="577" y="29"/>
                  </a:lnTo>
                  <a:lnTo>
                    <a:pt x="581" y="40"/>
                  </a:lnTo>
                  <a:lnTo>
                    <a:pt x="584" y="50"/>
                  </a:lnTo>
                  <a:lnTo>
                    <a:pt x="587" y="60"/>
                  </a:lnTo>
                  <a:lnTo>
                    <a:pt x="592" y="73"/>
                  </a:lnTo>
                  <a:lnTo>
                    <a:pt x="59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2" name="Freeform 31"/>
            <p:cNvSpPr>
              <a:spLocks/>
            </p:cNvSpPr>
            <p:nvPr/>
          </p:nvSpPr>
          <p:spPr bwMode="auto">
            <a:xfrm>
              <a:off x="6346826" y="2368551"/>
              <a:ext cx="852488" cy="142875"/>
            </a:xfrm>
            <a:custGeom>
              <a:avLst/>
              <a:gdLst>
                <a:gd name="T0" fmla="*/ 30 w 537"/>
                <a:gd name="T1" fmla="*/ 0 h 90"/>
                <a:gd name="T2" fmla="*/ 537 w 537"/>
                <a:gd name="T3" fmla="*/ 0 h 90"/>
                <a:gd name="T4" fmla="*/ 537 w 537"/>
                <a:gd name="T5" fmla="*/ 90 h 90"/>
                <a:gd name="T6" fmla="*/ 0 w 537"/>
                <a:gd name="T7" fmla="*/ 90 h 90"/>
                <a:gd name="T8" fmla="*/ 30 w 537"/>
                <a:gd name="T9" fmla="*/ 0 h 90"/>
              </a:gdLst>
              <a:ahLst/>
              <a:cxnLst>
                <a:cxn ang="0">
                  <a:pos x="T0" y="T1"/>
                </a:cxn>
                <a:cxn ang="0">
                  <a:pos x="T2" y="T3"/>
                </a:cxn>
                <a:cxn ang="0">
                  <a:pos x="T4" y="T5"/>
                </a:cxn>
                <a:cxn ang="0">
                  <a:pos x="T6" y="T7"/>
                </a:cxn>
                <a:cxn ang="0">
                  <a:pos x="T8" y="T9"/>
                </a:cxn>
              </a:cxnLst>
              <a:rect l="0" t="0" r="r" b="b"/>
              <a:pathLst>
                <a:path w="537" h="90">
                  <a:moveTo>
                    <a:pt x="30" y="0"/>
                  </a:moveTo>
                  <a:lnTo>
                    <a:pt x="537" y="0"/>
                  </a:lnTo>
                  <a:lnTo>
                    <a:pt x="537" y="90"/>
                  </a:lnTo>
                  <a:lnTo>
                    <a:pt x="0" y="90"/>
                  </a:lnTo>
                  <a:lnTo>
                    <a:pt x="3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3" name="Freeform 32"/>
            <p:cNvSpPr>
              <a:spLocks/>
            </p:cNvSpPr>
            <p:nvPr/>
          </p:nvSpPr>
          <p:spPr bwMode="auto">
            <a:xfrm>
              <a:off x="6253163" y="2652713"/>
              <a:ext cx="946150" cy="141288"/>
            </a:xfrm>
            <a:custGeom>
              <a:avLst/>
              <a:gdLst>
                <a:gd name="T0" fmla="*/ 29 w 596"/>
                <a:gd name="T1" fmla="*/ 0 h 89"/>
                <a:gd name="T2" fmla="*/ 596 w 596"/>
                <a:gd name="T3" fmla="*/ 0 h 89"/>
                <a:gd name="T4" fmla="*/ 596 w 596"/>
                <a:gd name="T5" fmla="*/ 89 h 89"/>
                <a:gd name="T6" fmla="*/ 0 w 596"/>
                <a:gd name="T7" fmla="*/ 89 h 89"/>
                <a:gd name="T8" fmla="*/ 29 w 596"/>
                <a:gd name="T9" fmla="*/ 0 h 89"/>
              </a:gdLst>
              <a:ahLst/>
              <a:cxnLst>
                <a:cxn ang="0">
                  <a:pos x="T0" y="T1"/>
                </a:cxn>
                <a:cxn ang="0">
                  <a:pos x="T2" y="T3"/>
                </a:cxn>
                <a:cxn ang="0">
                  <a:pos x="T4" y="T5"/>
                </a:cxn>
                <a:cxn ang="0">
                  <a:pos x="T6" y="T7"/>
                </a:cxn>
                <a:cxn ang="0">
                  <a:pos x="T8" y="T9"/>
                </a:cxn>
              </a:cxnLst>
              <a:rect l="0" t="0" r="r" b="b"/>
              <a:pathLst>
                <a:path w="596" h="89">
                  <a:moveTo>
                    <a:pt x="29" y="0"/>
                  </a:moveTo>
                  <a:lnTo>
                    <a:pt x="596" y="0"/>
                  </a:lnTo>
                  <a:lnTo>
                    <a:pt x="596" y="89"/>
                  </a:lnTo>
                  <a:lnTo>
                    <a:pt x="0" y="89"/>
                  </a:lnTo>
                  <a:lnTo>
                    <a:pt x="29"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4" name="Rectangle 33"/>
            <p:cNvSpPr>
              <a:spLocks noChangeArrowheads="1"/>
            </p:cNvSpPr>
            <p:nvPr/>
          </p:nvSpPr>
          <p:spPr bwMode="auto">
            <a:xfrm>
              <a:off x="6488113" y="4075113"/>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5" name="Rectangle 34"/>
            <p:cNvSpPr>
              <a:spLocks noChangeArrowheads="1"/>
            </p:cNvSpPr>
            <p:nvPr/>
          </p:nvSpPr>
          <p:spPr bwMode="auto">
            <a:xfrm>
              <a:off x="6488113" y="4359276"/>
              <a:ext cx="711200" cy="141288"/>
            </a:xfrm>
            <a:prstGeom prst="rect">
              <a:avLst/>
            </a:prstGeom>
            <a:grpFill/>
            <a:ln w="0">
              <a:noFill/>
              <a:prstDash val="solid"/>
              <a:miter lim="800000"/>
              <a:headEnd/>
              <a:tailEnd/>
            </a:ln>
          </p:spPr>
          <p:txBody>
            <a:bodyPr/>
            <a:lstStyle/>
            <a:p>
              <a:pPr fontAlgn="auto">
                <a:spcBef>
                  <a:spcPts val="0"/>
                </a:spcBef>
                <a:spcAft>
                  <a:spcPts val="0"/>
                </a:spcAft>
                <a:defRPr/>
              </a:pPr>
              <a:endParaRPr lang="en-US" sz="2400">
                <a:latin typeface="+mn-lt"/>
                <a:ea typeface="+mn-ea"/>
                <a:cs typeface="+mn-cs"/>
              </a:endParaRPr>
            </a:p>
          </p:txBody>
        </p:sp>
        <p:sp>
          <p:nvSpPr>
            <p:cNvPr id="36" name="Freeform 35"/>
            <p:cNvSpPr>
              <a:spLocks/>
            </p:cNvSpPr>
            <p:nvPr/>
          </p:nvSpPr>
          <p:spPr bwMode="auto">
            <a:xfrm>
              <a:off x="6015038" y="4359276"/>
              <a:ext cx="93663" cy="141288"/>
            </a:xfrm>
            <a:custGeom>
              <a:avLst/>
              <a:gdLst>
                <a:gd name="T0" fmla="*/ 0 w 59"/>
                <a:gd name="T1" fmla="*/ 0 h 89"/>
                <a:gd name="T2" fmla="*/ 59 w 59"/>
                <a:gd name="T3" fmla="*/ 0 h 89"/>
                <a:gd name="T4" fmla="*/ 30 w 59"/>
                <a:gd name="T5" fmla="*/ 89 h 89"/>
                <a:gd name="T6" fmla="*/ 29 w 59"/>
                <a:gd name="T7" fmla="*/ 86 h 89"/>
                <a:gd name="T8" fmla="*/ 27 w 59"/>
                <a:gd name="T9" fmla="*/ 80 h 89"/>
                <a:gd name="T10" fmla="*/ 23 w 59"/>
                <a:gd name="T11" fmla="*/ 70 h 89"/>
                <a:gd name="T12" fmla="*/ 19 w 59"/>
                <a:gd name="T13" fmla="*/ 58 h 89"/>
                <a:gd name="T14" fmla="*/ 15 w 59"/>
                <a:gd name="T15" fmla="*/ 44 h 89"/>
                <a:gd name="T16" fmla="*/ 10 w 59"/>
                <a:gd name="T17" fmla="*/ 31 h 89"/>
                <a:gd name="T18" fmla="*/ 6 w 59"/>
                <a:gd name="T19" fmla="*/ 18 h 89"/>
                <a:gd name="T20" fmla="*/ 3 w 59"/>
                <a:gd name="T21" fmla="*/ 8 h 89"/>
                <a:gd name="T22" fmla="*/ 0 w 59"/>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89">
                  <a:moveTo>
                    <a:pt x="0" y="0"/>
                  </a:moveTo>
                  <a:lnTo>
                    <a:pt x="59" y="0"/>
                  </a:lnTo>
                  <a:lnTo>
                    <a:pt x="30" y="89"/>
                  </a:lnTo>
                  <a:lnTo>
                    <a:pt x="29" y="86"/>
                  </a:lnTo>
                  <a:lnTo>
                    <a:pt x="27" y="80"/>
                  </a:lnTo>
                  <a:lnTo>
                    <a:pt x="23" y="70"/>
                  </a:lnTo>
                  <a:lnTo>
                    <a:pt x="19" y="58"/>
                  </a:lnTo>
                  <a:lnTo>
                    <a:pt x="15" y="44"/>
                  </a:lnTo>
                  <a:lnTo>
                    <a:pt x="10" y="31"/>
                  </a:lnTo>
                  <a:lnTo>
                    <a:pt x="6" y="18"/>
                  </a:lnTo>
                  <a:lnTo>
                    <a:pt x="3" y="8"/>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7" name="Freeform 36"/>
            <p:cNvSpPr>
              <a:spLocks/>
            </p:cNvSpPr>
            <p:nvPr/>
          </p:nvSpPr>
          <p:spPr bwMode="auto">
            <a:xfrm>
              <a:off x="5919788" y="4075113"/>
              <a:ext cx="284163" cy="141288"/>
            </a:xfrm>
            <a:custGeom>
              <a:avLst/>
              <a:gdLst>
                <a:gd name="T0" fmla="*/ 0 w 179"/>
                <a:gd name="T1" fmla="*/ 0 h 89"/>
                <a:gd name="T2" fmla="*/ 179 w 179"/>
                <a:gd name="T3" fmla="*/ 0 h 89"/>
                <a:gd name="T4" fmla="*/ 149 w 179"/>
                <a:gd name="T5" fmla="*/ 89 h 89"/>
                <a:gd name="T6" fmla="*/ 30 w 179"/>
                <a:gd name="T7" fmla="*/ 89 h 89"/>
                <a:gd name="T8" fmla="*/ 25 w 179"/>
                <a:gd name="T9" fmla="*/ 72 h 89"/>
                <a:gd name="T10" fmla="*/ 18 w 179"/>
                <a:gd name="T11" fmla="*/ 56 h 89"/>
                <a:gd name="T12" fmla="*/ 13 w 179"/>
                <a:gd name="T13" fmla="*/ 39 h 89"/>
                <a:gd name="T14" fmla="*/ 7 w 179"/>
                <a:gd name="T15" fmla="*/ 21 h 89"/>
                <a:gd name="T16" fmla="*/ 0 w 179"/>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89">
                  <a:moveTo>
                    <a:pt x="0" y="0"/>
                  </a:moveTo>
                  <a:lnTo>
                    <a:pt x="179" y="0"/>
                  </a:lnTo>
                  <a:lnTo>
                    <a:pt x="149" y="89"/>
                  </a:lnTo>
                  <a:lnTo>
                    <a:pt x="30" y="89"/>
                  </a:lnTo>
                  <a:lnTo>
                    <a:pt x="25" y="72"/>
                  </a:lnTo>
                  <a:lnTo>
                    <a:pt x="18" y="56"/>
                  </a:lnTo>
                  <a:lnTo>
                    <a:pt x="13" y="39"/>
                  </a:lnTo>
                  <a:lnTo>
                    <a:pt x="7" y="21"/>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8" name="Freeform 37"/>
            <p:cNvSpPr>
              <a:spLocks/>
            </p:cNvSpPr>
            <p:nvPr/>
          </p:nvSpPr>
          <p:spPr bwMode="auto">
            <a:xfrm>
              <a:off x="5824538" y="3790951"/>
              <a:ext cx="474663" cy="141288"/>
            </a:xfrm>
            <a:custGeom>
              <a:avLst/>
              <a:gdLst>
                <a:gd name="T0" fmla="*/ 0 w 299"/>
                <a:gd name="T1" fmla="*/ 0 h 89"/>
                <a:gd name="T2" fmla="*/ 299 w 299"/>
                <a:gd name="T3" fmla="*/ 0 h 89"/>
                <a:gd name="T4" fmla="*/ 270 w 299"/>
                <a:gd name="T5" fmla="*/ 89 h 89"/>
                <a:gd name="T6" fmla="*/ 30 w 299"/>
                <a:gd name="T7" fmla="*/ 89 h 89"/>
                <a:gd name="T8" fmla="*/ 25 w 299"/>
                <a:gd name="T9" fmla="*/ 72 h 89"/>
                <a:gd name="T10" fmla="*/ 20 w 299"/>
                <a:gd name="T11" fmla="*/ 59 h 89"/>
                <a:gd name="T12" fmla="*/ 17 w 299"/>
                <a:gd name="T13" fmla="*/ 49 h 89"/>
                <a:gd name="T14" fmla="*/ 14 w 299"/>
                <a:gd name="T15" fmla="*/ 39 h 89"/>
                <a:gd name="T16" fmla="*/ 10 w 299"/>
                <a:gd name="T17" fmla="*/ 29 h 89"/>
                <a:gd name="T18" fmla="*/ 6 w 299"/>
                <a:gd name="T19" fmla="*/ 16 h 89"/>
                <a:gd name="T20" fmla="*/ 0 w 299"/>
                <a:gd name="T2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89">
                  <a:moveTo>
                    <a:pt x="0" y="0"/>
                  </a:moveTo>
                  <a:lnTo>
                    <a:pt x="299" y="0"/>
                  </a:lnTo>
                  <a:lnTo>
                    <a:pt x="270" y="89"/>
                  </a:lnTo>
                  <a:lnTo>
                    <a:pt x="30" y="89"/>
                  </a:lnTo>
                  <a:lnTo>
                    <a:pt x="25" y="72"/>
                  </a:lnTo>
                  <a:lnTo>
                    <a:pt x="20" y="59"/>
                  </a:lnTo>
                  <a:lnTo>
                    <a:pt x="17" y="49"/>
                  </a:lnTo>
                  <a:lnTo>
                    <a:pt x="14" y="39"/>
                  </a:lnTo>
                  <a:lnTo>
                    <a:pt x="10" y="29"/>
                  </a:lnTo>
                  <a:lnTo>
                    <a:pt x="6" y="16"/>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39" name="Freeform 38"/>
            <p:cNvSpPr>
              <a:spLocks/>
            </p:cNvSpPr>
            <p:nvPr/>
          </p:nvSpPr>
          <p:spPr bwMode="auto">
            <a:xfrm>
              <a:off x="3360738" y="3505201"/>
              <a:ext cx="1344613" cy="142875"/>
            </a:xfrm>
            <a:custGeom>
              <a:avLst/>
              <a:gdLst>
                <a:gd name="T0" fmla="*/ 0 w 847"/>
                <a:gd name="T1" fmla="*/ 0 h 90"/>
                <a:gd name="T2" fmla="*/ 774 w 847"/>
                <a:gd name="T3" fmla="*/ 0 h 90"/>
                <a:gd name="T4" fmla="*/ 802 w 847"/>
                <a:gd name="T5" fmla="*/ 27 h 90"/>
                <a:gd name="T6" fmla="*/ 826 w 847"/>
                <a:gd name="T7" fmla="*/ 57 h 90"/>
                <a:gd name="T8" fmla="*/ 847 w 847"/>
                <a:gd name="T9" fmla="*/ 90 h 90"/>
                <a:gd name="T10" fmla="*/ 0 w 847"/>
                <a:gd name="T11" fmla="*/ 90 h 90"/>
                <a:gd name="T12" fmla="*/ 0 w 847"/>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847" h="90">
                  <a:moveTo>
                    <a:pt x="0" y="0"/>
                  </a:moveTo>
                  <a:lnTo>
                    <a:pt x="774" y="0"/>
                  </a:lnTo>
                  <a:lnTo>
                    <a:pt x="802" y="27"/>
                  </a:lnTo>
                  <a:lnTo>
                    <a:pt x="826" y="57"/>
                  </a:lnTo>
                  <a:lnTo>
                    <a:pt x="847"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0" name="Freeform 39"/>
            <p:cNvSpPr>
              <a:spLocks/>
            </p:cNvSpPr>
            <p:nvPr/>
          </p:nvSpPr>
          <p:spPr bwMode="auto">
            <a:xfrm>
              <a:off x="4213226" y="3790951"/>
              <a:ext cx="568325" cy="141288"/>
            </a:xfrm>
            <a:custGeom>
              <a:avLst/>
              <a:gdLst>
                <a:gd name="T0" fmla="*/ 0 w 358"/>
                <a:gd name="T1" fmla="*/ 0 h 89"/>
                <a:gd name="T2" fmla="*/ 347 w 358"/>
                <a:gd name="T3" fmla="*/ 0 h 89"/>
                <a:gd name="T4" fmla="*/ 355 w 358"/>
                <a:gd name="T5" fmla="*/ 43 h 89"/>
                <a:gd name="T6" fmla="*/ 358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47" y="0"/>
                  </a:lnTo>
                  <a:lnTo>
                    <a:pt x="355" y="43"/>
                  </a:lnTo>
                  <a:lnTo>
                    <a:pt x="358"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1" name="Freeform 40"/>
            <p:cNvSpPr>
              <a:spLocks/>
            </p:cNvSpPr>
            <p:nvPr/>
          </p:nvSpPr>
          <p:spPr bwMode="auto">
            <a:xfrm>
              <a:off x="3074988" y="4075113"/>
              <a:ext cx="1689100" cy="141288"/>
            </a:xfrm>
            <a:custGeom>
              <a:avLst/>
              <a:gdLst>
                <a:gd name="T0" fmla="*/ 0 w 1064"/>
                <a:gd name="T1" fmla="*/ 0 h 89"/>
                <a:gd name="T2" fmla="*/ 1064 w 1064"/>
                <a:gd name="T3" fmla="*/ 0 h 89"/>
                <a:gd name="T4" fmla="*/ 1054 w 1064"/>
                <a:gd name="T5" fmla="*/ 31 h 89"/>
                <a:gd name="T6" fmla="*/ 1042 w 1064"/>
                <a:gd name="T7" fmla="*/ 60 h 89"/>
                <a:gd name="T8" fmla="*/ 1027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64" y="0"/>
                  </a:lnTo>
                  <a:lnTo>
                    <a:pt x="1054" y="31"/>
                  </a:lnTo>
                  <a:lnTo>
                    <a:pt x="1042" y="60"/>
                  </a:lnTo>
                  <a:lnTo>
                    <a:pt x="102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2" name="Freeform 41"/>
            <p:cNvSpPr>
              <a:spLocks/>
            </p:cNvSpPr>
            <p:nvPr/>
          </p:nvSpPr>
          <p:spPr bwMode="auto">
            <a:xfrm>
              <a:off x="3074988" y="4359276"/>
              <a:ext cx="1516063" cy="141288"/>
            </a:xfrm>
            <a:custGeom>
              <a:avLst/>
              <a:gdLst>
                <a:gd name="T0" fmla="*/ 0 w 955"/>
                <a:gd name="T1" fmla="*/ 0 h 89"/>
                <a:gd name="T2" fmla="*/ 955 w 955"/>
                <a:gd name="T3" fmla="*/ 0 h 89"/>
                <a:gd name="T4" fmla="*/ 921 w 955"/>
                <a:gd name="T5" fmla="*/ 26 h 89"/>
                <a:gd name="T6" fmla="*/ 885 w 955"/>
                <a:gd name="T7" fmla="*/ 48 h 89"/>
                <a:gd name="T8" fmla="*/ 846 w 955"/>
                <a:gd name="T9" fmla="*/ 65 h 89"/>
                <a:gd name="T10" fmla="*/ 805 w 955"/>
                <a:gd name="T11" fmla="*/ 78 h 89"/>
                <a:gd name="T12" fmla="*/ 761 w 955"/>
                <a:gd name="T13" fmla="*/ 86 h 89"/>
                <a:gd name="T14" fmla="*/ 717 w 955"/>
                <a:gd name="T15" fmla="*/ 89 h 89"/>
                <a:gd name="T16" fmla="*/ 0 w 955"/>
                <a:gd name="T17" fmla="*/ 89 h 89"/>
                <a:gd name="T18" fmla="*/ 0 w 955"/>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89">
                  <a:moveTo>
                    <a:pt x="0" y="0"/>
                  </a:moveTo>
                  <a:lnTo>
                    <a:pt x="955" y="0"/>
                  </a:lnTo>
                  <a:lnTo>
                    <a:pt x="921" y="26"/>
                  </a:lnTo>
                  <a:lnTo>
                    <a:pt x="885" y="48"/>
                  </a:lnTo>
                  <a:lnTo>
                    <a:pt x="846" y="65"/>
                  </a:lnTo>
                  <a:lnTo>
                    <a:pt x="805" y="78"/>
                  </a:lnTo>
                  <a:lnTo>
                    <a:pt x="761" y="86"/>
                  </a:lnTo>
                  <a:lnTo>
                    <a:pt x="71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3" name="Freeform 42"/>
            <p:cNvSpPr>
              <a:spLocks/>
            </p:cNvSpPr>
            <p:nvPr/>
          </p:nvSpPr>
          <p:spPr bwMode="auto">
            <a:xfrm>
              <a:off x="3360738" y="3221038"/>
              <a:ext cx="1344613" cy="141288"/>
            </a:xfrm>
            <a:custGeom>
              <a:avLst/>
              <a:gdLst>
                <a:gd name="T0" fmla="*/ 0 w 847"/>
                <a:gd name="T1" fmla="*/ 0 h 89"/>
                <a:gd name="T2" fmla="*/ 847 w 847"/>
                <a:gd name="T3" fmla="*/ 0 h 89"/>
                <a:gd name="T4" fmla="*/ 826 w 847"/>
                <a:gd name="T5" fmla="*/ 33 h 89"/>
                <a:gd name="T6" fmla="*/ 802 w 847"/>
                <a:gd name="T7" fmla="*/ 62 h 89"/>
                <a:gd name="T8" fmla="*/ 775 w 847"/>
                <a:gd name="T9" fmla="*/ 89 h 89"/>
                <a:gd name="T10" fmla="*/ 0 w 847"/>
                <a:gd name="T11" fmla="*/ 89 h 89"/>
                <a:gd name="T12" fmla="*/ 0 w 847"/>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847" h="89">
                  <a:moveTo>
                    <a:pt x="0" y="0"/>
                  </a:moveTo>
                  <a:lnTo>
                    <a:pt x="847" y="0"/>
                  </a:lnTo>
                  <a:lnTo>
                    <a:pt x="826" y="33"/>
                  </a:lnTo>
                  <a:lnTo>
                    <a:pt x="802" y="62"/>
                  </a:lnTo>
                  <a:lnTo>
                    <a:pt x="775"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4" name="Freeform 43"/>
            <p:cNvSpPr>
              <a:spLocks/>
            </p:cNvSpPr>
            <p:nvPr/>
          </p:nvSpPr>
          <p:spPr bwMode="auto">
            <a:xfrm>
              <a:off x="4213226" y="2936876"/>
              <a:ext cx="568325" cy="141288"/>
            </a:xfrm>
            <a:custGeom>
              <a:avLst/>
              <a:gdLst>
                <a:gd name="T0" fmla="*/ 0 w 358"/>
                <a:gd name="T1" fmla="*/ 0 h 89"/>
                <a:gd name="T2" fmla="*/ 358 w 358"/>
                <a:gd name="T3" fmla="*/ 0 h 89"/>
                <a:gd name="T4" fmla="*/ 355 w 358"/>
                <a:gd name="T5" fmla="*/ 46 h 89"/>
                <a:gd name="T6" fmla="*/ 347 w 358"/>
                <a:gd name="T7" fmla="*/ 89 h 89"/>
                <a:gd name="T8" fmla="*/ 0 w 358"/>
                <a:gd name="T9" fmla="*/ 89 h 89"/>
                <a:gd name="T10" fmla="*/ 0 w 358"/>
                <a:gd name="T11" fmla="*/ 0 h 89"/>
              </a:gdLst>
              <a:ahLst/>
              <a:cxnLst>
                <a:cxn ang="0">
                  <a:pos x="T0" y="T1"/>
                </a:cxn>
                <a:cxn ang="0">
                  <a:pos x="T2" y="T3"/>
                </a:cxn>
                <a:cxn ang="0">
                  <a:pos x="T4" y="T5"/>
                </a:cxn>
                <a:cxn ang="0">
                  <a:pos x="T6" y="T7"/>
                </a:cxn>
                <a:cxn ang="0">
                  <a:pos x="T8" y="T9"/>
                </a:cxn>
                <a:cxn ang="0">
                  <a:pos x="T10" y="T11"/>
                </a:cxn>
              </a:cxnLst>
              <a:rect l="0" t="0" r="r" b="b"/>
              <a:pathLst>
                <a:path w="358" h="89">
                  <a:moveTo>
                    <a:pt x="0" y="0"/>
                  </a:moveTo>
                  <a:lnTo>
                    <a:pt x="358" y="0"/>
                  </a:lnTo>
                  <a:lnTo>
                    <a:pt x="355" y="46"/>
                  </a:lnTo>
                  <a:lnTo>
                    <a:pt x="347"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5" name="Freeform 44"/>
            <p:cNvSpPr>
              <a:spLocks/>
            </p:cNvSpPr>
            <p:nvPr/>
          </p:nvSpPr>
          <p:spPr bwMode="auto">
            <a:xfrm>
              <a:off x="3074988" y="2368551"/>
              <a:ext cx="1516063" cy="142875"/>
            </a:xfrm>
            <a:custGeom>
              <a:avLst/>
              <a:gdLst>
                <a:gd name="T0" fmla="*/ 0 w 955"/>
                <a:gd name="T1" fmla="*/ 0 h 90"/>
                <a:gd name="T2" fmla="*/ 717 w 955"/>
                <a:gd name="T3" fmla="*/ 0 h 90"/>
                <a:gd name="T4" fmla="*/ 761 w 955"/>
                <a:gd name="T5" fmla="*/ 3 h 90"/>
                <a:gd name="T6" fmla="*/ 805 w 955"/>
                <a:gd name="T7" fmla="*/ 11 h 90"/>
                <a:gd name="T8" fmla="*/ 846 w 955"/>
                <a:gd name="T9" fmla="*/ 24 h 90"/>
                <a:gd name="T10" fmla="*/ 885 w 955"/>
                <a:gd name="T11" fmla="*/ 41 h 90"/>
                <a:gd name="T12" fmla="*/ 921 w 955"/>
                <a:gd name="T13" fmla="*/ 63 h 90"/>
                <a:gd name="T14" fmla="*/ 955 w 955"/>
                <a:gd name="T15" fmla="*/ 90 h 90"/>
                <a:gd name="T16" fmla="*/ 0 w 955"/>
                <a:gd name="T17" fmla="*/ 90 h 90"/>
                <a:gd name="T18" fmla="*/ 0 w 955"/>
                <a:gd name="T1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5" h="90">
                  <a:moveTo>
                    <a:pt x="0" y="0"/>
                  </a:moveTo>
                  <a:lnTo>
                    <a:pt x="717" y="0"/>
                  </a:lnTo>
                  <a:lnTo>
                    <a:pt x="761" y="3"/>
                  </a:lnTo>
                  <a:lnTo>
                    <a:pt x="805" y="11"/>
                  </a:lnTo>
                  <a:lnTo>
                    <a:pt x="846" y="24"/>
                  </a:lnTo>
                  <a:lnTo>
                    <a:pt x="885" y="41"/>
                  </a:lnTo>
                  <a:lnTo>
                    <a:pt x="921" y="63"/>
                  </a:lnTo>
                  <a:lnTo>
                    <a:pt x="955" y="90"/>
                  </a:lnTo>
                  <a:lnTo>
                    <a:pt x="0" y="90"/>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sp>
          <p:nvSpPr>
            <p:cNvPr id="46" name="Freeform 45"/>
            <p:cNvSpPr>
              <a:spLocks/>
            </p:cNvSpPr>
            <p:nvPr/>
          </p:nvSpPr>
          <p:spPr bwMode="auto">
            <a:xfrm>
              <a:off x="3074988" y="2652713"/>
              <a:ext cx="1689100" cy="141288"/>
            </a:xfrm>
            <a:custGeom>
              <a:avLst/>
              <a:gdLst>
                <a:gd name="T0" fmla="*/ 0 w 1064"/>
                <a:gd name="T1" fmla="*/ 0 h 89"/>
                <a:gd name="T2" fmla="*/ 1027 w 1064"/>
                <a:gd name="T3" fmla="*/ 0 h 89"/>
                <a:gd name="T4" fmla="*/ 1042 w 1064"/>
                <a:gd name="T5" fmla="*/ 28 h 89"/>
                <a:gd name="T6" fmla="*/ 1054 w 1064"/>
                <a:gd name="T7" fmla="*/ 58 h 89"/>
                <a:gd name="T8" fmla="*/ 1064 w 1064"/>
                <a:gd name="T9" fmla="*/ 89 h 89"/>
                <a:gd name="T10" fmla="*/ 0 w 1064"/>
                <a:gd name="T11" fmla="*/ 89 h 89"/>
                <a:gd name="T12" fmla="*/ 0 w 1064"/>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1064" h="89">
                  <a:moveTo>
                    <a:pt x="0" y="0"/>
                  </a:moveTo>
                  <a:lnTo>
                    <a:pt x="1027" y="0"/>
                  </a:lnTo>
                  <a:lnTo>
                    <a:pt x="1042" y="28"/>
                  </a:lnTo>
                  <a:lnTo>
                    <a:pt x="1054" y="58"/>
                  </a:lnTo>
                  <a:lnTo>
                    <a:pt x="1064" y="89"/>
                  </a:lnTo>
                  <a:lnTo>
                    <a:pt x="0" y="89"/>
                  </a:lnTo>
                  <a:lnTo>
                    <a:pt x="0" y="0"/>
                  </a:lnTo>
                  <a:close/>
                </a:path>
              </a:pathLst>
            </a:custGeom>
            <a:grpFill/>
            <a:ln w="0">
              <a:noFill/>
              <a:prstDash val="solid"/>
              <a:round/>
              <a:headEnd/>
              <a:tailEnd/>
            </a:ln>
          </p:spPr>
          <p:txBody>
            <a:bodyPr/>
            <a:lstStyle/>
            <a:p>
              <a:pPr fontAlgn="auto">
                <a:spcBef>
                  <a:spcPts val="0"/>
                </a:spcBef>
                <a:spcAft>
                  <a:spcPts val="0"/>
                </a:spcAft>
                <a:defRPr/>
              </a:pPr>
              <a:endParaRPr lang="en-US" sz="2400">
                <a:latin typeface="+mn-lt"/>
                <a:ea typeface="+mn-ea"/>
                <a:cs typeface="+mn-cs"/>
              </a:endParaRPr>
            </a:p>
          </p:txBody>
        </p:sp>
      </p:grpSp>
      <p:sp>
        <p:nvSpPr>
          <p:cNvPr id="2" name="TextBox 1"/>
          <p:cNvSpPr txBox="1"/>
          <p:nvPr userDrawn="1"/>
        </p:nvSpPr>
        <p:spPr>
          <a:xfrm>
            <a:off x="661901" y="665836"/>
            <a:ext cx="5256744" cy="666786"/>
          </a:xfrm>
          <a:prstGeom prst="rect">
            <a:avLst/>
          </a:prstGeom>
          <a:noFill/>
        </p:spPr>
        <p:txBody>
          <a:bodyPr wrap="square" rtlCol="0">
            <a:spAutoFit/>
          </a:bodyPr>
          <a:lstStyle/>
          <a:p>
            <a:r>
              <a:rPr lang="en-US" sz="3733">
                <a:solidFill>
                  <a:srgbClr val="FFFFFF"/>
                </a:solidFill>
              </a:rPr>
              <a:t>Thank you</a:t>
            </a:r>
          </a:p>
        </p:txBody>
      </p:sp>
    </p:spTree>
    <p:extLst>
      <p:ext uri="{BB962C8B-B14F-4D97-AF65-F5344CB8AC3E}">
        <p14:creationId xmlns:p14="http://schemas.microsoft.com/office/powerpoint/2010/main" val="84010953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p>
            <a:r>
              <a:rPr lang="de-DE" dirty="0"/>
              <a:t>IBM Cloud / DOC ID / </a:t>
            </a:r>
            <a:r>
              <a:rPr lang="de-DE" dirty="0" err="1"/>
              <a:t>Month</a:t>
            </a:r>
            <a:r>
              <a:rPr lang="de-DE" dirty="0"/>
              <a:t> XX, 2018 / © 2018 IBM Corporation</a:t>
            </a:r>
            <a:endParaRPr lang="en-US" dirty="0"/>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48182" algn="dec"/>
              </a:tabLst>
              <a:defRPr/>
            </a:lvl1pPr>
            <a:lvl2pPr marL="230481" indent="-230481">
              <a:spcBef>
                <a:spcPts val="0"/>
              </a:spcBef>
              <a:tabLst/>
              <a:defRPr/>
            </a:lvl2pPr>
            <a:lvl3pPr>
              <a:spcBef>
                <a:spcPts val="0"/>
              </a:spcBef>
              <a:defRPr/>
            </a:lvl3pPr>
            <a:lvl4pPr>
              <a:spcBef>
                <a:spcPts val="0"/>
              </a:spcBef>
              <a:defRPr/>
            </a:lvl4pPr>
            <a:lvl5pPr>
              <a:spcBef>
                <a:spcPts val="0"/>
              </a:spcBef>
              <a:defRPr/>
            </a:lvl5pPr>
          </a:lstStyle>
          <a:p>
            <a:pPr marL="0" marR="0" lvl="0" indent="0" algn="l" defTabSz="608975" rtl="0" eaLnBrk="1" fontAlgn="auto" latinLnBrk="0" hangingPunct="1">
              <a:lnSpc>
                <a:spcPct val="100000"/>
              </a:lnSpc>
              <a:spcBef>
                <a:spcPts val="0"/>
              </a:spcBef>
              <a:spcAft>
                <a:spcPts val="0"/>
              </a:spcAft>
              <a:buClrTx/>
              <a:buSzTx/>
              <a:buFont typeface="Arial"/>
              <a:buNone/>
              <a:tabLst>
                <a:tab pos="5358982" algn="r"/>
              </a:tabLst>
              <a:defRPr/>
            </a:pPr>
            <a:r>
              <a:rPr lang="en-US"/>
              <a:t>Click to edit Master text styles</a:t>
            </a:r>
          </a:p>
          <a:p>
            <a:pPr marL="0" marR="0" lvl="1" indent="0" algn="l" defTabSz="608975" rtl="0" eaLnBrk="1" fontAlgn="auto" latinLnBrk="0" hangingPunct="1">
              <a:lnSpc>
                <a:spcPct val="100000"/>
              </a:lnSpc>
              <a:spcBef>
                <a:spcPts val="0"/>
              </a:spcBef>
              <a:spcAft>
                <a:spcPts val="0"/>
              </a:spcAft>
              <a:buClrTx/>
              <a:buSzTx/>
              <a:buFont typeface="Arial"/>
              <a:buNone/>
              <a:tabLst>
                <a:tab pos="5358982" algn="r"/>
              </a:tabLst>
              <a:defRPr/>
            </a:pPr>
            <a:r>
              <a:rPr lang="en-US"/>
              <a:t>Second level</a:t>
            </a:r>
          </a:p>
          <a:p>
            <a:pPr marL="0" marR="0" lvl="2" indent="0" algn="l" defTabSz="608975" rtl="0" eaLnBrk="1" fontAlgn="auto" latinLnBrk="0" hangingPunct="1">
              <a:lnSpc>
                <a:spcPct val="100000"/>
              </a:lnSpc>
              <a:spcBef>
                <a:spcPts val="0"/>
              </a:spcBef>
              <a:spcAft>
                <a:spcPts val="0"/>
              </a:spcAft>
              <a:buClrTx/>
              <a:buSzTx/>
              <a:buFont typeface="Arial"/>
              <a:buNone/>
              <a:tabLst>
                <a:tab pos="5358982" algn="r"/>
              </a:tabLst>
              <a:defRPr/>
            </a:pPr>
            <a:r>
              <a:rPr lang="en-US"/>
              <a:t>Third level</a:t>
            </a:r>
          </a:p>
          <a:p>
            <a:pPr marL="0" marR="0" lvl="3" indent="0" algn="l" defTabSz="608975" rtl="0" eaLnBrk="1" fontAlgn="auto" latinLnBrk="0" hangingPunct="1">
              <a:lnSpc>
                <a:spcPct val="100000"/>
              </a:lnSpc>
              <a:spcBef>
                <a:spcPts val="0"/>
              </a:spcBef>
              <a:spcAft>
                <a:spcPts val="0"/>
              </a:spcAft>
              <a:buClrTx/>
              <a:buSzTx/>
              <a:buFont typeface="Arial"/>
              <a:buNone/>
              <a:tabLst>
                <a:tab pos="5358982" algn="r"/>
              </a:tabLst>
              <a:defRPr/>
            </a:pPr>
            <a:r>
              <a:rPr lang="en-US"/>
              <a:t>Fourth level</a:t>
            </a:r>
          </a:p>
          <a:p>
            <a:pPr marL="0" marR="0" lvl="4" indent="0" algn="l" defTabSz="608975" rtl="0" eaLnBrk="1" fontAlgn="auto" latinLnBrk="0" hangingPunct="1">
              <a:lnSpc>
                <a:spcPct val="100000"/>
              </a:lnSpc>
              <a:spcBef>
                <a:spcPts val="0"/>
              </a:spcBef>
              <a:spcAft>
                <a:spcPts val="0"/>
              </a:spcAft>
              <a:buClrTx/>
              <a:buSzTx/>
              <a:buFont typeface="Arial"/>
              <a:buNone/>
              <a:tabLst>
                <a:tab pos="5358982" algn="r"/>
              </a:tabLst>
              <a:defRPr/>
            </a:pPr>
            <a:r>
              <a:rPr lang="en-US"/>
              <a:t>Fifth level</a:t>
            </a:r>
            <a:endParaRPr lang="en-US" dirty="0"/>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48182"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8975" rtl="0" eaLnBrk="1" fontAlgn="auto" latinLnBrk="0" hangingPunct="1">
              <a:lnSpc>
                <a:spcPct val="100000"/>
              </a:lnSpc>
              <a:spcBef>
                <a:spcPts val="1465"/>
              </a:spcBef>
              <a:spcAft>
                <a:spcPts val="0"/>
              </a:spcAft>
              <a:buClrTx/>
              <a:buSzTx/>
              <a:buFont typeface="Arial"/>
              <a:buNone/>
              <a:tabLst>
                <a:tab pos="5358982" algn="r"/>
              </a:tabLst>
              <a:defRPr/>
            </a:pPr>
            <a:r>
              <a:rPr lang="en-US"/>
              <a:t>Click to edit Master text styles</a:t>
            </a:r>
          </a:p>
          <a:p>
            <a:pPr marL="0" marR="0" lvl="1" indent="0" algn="l" defTabSz="608975" rtl="0" eaLnBrk="1" fontAlgn="auto" latinLnBrk="0" hangingPunct="1">
              <a:lnSpc>
                <a:spcPct val="100000"/>
              </a:lnSpc>
              <a:spcBef>
                <a:spcPts val="1465"/>
              </a:spcBef>
              <a:spcAft>
                <a:spcPts val="0"/>
              </a:spcAft>
              <a:buClrTx/>
              <a:buSzTx/>
              <a:buFont typeface="Arial"/>
              <a:buNone/>
              <a:tabLst>
                <a:tab pos="5358982" algn="r"/>
              </a:tabLst>
              <a:defRPr/>
            </a:pPr>
            <a:r>
              <a:rPr lang="en-US"/>
              <a:t>Second level</a:t>
            </a:r>
          </a:p>
          <a:p>
            <a:pPr marL="0" marR="0" lvl="2" indent="0" algn="l" defTabSz="608975" rtl="0" eaLnBrk="1" fontAlgn="auto" latinLnBrk="0" hangingPunct="1">
              <a:lnSpc>
                <a:spcPct val="100000"/>
              </a:lnSpc>
              <a:spcBef>
                <a:spcPts val="1465"/>
              </a:spcBef>
              <a:spcAft>
                <a:spcPts val="0"/>
              </a:spcAft>
              <a:buClrTx/>
              <a:buSzTx/>
              <a:buFont typeface="Arial"/>
              <a:buNone/>
              <a:tabLst>
                <a:tab pos="5358982" algn="r"/>
              </a:tabLst>
              <a:defRPr/>
            </a:pPr>
            <a:r>
              <a:rPr lang="en-US"/>
              <a:t>Third level</a:t>
            </a:r>
          </a:p>
          <a:p>
            <a:pPr marL="0" marR="0" lvl="3" indent="0" algn="l" defTabSz="608975" rtl="0" eaLnBrk="1" fontAlgn="auto" latinLnBrk="0" hangingPunct="1">
              <a:lnSpc>
                <a:spcPct val="100000"/>
              </a:lnSpc>
              <a:spcBef>
                <a:spcPts val="1465"/>
              </a:spcBef>
              <a:spcAft>
                <a:spcPts val="0"/>
              </a:spcAft>
              <a:buClrTx/>
              <a:buSzTx/>
              <a:buFont typeface="Arial"/>
              <a:buNone/>
              <a:tabLst>
                <a:tab pos="5358982" algn="r"/>
              </a:tabLst>
              <a:defRPr/>
            </a:pPr>
            <a:r>
              <a:rPr lang="en-US"/>
              <a:t>Fourth level</a:t>
            </a:r>
          </a:p>
          <a:p>
            <a:pPr marL="0" marR="0" lvl="4" indent="0" algn="l" defTabSz="608975" rtl="0" eaLnBrk="1" fontAlgn="auto" latinLnBrk="0" hangingPunct="1">
              <a:lnSpc>
                <a:spcPct val="100000"/>
              </a:lnSpc>
              <a:spcBef>
                <a:spcPts val="1465"/>
              </a:spcBef>
              <a:spcAft>
                <a:spcPts val="0"/>
              </a:spcAft>
              <a:buClrTx/>
              <a:buSzTx/>
              <a:buFont typeface="Arial"/>
              <a:buNone/>
              <a:tabLst>
                <a:tab pos="5358982" algn="r"/>
              </a:tabLst>
              <a:defRPr/>
            </a:pPr>
            <a:r>
              <a:rPr lang="en-US"/>
              <a:t>Fifth level</a:t>
            </a:r>
            <a:endParaRPr lang="en-US" dirty="0"/>
          </a:p>
        </p:txBody>
      </p:sp>
    </p:spTree>
    <p:extLst>
      <p:ext uri="{BB962C8B-B14F-4D97-AF65-F5344CB8AC3E}">
        <p14:creationId xmlns:p14="http://schemas.microsoft.com/office/powerpoint/2010/main" val="148209627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336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theme" Target="../theme/theme2.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image" Target="../media/image1.png"/><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image" Target="../media/image9.png"/><Relationship Id="rId2" Type="http://schemas.openxmlformats.org/officeDocument/2006/relationships/slideLayout" Target="../slideLayouts/slideLayout68.xml"/><Relationship Id="rId16" Type="http://schemas.openxmlformats.org/officeDocument/2006/relationships/theme" Target="../theme/theme3.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theme" Target="../theme/theme4.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slideLayout" Target="../slideLayouts/slideLayout112.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slideLayout" Target="../slideLayouts/slideLayout111.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9" Type="http://schemas.openxmlformats.org/officeDocument/2006/relationships/slideLayout" Target="../slideLayouts/slideLayout151.xml"/><Relationship Id="rId21" Type="http://schemas.openxmlformats.org/officeDocument/2006/relationships/slideLayout" Target="../slideLayouts/slideLayout133.xml"/><Relationship Id="rId34" Type="http://schemas.openxmlformats.org/officeDocument/2006/relationships/slideLayout" Target="../slideLayouts/slideLayout146.xml"/><Relationship Id="rId42" Type="http://schemas.openxmlformats.org/officeDocument/2006/relationships/slideLayout" Target="../slideLayouts/slideLayout154.xml"/><Relationship Id="rId47" Type="http://schemas.openxmlformats.org/officeDocument/2006/relationships/slideLayout" Target="../slideLayouts/slideLayout159.xml"/><Relationship Id="rId50" Type="http://schemas.openxmlformats.org/officeDocument/2006/relationships/slideLayout" Target="../slideLayouts/slideLayout162.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9" Type="http://schemas.openxmlformats.org/officeDocument/2006/relationships/slideLayout" Target="../slideLayouts/slideLayout141.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32" Type="http://schemas.openxmlformats.org/officeDocument/2006/relationships/slideLayout" Target="../slideLayouts/slideLayout144.xml"/><Relationship Id="rId37" Type="http://schemas.openxmlformats.org/officeDocument/2006/relationships/slideLayout" Target="../slideLayouts/slideLayout149.xml"/><Relationship Id="rId40" Type="http://schemas.openxmlformats.org/officeDocument/2006/relationships/slideLayout" Target="../slideLayouts/slideLayout152.xml"/><Relationship Id="rId45" Type="http://schemas.openxmlformats.org/officeDocument/2006/relationships/slideLayout" Target="../slideLayouts/slideLayout157.xml"/><Relationship Id="rId53" Type="http://schemas.openxmlformats.org/officeDocument/2006/relationships/theme" Target="../theme/theme5.xml"/><Relationship Id="rId5" Type="http://schemas.openxmlformats.org/officeDocument/2006/relationships/slideLayout" Target="../slideLayouts/slideLayout117.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31" Type="http://schemas.openxmlformats.org/officeDocument/2006/relationships/slideLayout" Target="../slideLayouts/slideLayout143.xml"/><Relationship Id="rId44" Type="http://schemas.openxmlformats.org/officeDocument/2006/relationships/slideLayout" Target="../slideLayouts/slideLayout156.xml"/><Relationship Id="rId52" Type="http://schemas.openxmlformats.org/officeDocument/2006/relationships/slideLayout" Target="../slideLayouts/slideLayout164.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slideLayout" Target="../slideLayouts/slideLayout142.xml"/><Relationship Id="rId35" Type="http://schemas.openxmlformats.org/officeDocument/2006/relationships/slideLayout" Target="../slideLayouts/slideLayout147.xml"/><Relationship Id="rId43" Type="http://schemas.openxmlformats.org/officeDocument/2006/relationships/slideLayout" Target="../slideLayouts/slideLayout155.xml"/><Relationship Id="rId48" Type="http://schemas.openxmlformats.org/officeDocument/2006/relationships/slideLayout" Target="../slideLayouts/slideLayout160.xml"/><Relationship Id="rId8" Type="http://schemas.openxmlformats.org/officeDocument/2006/relationships/slideLayout" Target="../slideLayouts/slideLayout120.xml"/><Relationship Id="rId51" Type="http://schemas.openxmlformats.org/officeDocument/2006/relationships/slideLayout" Target="../slideLayouts/slideLayout163.xml"/><Relationship Id="rId3" Type="http://schemas.openxmlformats.org/officeDocument/2006/relationships/slideLayout" Target="../slideLayouts/slideLayout115.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slideLayout" Target="../slideLayouts/slideLayout145.xml"/><Relationship Id="rId38" Type="http://schemas.openxmlformats.org/officeDocument/2006/relationships/slideLayout" Target="../slideLayouts/slideLayout150.xml"/><Relationship Id="rId46" Type="http://schemas.openxmlformats.org/officeDocument/2006/relationships/slideLayout" Target="../slideLayouts/slideLayout158.xml"/><Relationship Id="rId20" Type="http://schemas.openxmlformats.org/officeDocument/2006/relationships/slideLayout" Target="../slideLayouts/slideLayout132.xml"/><Relationship Id="rId41" Type="http://schemas.openxmlformats.org/officeDocument/2006/relationships/slideLayout" Target="../slideLayouts/slideLayout153.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36" Type="http://schemas.openxmlformats.org/officeDocument/2006/relationships/slideLayout" Target="../slideLayouts/slideLayout148.xml"/><Relationship Id="rId49" Type="http://schemas.openxmlformats.org/officeDocument/2006/relationships/slideLayout" Target="../slideLayouts/slideLayout16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72.xml"/><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3" Type="http://schemas.openxmlformats.org/officeDocument/2006/relationships/slideLayout" Target="../slideLayouts/slideLayout167.xml"/><Relationship Id="rId21" Type="http://schemas.openxmlformats.org/officeDocument/2006/relationships/slideLayout" Target="../slideLayouts/slideLayout185.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92.xml"/><Relationship Id="rId1" Type="http://schemas.openxmlformats.org/officeDocument/2006/relationships/slideLayout" Target="../slideLayouts/slideLayout1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8D63E-C4CC-4A94-B997-13C80972CE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1B1893-3A00-4DA4-ACE3-5D25E8113F07}"/>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C1F35-108A-4624-B618-8F1392482419}"/>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F8C3DF-957A-4298-8AC3-2A894DB885F2}" type="datetimeFigureOut">
              <a:rPr lang="en-US" smtClean="0"/>
              <a:t>4/20/21</a:t>
            </a:fld>
            <a:endParaRPr lang="en-US"/>
          </a:p>
        </p:txBody>
      </p:sp>
      <p:sp>
        <p:nvSpPr>
          <p:cNvPr id="5" name="Footer Placeholder 4">
            <a:extLst>
              <a:ext uri="{FF2B5EF4-FFF2-40B4-BE49-F238E27FC236}">
                <a16:creationId xmlns:a16="http://schemas.microsoft.com/office/drawing/2014/main" id="{FCA2101F-926E-4304-A9B1-EDC2E543E5D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0598B6-0A56-4DCF-82A3-BA90F67DFC7A}"/>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557450-EA53-4A15-9C3B-E720942D22F6}" type="slidenum">
              <a:rPr lang="en-US" smtClean="0"/>
              <a:t>‹#›</a:t>
            </a:fld>
            <a:endParaRPr lang="en-US"/>
          </a:p>
        </p:txBody>
      </p:sp>
    </p:spTree>
    <p:extLst>
      <p:ext uri="{BB962C8B-B14F-4D97-AF65-F5344CB8AC3E}">
        <p14:creationId xmlns:p14="http://schemas.microsoft.com/office/powerpoint/2010/main" val="6425785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6"/>
            <a:ext cx="5486400" cy="5988135"/>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6400800" y="256034"/>
            <a:ext cx="5486400" cy="6000327"/>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TextBox 14">
            <a:extLst>
              <a:ext uri="{FF2B5EF4-FFF2-40B4-BE49-F238E27FC236}">
                <a16:creationId xmlns:a16="http://schemas.microsoft.com/office/drawing/2014/main" id="{84E71A2D-DCD3-444C-9CB1-9ED35A4C2A38}"/>
              </a:ext>
            </a:extLst>
          </p:cNvPr>
          <p:cNvSpPr txBox="1"/>
          <p:nvPr userDrawn="1"/>
        </p:nvSpPr>
        <p:spPr>
          <a:xfrm>
            <a:off x="11857296" y="6514970"/>
            <a:ext cx="288395" cy="256319"/>
          </a:xfrm>
          <a:prstGeom prst="rect">
            <a:avLst/>
          </a:prstGeom>
          <a:noFill/>
          <a:ln>
            <a:noFill/>
          </a:ln>
        </p:spPr>
        <p:txBody>
          <a:bodyPr wrap="square" lIns="0" tIns="62400" rIns="0" bIns="62400" rtlCol="0">
            <a:noAutofit/>
          </a:bodyPr>
          <a:lstStyle/>
          <a:p>
            <a:pPr algn="ctr"/>
            <a:fld id="{92EDDE8C-FCD3-47EF-B8D4-5308179AEE2C}" type="slidenum">
              <a:rPr lang="en-GB" sz="800" noProof="0" smtClean="0">
                <a:solidFill>
                  <a:schemeClr val="tx1"/>
                </a:solidFill>
                <a:latin typeface="Arial" panose="020B0604020202020204" pitchFamily="34" charset="0"/>
                <a:cs typeface="Arial" panose="020B0604020202020204" pitchFamily="34" charset="0"/>
              </a:rPr>
              <a:pPr algn="ctr"/>
              <a:t>‹#›</a:t>
            </a:fld>
            <a:endParaRPr lang="en-US" sz="800" dirty="0">
              <a:solidFill>
                <a:schemeClr val="tx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2313B8A-76AE-4E93-B153-AF65A398BECF}"/>
              </a:ext>
            </a:extLst>
          </p:cNvPr>
          <p:cNvSpPr/>
          <p:nvPr userDrawn="1"/>
        </p:nvSpPr>
        <p:spPr bwMode="auto">
          <a:xfrm>
            <a:off x="8016215" y="3717033"/>
            <a:ext cx="4175787" cy="3148876"/>
          </a:xfrm>
          <a:prstGeom prst="rect">
            <a:avLst/>
          </a:prstGeom>
          <a:blipFill dpi="0" rotWithShape="0">
            <a:blip r:embed="rId57">
              <a:alphaModFix amt="8000"/>
            </a:blip>
            <a:srcRect/>
            <a:stretch>
              <a:fillRect l="-9000" t="-1000" r="-54000" b="-2000"/>
            </a:stretch>
          </a:blipFill>
          <a:ln w="19050">
            <a:noFill/>
            <a:headEnd type="none" w="med" len="med"/>
            <a:tailEnd type="none" w="med" len="med"/>
          </a:ln>
          <a:effectLst>
            <a:softEdge rad="12700"/>
          </a:effectLst>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120000" tIns="62400" rIns="120000" bIns="62400" numCol="1" spcCol="0" rtlCol="0" fromWordArt="0" anchor="t" anchorCtr="0" forceAA="0" compatLnSpc="1">
            <a:prstTxWarp prst="textNoShape">
              <a:avLst/>
            </a:prstTxWarp>
            <a:noAutofit/>
          </a:bodyPr>
          <a:lstStyle/>
          <a:p>
            <a:pPr marL="0" marR="0" indent="0" algn="l" defTabSz="1219170" rtl="0" eaLnBrk="1" fontAlgn="base" latinLnBrk="0" hangingPunct="1">
              <a:lnSpc>
                <a:spcPct val="90000"/>
              </a:lnSpc>
              <a:spcBef>
                <a:spcPct val="0"/>
              </a:spcBef>
              <a:spcAft>
                <a:spcPct val="0"/>
              </a:spcAft>
              <a:buClrTx/>
              <a:buSzTx/>
              <a:buFontTx/>
              <a:buNone/>
              <a:tabLst/>
            </a:pPr>
            <a:endParaRPr kumimoji="0" lang="en-US" sz="1867" b="0" i="0" u="none" strike="noStrike" cap="none" normalizeH="0" baseline="0" dirty="0">
              <a:ln>
                <a:noFill/>
              </a:ln>
              <a:solidFill>
                <a:srgbClr val="191919"/>
              </a:solidFill>
              <a:effectLst/>
            </a:endParaRPr>
          </a:p>
        </p:txBody>
      </p:sp>
    </p:spTree>
    <p:extLst>
      <p:ext uri="{BB962C8B-B14F-4D97-AF65-F5344CB8AC3E}">
        <p14:creationId xmlns:p14="http://schemas.microsoft.com/office/powerpoint/2010/main" val="33522152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18" r:id="rId46"/>
    <p:sldLayoutId id="2147483719" r:id="rId47"/>
    <p:sldLayoutId id="2147483720" r:id="rId48"/>
    <p:sldLayoutId id="2147483721" r:id="rId49"/>
    <p:sldLayoutId id="2147483722" r:id="rId50"/>
    <p:sldLayoutId id="2147483723" r:id="rId51"/>
    <p:sldLayoutId id="2147483724" r:id="rId52"/>
    <p:sldLayoutId id="2147483725" r:id="rId53"/>
    <p:sldLayoutId id="2147483726" r:id="rId54"/>
    <p:sldLayoutId id="2147483727" r:id="rId55"/>
  </p:sldLayoutIdLst>
  <p:hf hdr="0" ftr="0" dt="0"/>
  <p:txStyles>
    <p:titleStyle>
      <a:lvl1pPr algn="l" defTabSz="609570" rtl="0" eaLnBrk="1" latinLnBrk="0" hangingPunct="1">
        <a:lnSpc>
          <a:spcPct val="90000"/>
        </a:lnSpc>
        <a:spcBef>
          <a:spcPct val="0"/>
        </a:spcBef>
        <a:buNone/>
        <a:defRPr sz="3200" kern="1200">
          <a:solidFill>
            <a:schemeClr val="tx1"/>
          </a:solidFill>
          <a:latin typeface="+mj-lt"/>
          <a:ea typeface="Arial" charset="0"/>
          <a:cs typeface="Arial" charset="0"/>
        </a:defRPr>
      </a:lvl1pPr>
    </p:titleStyle>
    <p:bodyStyle>
      <a:lvl1pPr marL="0" indent="0" algn="l" defTabSz="609570" rtl="0" eaLnBrk="1" latinLnBrk="0" hangingPunct="1">
        <a:lnSpc>
          <a:spcPct val="100000"/>
        </a:lnSpc>
        <a:spcBef>
          <a:spcPts val="1467"/>
        </a:spcBef>
        <a:buFont typeface="Arial"/>
        <a:buNone/>
        <a:defRPr sz="1867" kern="1200">
          <a:solidFill>
            <a:schemeClr val="tx1"/>
          </a:solidFill>
          <a:latin typeface="+mn-lt"/>
          <a:ea typeface="Arial" charset="0"/>
          <a:cs typeface="Arial" charset="0"/>
        </a:defRPr>
      </a:lvl1pPr>
      <a:lvl2pPr marL="230706" indent="-230706" algn="l" defTabSz="609570"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2pPr>
      <a:lvl3pPr marL="529140" indent="-230706" algn="l" defTabSz="609570"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3pPr>
      <a:lvl4pPr marL="833926" indent="-224356" algn="l" defTabSz="609570"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4pPr>
      <a:lvl5pPr marL="1070980" indent="-230706" algn="l" defTabSz="609570"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571500"/>
            <a:ext cx="5486400" cy="95250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381000" y="1714500"/>
            <a:ext cx="5486400" cy="4381500"/>
          </a:xfrm>
          <a:prstGeom prst="rect">
            <a:avLst/>
          </a:prstGeom>
        </p:spPr>
        <p:txBody>
          <a:bodyPr vert="horz" lIns="0" tIns="228600" rIns="0" bIns="0" rtlCol="0" anchor="t">
            <a:noAutofit/>
          </a:bodyPr>
          <a:lstStyle/>
          <a:p>
            <a:pPr lvl="0"/>
            <a:r>
              <a:rPr lang="en-US" dirty="0"/>
              <a:t>Click to edit Master text styles</a:t>
            </a:r>
          </a:p>
          <a:p>
            <a:pPr lvl="1"/>
            <a:r>
              <a:rPr lang="en-US" dirty="0"/>
              <a:t>Second level</a:t>
            </a:r>
          </a:p>
          <a:p>
            <a:pPr lvl="2"/>
            <a:r>
              <a:rPr lang="en-US" dirty="0"/>
              <a:t>Third level</a:t>
            </a:r>
          </a:p>
          <a:p>
            <a:pPr lvl="2"/>
            <a:r>
              <a:rPr lang="en-US" dirty="0"/>
              <a:t>Third level</a:t>
            </a:r>
          </a:p>
          <a:p>
            <a:pPr lvl="3"/>
            <a:r>
              <a:rPr lang="en-US" dirty="0"/>
              <a:t>Fourth level</a:t>
            </a:r>
          </a:p>
          <a:p>
            <a:pPr lvl="4"/>
            <a:r>
              <a:rPr lang="en-US" dirty="0"/>
              <a:t>Fifth level</a:t>
            </a:r>
          </a:p>
        </p:txBody>
      </p:sp>
      <p:pic>
        <p:nvPicPr>
          <p:cNvPr id="15" name="Picture 14"/>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1339010" y="6515119"/>
            <a:ext cx="471765" cy="190500"/>
          </a:xfrm>
          <a:prstGeom prst="rect">
            <a:avLst/>
          </a:prstGeom>
        </p:spPr>
      </p:pic>
      <p:grpSp>
        <p:nvGrpSpPr>
          <p:cNvPr id="9" name="Group 8"/>
          <p:cNvGrpSpPr/>
          <p:nvPr userDrawn="1"/>
        </p:nvGrpSpPr>
        <p:grpSpPr>
          <a:xfrm>
            <a:off x="762000" y="6583046"/>
            <a:ext cx="2261125" cy="183809"/>
            <a:chOff x="914400" y="7899655"/>
            <a:chExt cx="2713350" cy="220571"/>
          </a:xfrm>
        </p:grpSpPr>
        <p:sp>
          <p:nvSpPr>
            <p:cNvPr id="10"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a:t>
              </a:r>
              <a:r>
                <a:rPr lang="en-US" sz="333" b="0" i="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2021 IBM Corporation</a:t>
              </a:r>
              <a:r>
                <a:rPr lang="en-US" sz="666" b="0" i="0" baseline="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IBM Plex Sans" charset="0"/>
                  <a:ea typeface="IBM Plex Sans" charset="0"/>
                  <a:cs typeface="IBM Plex Sans" charset="0"/>
                </a:rPr>
                <a:t> </a:t>
              </a:r>
              <a:fld id="{7C9968D1-C8E5-4FE3-AED4-7D4518C301B3}" type="datetime3">
                <a:rPr lang="en-US" sz="666" b="0" i="0" smtClean="0">
                  <a:solidFill>
                    <a:schemeClr val="tx1">
                      <a:alpha val="60000"/>
                    </a:schemeClr>
                  </a:solidFill>
                  <a:latin typeface="IBM Plex Sans" charset="0"/>
                  <a:ea typeface="IBM Plex Sans" charset="0"/>
                  <a:cs typeface="IBM Plex Sans" charset="0"/>
                </a:rPr>
                <a:pPr marL="0" indent="0" fontAlgn="auto">
                  <a:spcBef>
                    <a:spcPts val="0"/>
                  </a:spcBef>
                  <a:spcAft>
                    <a:spcPts val="0"/>
                  </a:spcAft>
                  <a:tabLst/>
                  <a:defRPr/>
                </a:pPr>
                <a:t>20 April 2021</a:t>
              </a:fld>
              <a:endParaRPr lang="en-US" sz="666" b="0" i="0" dirty="0">
                <a:solidFill>
                  <a:schemeClr val="tx1">
                    <a:alpha val="60000"/>
                  </a:schemeClr>
                </a:solidFill>
                <a:latin typeface="IBM Plex Sans" charset="0"/>
                <a:ea typeface="IBM Plex Sans" charset="0"/>
                <a:cs typeface="IBM Plex Sans" charset="0"/>
              </a:endParaRPr>
            </a:p>
          </p:txBody>
        </p:sp>
      </p:grpSp>
      <p:sp>
        <p:nvSpPr>
          <p:cNvPr id="17"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IBM Plex Sans" charset="0"/>
                <a:ea typeface="IBM Plex Sans" charset="0"/>
                <a:cs typeface="IBM Plex Sans" charset="0"/>
              </a:rPr>
              <a:pPr algn="l"/>
              <a:t>‹#›</a:t>
            </a:fld>
            <a:endParaRPr lang="en-US" sz="667" b="0" i="0" dirty="0">
              <a:solidFill>
                <a:schemeClr val="tx1"/>
              </a:solidFill>
              <a:latin typeface="IBM Plex Sans" charset="0"/>
              <a:ea typeface="IBM Plex Sans" charset="0"/>
              <a:cs typeface="IBM Plex Sans" charset="0"/>
            </a:endParaRPr>
          </a:p>
        </p:txBody>
      </p:sp>
      <p:grpSp>
        <p:nvGrpSpPr>
          <p:cNvPr id="52" name="Group 51"/>
          <p:cNvGrpSpPr/>
          <p:nvPr userDrawn="1"/>
        </p:nvGrpSpPr>
        <p:grpSpPr>
          <a:xfrm>
            <a:off x="-205742" y="-190499"/>
            <a:ext cx="12588243" cy="7209772"/>
            <a:chOff x="-109730" y="-110489"/>
            <a:chExt cx="9352896" cy="5351811"/>
          </a:xfrm>
        </p:grpSpPr>
        <p:grpSp>
          <p:nvGrpSpPr>
            <p:cNvPr id="53" name="Group 52"/>
            <p:cNvGrpSpPr/>
            <p:nvPr userDrawn="1"/>
          </p:nvGrpSpPr>
          <p:grpSpPr>
            <a:xfrm>
              <a:off x="326211" y="-110489"/>
              <a:ext cx="8492338" cy="119718"/>
              <a:chOff x="326211" y="-152399"/>
              <a:chExt cx="8492338" cy="199534"/>
            </a:xfrm>
          </p:grpSpPr>
          <p:cxnSp>
            <p:nvCxnSpPr>
              <p:cNvPr id="78" name="Straight Connector 77"/>
              <p:cNvCxnSpPr/>
              <p:nvPr userDrawn="1"/>
            </p:nvCxnSpPr>
            <p:spPr bwMode="auto">
              <a:xfrm rot="5400000" flipH="1">
                <a:off x="250011" y="-2906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p:cNvCxnSpPr/>
              <p:nvPr userDrawn="1"/>
            </p:nvCxnSpPr>
            <p:spPr bwMode="auto">
              <a:xfrm rot="5400000" flipH="1">
                <a:off x="2090018" y="-76199"/>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p:cNvCxnSpPr/>
              <p:nvPr userDrawn="1"/>
            </p:nvCxnSpPr>
            <p:spPr bwMode="auto">
              <a:xfrm rot="5400000" flipH="1">
                <a:off x="2231557" y="-76199"/>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p:cNvCxnSpPr/>
              <p:nvPr userDrawn="1"/>
            </p:nvCxnSpPr>
            <p:spPr bwMode="auto">
              <a:xfrm rot="5400000" flipH="1">
                <a:off x="2373096" y="-76199"/>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Straight Connector 81"/>
              <p:cNvCxnSpPr/>
              <p:nvPr userDrawn="1"/>
            </p:nvCxnSpPr>
            <p:spPr bwMode="auto">
              <a:xfrm rot="5400000" flipH="1">
                <a:off x="4354641"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p:cNvCxnSpPr/>
              <p:nvPr userDrawn="1"/>
            </p:nvCxnSpPr>
            <p:spPr bwMode="auto">
              <a:xfrm rot="5400000" flipH="1">
                <a:off x="4496180"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p:cNvCxnSpPr/>
              <p:nvPr userDrawn="1"/>
            </p:nvCxnSpPr>
            <p:spPr bwMode="auto">
              <a:xfrm rot="5400000" flipH="1">
                <a:off x="4637719"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p:cNvCxnSpPr/>
              <p:nvPr userDrawn="1"/>
            </p:nvCxnSpPr>
            <p:spPr bwMode="auto">
              <a:xfrm rot="5400000" flipH="1">
                <a:off x="6619265"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p:cNvCxnSpPr/>
              <p:nvPr userDrawn="1"/>
            </p:nvCxnSpPr>
            <p:spPr bwMode="auto">
              <a:xfrm rot="5400000" flipH="1">
                <a:off x="6760804"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p:cNvCxnSpPr/>
              <p:nvPr userDrawn="1"/>
            </p:nvCxnSpPr>
            <p:spPr bwMode="auto">
              <a:xfrm rot="5400000" flipH="1">
                <a:off x="6902342"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p:cNvCxnSpPr/>
              <p:nvPr userDrawn="1"/>
            </p:nvCxnSpPr>
            <p:spPr bwMode="auto">
              <a:xfrm rot="5400000" flipH="1">
                <a:off x="8742349" y="-29065"/>
                <a:ext cx="152399"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54" name="Group 53"/>
            <p:cNvGrpSpPr/>
            <p:nvPr userDrawn="1"/>
          </p:nvGrpSpPr>
          <p:grpSpPr>
            <a:xfrm>
              <a:off x="326211" y="5143289"/>
              <a:ext cx="8492338" cy="98033"/>
              <a:chOff x="326211" y="5111418"/>
              <a:chExt cx="8492338" cy="163389"/>
            </a:xfrm>
          </p:grpSpPr>
          <p:cxnSp>
            <p:nvCxnSpPr>
              <p:cNvPr id="67" name="Straight Connector 66"/>
              <p:cNvCxnSpPr/>
              <p:nvPr userDrawn="1"/>
            </p:nvCxnSpPr>
            <p:spPr bwMode="auto">
              <a:xfrm rot="5400000" flipH="1">
                <a:off x="250011" y="5187632"/>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p:cNvCxnSpPr/>
              <p:nvPr userDrawn="1"/>
            </p:nvCxnSpPr>
            <p:spPr bwMode="auto">
              <a:xfrm rot="5400000" flipH="1">
                <a:off x="2090017"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p:cNvCxnSpPr/>
              <p:nvPr userDrawn="1"/>
            </p:nvCxnSpPr>
            <p:spPr bwMode="auto">
              <a:xfrm rot="5400000" flipH="1">
                <a:off x="2231556"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p:cNvCxnSpPr/>
              <p:nvPr userDrawn="1"/>
            </p:nvCxnSpPr>
            <p:spPr bwMode="auto">
              <a:xfrm rot="5400000" flipH="1">
                <a:off x="2373095"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p:cNvCxnSpPr/>
              <p:nvPr userDrawn="1"/>
            </p:nvCxnSpPr>
            <p:spPr bwMode="auto">
              <a:xfrm rot="5400000" flipH="1">
                <a:off x="4354641"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p:cNvCxnSpPr/>
              <p:nvPr userDrawn="1"/>
            </p:nvCxnSpPr>
            <p:spPr bwMode="auto">
              <a:xfrm rot="5400000" flipH="1">
                <a:off x="4496180"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Straight Connector 72"/>
              <p:cNvCxnSpPr/>
              <p:nvPr userDrawn="1"/>
            </p:nvCxnSpPr>
            <p:spPr bwMode="auto">
              <a:xfrm rot="5400000" flipH="1">
                <a:off x="4637719"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p:cNvCxnSpPr/>
              <p:nvPr userDrawn="1"/>
            </p:nvCxnSpPr>
            <p:spPr bwMode="auto">
              <a:xfrm rot="5400000" flipH="1">
                <a:off x="6619264"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p:cNvCxnSpPr/>
              <p:nvPr userDrawn="1"/>
            </p:nvCxnSpPr>
            <p:spPr bwMode="auto">
              <a:xfrm rot="5400000" flipH="1">
                <a:off x="6760803"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p:cNvCxnSpPr/>
              <p:nvPr userDrawn="1"/>
            </p:nvCxnSpPr>
            <p:spPr bwMode="auto">
              <a:xfrm rot="5400000" flipH="1">
                <a:off x="6902342"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p:cNvCxnSpPr/>
              <p:nvPr userDrawn="1"/>
            </p:nvCxnSpPr>
            <p:spPr bwMode="auto">
              <a:xfrm rot="5400000" flipH="1">
                <a:off x="8742348" y="5187619"/>
                <a:ext cx="152402"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55" name="Group 54"/>
            <p:cNvGrpSpPr/>
            <p:nvPr userDrawn="1"/>
          </p:nvGrpSpPr>
          <p:grpSpPr>
            <a:xfrm>
              <a:off x="-109730" y="313734"/>
              <a:ext cx="124556" cy="4525058"/>
              <a:chOff x="-109730" y="313734"/>
              <a:chExt cx="124556" cy="4525058"/>
            </a:xfrm>
          </p:grpSpPr>
          <p:cxnSp>
            <p:nvCxnSpPr>
              <p:cNvPr id="62" name="Straight Connector 61"/>
              <p:cNvCxnSpPr/>
              <p:nvPr userDrawn="1"/>
            </p:nvCxnSpPr>
            <p:spPr bwMode="auto">
              <a:xfrm flipH="1">
                <a:off x="-109730" y="1303590"/>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3" name="Straight Connector 62"/>
              <p:cNvCxnSpPr/>
              <p:nvPr userDrawn="1"/>
            </p:nvCxnSpPr>
            <p:spPr bwMode="auto">
              <a:xfrm flipH="1">
                <a:off x="-109730" y="2576262"/>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4" name="Straight Connector 63"/>
              <p:cNvCxnSpPr/>
              <p:nvPr userDrawn="1"/>
            </p:nvCxnSpPr>
            <p:spPr bwMode="auto">
              <a:xfrm flipH="1">
                <a:off x="-109730" y="384962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p:cNvCxnSpPr/>
              <p:nvPr userDrawn="1"/>
            </p:nvCxnSpPr>
            <p:spPr bwMode="auto">
              <a:xfrm flipH="1">
                <a:off x="-98406" y="31373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p:cNvCxnSpPr/>
              <p:nvPr userDrawn="1"/>
            </p:nvCxnSpPr>
            <p:spPr bwMode="auto">
              <a:xfrm flipH="1">
                <a:off x="-76614" y="4838792"/>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56" name="Group 55"/>
            <p:cNvGrpSpPr/>
            <p:nvPr userDrawn="1"/>
          </p:nvGrpSpPr>
          <p:grpSpPr>
            <a:xfrm>
              <a:off x="9123418" y="313734"/>
              <a:ext cx="119748" cy="4525057"/>
              <a:chOff x="-149362" y="307384"/>
              <a:chExt cx="119748" cy="4525057"/>
            </a:xfrm>
          </p:grpSpPr>
          <p:cxnSp>
            <p:nvCxnSpPr>
              <p:cNvPr id="57" name="Straight Connector 56"/>
              <p:cNvCxnSpPr/>
              <p:nvPr userDrawn="1"/>
            </p:nvCxnSpPr>
            <p:spPr bwMode="auto">
              <a:xfrm flipH="1">
                <a:off x="-142845" y="1297240"/>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p:cNvCxnSpPr/>
              <p:nvPr userDrawn="1"/>
            </p:nvCxnSpPr>
            <p:spPr bwMode="auto">
              <a:xfrm flipH="1">
                <a:off x="-142845" y="2569913"/>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p:cNvCxnSpPr/>
              <p:nvPr userDrawn="1"/>
            </p:nvCxnSpPr>
            <p:spPr bwMode="auto">
              <a:xfrm flipH="1">
                <a:off x="-142845" y="384327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p:cNvCxnSpPr/>
              <p:nvPr userDrawn="1"/>
            </p:nvCxnSpPr>
            <p:spPr bwMode="auto">
              <a:xfrm flipH="1">
                <a:off x="-149362" y="30738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1" name="Straight Connector 60"/>
              <p:cNvCxnSpPr/>
              <p:nvPr userDrawn="1"/>
            </p:nvCxnSpPr>
            <p:spPr bwMode="auto">
              <a:xfrm flipH="1">
                <a:off x="-121054" y="4832441"/>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47" name="Footer Placeholder 3">
            <a:extLst>
              <a:ext uri="{FF2B5EF4-FFF2-40B4-BE49-F238E27FC236}">
                <a16:creationId xmlns:a16="http://schemas.microsoft.com/office/drawing/2014/main" id="{47752288-0878-774A-9A37-B016FFC9E8F1}"/>
              </a:ext>
            </a:extLst>
          </p:cNvPr>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a:t>
            </a:r>
            <a:r>
              <a:rPr lang="en-US" sz="666" b="1" i="0" dirty="0">
                <a:solidFill>
                  <a:schemeClr val="tx1">
                    <a:alpha val="60000"/>
                  </a:schemeClr>
                </a:solidFill>
                <a:latin typeface="IBM Plex Sans" charset="0"/>
                <a:ea typeface="IBM Plex Sans" charset="0"/>
                <a:cs typeface="IBM Plex Sans" charset="0"/>
              </a:rPr>
              <a:t>Partnerships &amp; Alliances</a:t>
            </a:r>
          </a:p>
        </p:txBody>
      </p:sp>
    </p:spTree>
    <p:extLst>
      <p:ext uri="{BB962C8B-B14F-4D97-AF65-F5344CB8AC3E}">
        <p14:creationId xmlns:p14="http://schemas.microsoft.com/office/powerpoint/2010/main" val="111641709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p:txStyles>
    <p:titleStyle>
      <a:lvl1pPr algn="l" defTabSz="914363" rtl="0" eaLnBrk="1" latinLnBrk="0" hangingPunct="1">
        <a:lnSpc>
          <a:spcPct val="90000"/>
        </a:lnSpc>
        <a:spcBef>
          <a:spcPct val="0"/>
        </a:spcBef>
        <a:buNone/>
        <a:defRPr sz="3000" b="0" i="0" kern="1200">
          <a:solidFill>
            <a:schemeClr val="tx1"/>
          </a:solidFill>
          <a:latin typeface="IBM Plex Sans" charset="0"/>
          <a:ea typeface="IBM Plex Sans" charset="0"/>
          <a:cs typeface="IBM Plex Sans" charset="0"/>
        </a:defRPr>
      </a:lvl1pPr>
    </p:titleStyle>
    <p:bodyStyle>
      <a:lvl1pPr marL="0" indent="0" algn="l" defTabSz="914363" rtl="0" eaLnBrk="1" latinLnBrk="0" hangingPunct="1">
        <a:lnSpc>
          <a:spcPct val="105000"/>
        </a:lnSpc>
        <a:spcBef>
          <a:spcPts val="1000"/>
        </a:spcBef>
        <a:buFontTx/>
        <a:buNone/>
        <a:tabLst/>
        <a:defRPr sz="1667" b="0" i="0" kern="1200">
          <a:solidFill>
            <a:schemeClr val="tx1"/>
          </a:solidFill>
          <a:latin typeface="IBM Plex Sans" charset="0"/>
          <a:ea typeface="IBM Plex Sans" charset="0"/>
          <a:cs typeface="IBM Plex Sans" charset="0"/>
        </a:defRPr>
      </a:lvl1pPr>
      <a:lvl2pPr marL="190492" indent="-190492" algn="l" defTabSz="914363" rtl="0" eaLnBrk="1" latinLnBrk="0" hangingPunct="1">
        <a:lnSpc>
          <a:spcPct val="105000"/>
        </a:lnSpc>
        <a:spcBef>
          <a:spcPts val="833"/>
        </a:spcBef>
        <a:buFont typeface="LucidaGrande" charset="0"/>
        <a:buChar char="-"/>
        <a:defRPr sz="1667" b="0" i="0" kern="1200">
          <a:solidFill>
            <a:schemeClr val="tx1"/>
          </a:solidFill>
          <a:latin typeface="IBM Plex Sans" charset="0"/>
          <a:ea typeface="IBM Plex Sans" charset="0"/>
          <a:cs typeface="IBM Plex Sans" charset="0"/>
        </a:defRPr>
      </a:lvl2pPr>
      <a:lvl3pPr marL="380985" indent="-190492" algn="l" defTabSz="914363" rtl="0" eaLnBrk="1" latinLnBrk="0" hangingPunct="1">
        <a:lnSpc>
          <a:spcPct val="105000"/>
        </a:lnSpc>
        <a:spcBef>
          <a:spcPts val="0"/>
        </a:spcBef>
        <a:buSzPct val="80000"/>
        <a:buFont typeface="Arial" panose="020B0604020202020204" pitchFamily="34" charset="0"/>
        <a:buChar char="•"/>
        <a:defRPr sz="1667" b="0" i="0" kern="1200">
          <a:solidFill>
            <a:schemeClr val="tx1"/>
          </a:solidFill>
          <a:latin typeface="IBM Plex Sans" charset="0"/>
          <a:ea typeface="IBM Plex Sans" charset="0"/>
          <a:cs typeface="IBM Plex Sans" charset="0"/>
        </a:defRPr>
      </a:lvl3pPr>
      <a:lvl4pPr marL="571477" indent="-190492" algn="l" defTabSz="914363" rtl="0" eaLnBrk="1" latinLnBrk="0" hangingPunct="1">
        <a:lnSpc>
          <a:spcPct val="105000"/>
        </a:lnSpc>
        <a:spcBef>
          <a:spcPts val="0"/>
        </a:spcBef>
        <a:buFont typeface=".AppleSystemUIFont" charset="-120"/>
        <a:buChar char="–"/>
        <a:defRPr sz="1667" b="0" i="0" kern="1200">
          <a:solidFill>
            <a:schemeClr val="tx1"/>
          </a:solidFill>
          <a:latin typeface="IBM Plex Sans" charset="0"/>
          <a:ea typeface="IBM Plex Sans" charset="0"/>
          <a:cs typeface="IBM Plex Sans" charset="0"/>
        </a:defRPr>
      </a:lvl4pPr>
      <a:lvl5pPr marL="761970" indent="-190492" algn="l" defTabSz="914363" rtl="0" eaLnBrk="1" latinLnBrk="0" hangingPunct="1">
        <a:lnSpc>
          <a:spcPct val="105000"/>
        </a:lnSpc>
        <a:spcBef>
          <a:spcPts val="0"/>
        </a:spcBef>
        <a:buSzPct val="80000"/>
        <a:buFont typeface="Arial" panose="020B0604020202020204" pitchFamily="34" charset="0"/>
        <a:buChar char="•"/>
        <a:defRPr sz="1667" b="0" i="0" kern="1200">
          <a:solidFill>
            <a:schemeClr val="tx1"/>
          </a:solidFill>
          <a:latin typeface="IBM Plex Sans" charset="0"/>
          <a:ea typeface="IBM Plex Sans" charset="0"/>
          <a:cs typeface="IBM Plex Sans" charset="0"/>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lumMod val="50000"/>
                    <a:lumOff val="50000"/>
                  </a:schemeClr>
                </a:solidFill>
              </a:defRPr>
            </a:lvl1pPr>
          </a:lstStyle>
          <a:p>
            <a:r>
              <a:rPr lang="en-US"/>
              <a:t>IBM Confidential</a:t>
            </a:r>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20E0AEA-8106-AD48-A1C7-0E295452E92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58199128"/>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Lst>
  <p:hf hdr="0" ftr="0" dt="0"/>
  <p:txStyles>
    <p:titleStyle>
      <a:lvl1pPr algn="l" defTabSz="685766"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2" indent="-171442" algn="l" defTabSz="685766" rtl="0" eaLnBrk="1" latinLnBrk="0" hangingPunct="1">
        <a:lnSpc>
          <a:spcPct val="90000"/>
        </a:lnSpc>
        <a:spcBef>
          <a:spcPts val="751"/>
        </a:spcBef>
        <a:buFont typeface="Arial"/>
        <a:buChar char="•"/>
        <a:defRPr sz="2100" kern="1200">
          <a:solidFill>
            <a:schemeClr val="tx1"/>
          </a:solidFill>
          <a:latin typeface="+mn-lt"/>
          <a:ea typeface="+mn-ea"/>
          <a:cs typeface="+mn-cs"/>
        </a:defRPr>
      </a:lvl1pPr>
      <a:lvl2pPr marL="514326" indent="-171442" algn="l" defTabSz="685766"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08" indent="-171442" algn="l" defTabSz="685766"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091" indent="-171442" algn="l" defTabSz="685766" rtl="0" eaLnBrk="1" latinLnBrk="0" hangingPunct="1">
        <a:lnSpc>
          <a:spcPct val="90000"/>
        </a:lnSpc>
        <a:spcBef>
          <a:spcPts val="375"/>
        </a:spcBef>
        <a:buFont typeface="Arial"/>
        <a:buChar char="•"/>
        <a:defRPr sz="1351" kern="1200">
          <a:solidFill>
            <a:schemeClr val="tx1"/>
          </a:solidFill>
          <a:latin typeface="+mn-lt"/>
          <a:ea typeface="+mn-ea"/>
          <a:cs typeface="+mn-cs"/>
        </a:defRPr>
      </a:lvl4pPr>
      <a:lvl5pPr marL="1542973" indent="-171442" algn="l" defTabSz="685766" rtl="0" eaLnBrk="1" latinLnBrk="0" hangingPunct="1">
        <a:lnSpc>
          <a:spcPct val="90000"/>
        </a:lnSpc>
        <a:spcBef>
          <a:spcPts val="375"/>
        </a:spcBef>
        <a:buFont typeface="Arial"/>
        <a:buChar char="•"/>
        <a:defRPr sz="1351" kern="1200">
          <a:solidFill>
            <a:schemeClr val="tx1"/>
          </a:solidFill>
          <a:latin typeface="+mn-lt"/>
          <a:ea typeface="+mn-ea"/>
          <a:cs typeface="+mn-cs"/>
        </a:defRPr>
      </a:lvl5pPr>
      <a:lvl6pPr marL="1885857" indent="-171442" algn="l" defTabSz="685766" rtl="0" eaLnBrk="1" latinLnBrk="0" hangingPunct="1">
        <a:lnSpc>
          <a:spcPct val="90000"/>
        </a:lnSpc>
        <a:spcBef>
          <a:spcPts val="375"/>
        </a:spcBef>
        <a:buFont typeface="Arial"/>
        <a:buChar char="•"/>
        <a:defRPr sz="1351"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1"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1" kern="1200">
          <a:solidFill>
            <a:schemeClr val="tx1"/>
          </a:solidFill>
          <a:latin typeface="+mn-lt"/>
          <a:ea typeface="+mn-ea"/>
          <a:cs typeface="+mn-cs"/>
        </a:defRPr>
      </a:lvl8pPr>
      <a:lvl9pPr marL="2914506" indent="-171442" algn="l" defTabSz="685766" rtl="0" eaLnBrk="1" latinLnBrk="0" hangingPunct="1">
        <a:lnSpc>
          <a:spcPct val="90000"/>
        </a:lnSpc>
        <a:spcBef>
          <a:spcPts val="375"/>
        </a:spcBef>
        <a:buFont typeface="Arial"/>
        <a:buChar char="•"/>
        <a:defRPr sz="1351" kern="1200">
          <a:solidFill>
            <a:schemeClr val="tx1"/>
          </a:solidFill>
          <a:latin typeface="+mn-lt"/>
          <a:ea typeface="+mn-ea"/>
          <a:cs typeface="+mn-cs"/>
        </a:defRPr>
      </a:lvl9pPr>
    </p:bodyStyle>
    <p:otherStyle>
      <a:defPPr>
        <a:defRPr lang="en-US"/>
      </a:defPPr>
      <a:lvl1pPr marL="0" algn="l" defTabSz="685766" rtl="0" eaLnBrk="1" latinLnBrk="0" hangingPunct="1">
        <a:defRPr sz="1351" kern="1200">
          <a:solidFill>
            <a:schemeClr val="tx1"/>
          </a:solidFill>
          <a:latin typeface="+mn-lt"/>
          <a:ea typeface="+mn-ea"/>
          <a:cs typeface="+mn-cs"/>
        </a:defRPr>
      </a:lvl1pPr>
      <a:lvl2pPr marL="342882"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9"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4" algn="l" defTabSz="685766" rtl="0" eaLnBrk="1" latinLnBrk="0" hangingPunct="1">
        <a:defRPr sz="1351" kern="1200">
          <a:solidFill>
            <a:schemeClr val="tx1"/>
          </a:solidFill>
          <a:latin typeface="+mn-lt"/>
          <a:ea typeface="+mn-ea"/>
          <a:cs typeface="+mn-cs"/>
        </a:defRPr>
      </a:lvl6pPr>
      <a:lvl7pPr marL="2057298"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2" algn="l" defTabSz="685766" rtl="0" eaLnBrk="1" latinLnBrk="0" hangingPunct="1">
        <a:defRPr sz="1351"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5"/>
            <a:ext cx="5486400" cy="5988135"/>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6400800" y="256033"/>
            <a:ext cx="5486400" cy="6000327"/>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800" baseline="0">
                <a:solidFill>
                  <a:schemeClr val="tx1"/>
                </a:solidFill>
                <a:latin typeface="+mn-lt"/>
                <a:ea typeface="Arial" charset="0"/>
                <a:cs typeface="Arial" charset="0"/>
              </a:defRPr>
            </a:lvl1pPr>
          </a:lstStyle>
          <a:p>
            <a:fld id="{D0BE6F14-FF48-0F4F-A8AA-2E3F25371E4A}" type="slidenum">
              <a:rPr lang="en-US" smtClean="0"/>
              <a:pPr/>
              <a:t>‹#›</a:t>
            </a:fld>
            <a:endParaRPr lang="en-US"/>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tx1"/>
                </a:solidFill>
                <a:latin typeface="+mn-lt"/>
                <a:ea typeface="Arial" charset="0"/>
                <a:cs typeface="Arial" charset="0"/>
              </a:defRPr>
            </a:lvl1pPr>
          </a:lstStyle>
          <a:p>
            <a:endParaRPr lang="en-US" dirty="0"/>
          </a:p>
        </p:txBody>
      </p:sp>
    </p:spTree>
    <p:extLst>
      <p:ext uri="{BB962C8B-B14F-4D97-AF65-F5344CB8AC3E}">
        <p14:creationId xmlns:p14="http://schemas.microsoft.com/office/powerpoint/2010/main" val="2646274685"/>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825" r:id="rId23"/>
    <p:sldLayoutId id="2147483826" r:id="rId24"/>
    <p:sldLayoutId id="2147483827" r:id="rId25"/>
    <p:sldLayoutId id="2147483828" r:id="rId26"/>
    <p:sldLayoutId id="2147483829" r:id="rId27"/>
    <p:sldLayoutId id="2147483830" r:id="rId28"/>
    <p:sldLayoutId id="2147483831" r:id="rId29"/>
    <p:sldLayoutId id="2147483832" r:id="rId30"/>
    <p:sldLayoutId id="2147483833" r:id="rId31"/>
    <p:sldLayoutId id="2147483834" r:id="rId32"/>
    <p:sldLayoutId id="2147483835" r:id="rId33"/>
    <p:sldLayoutId id="2147483836" r:id="rId34"/>
    <p:sldLayoutId id="2147483837" r:id="rId35"/>
    <p:sldLayoutId id="2147483838" r:id="rId36"/>
    <p:sldLayoutId id="2147483839" r:id="rId37"/>
    <p:sldLayoutId id="2147483840" r:id="rId38"/>
    <p:sldLayoutId id="2147483841" r:id="rId39"/>
    <p:sldLayoutId id="2147483842" r:id="rId40"/>
    <p:sldLayoutId id="2147483843" r:id="rId41"/>
    <p:sldLayoutId id="2147483844" r:id="rId42"/>
    <p:sldLayoutId id="2147483845" r:id="rId43"/>
    <p:sldLayoutId id="2147483846" r:id="rId44"/>
    <p:sldLayoutId id="2147483847" r:id="rId45"/>
    <p:sldLayoutId id="2147483848" r:id="rId46"/>
    <p:sldLayoutId id="2147483849" r:id="rId47"/>
    <p:sldLayoutId id="2147483850" r:id="rId48"/>
    <p:sldLayoutId id="2147483851" r:id="rId49"/>
    <p:sldLayoutId id="2147483852" r:id="rId50"/>
    <p:sldLayoutId id="2147483853" r:id="rId51"/>
    <p:sldLayoutId id="2147483854" r:id="rId52"/>
  </p:sldLayoutIdLst>
  <p:hf sldNum="0" hdr="0" ftr="0" dt="0"/>
  <p:txStyles>
    <p:titleStyle>
      <a:lvl1pPr algn="l" defTabSz="609585" rtl="0" eaLnBrk="1" latinLnBrk="0" hangingPunct="1">
        <a:lnSpc>
          <a:spcPct val="90000"/>
        </a:lnSpc>
        <a:spcBef>
          <a:spcPct val="0"/>
        </a:spcBef>
        <a:buNone/>
        <a:defRPr sz="3200" kern="1200">
          <a:solidFill>
            <a:schemeClr val="tx1"/>
          </a:solidFill>
          <a:latin typeface="+mj-lt"/>
          <a:ea typeface="Arial" charset="0"/>
          <a:cs typeface="Arial" charset="0"/>
        </a:defRPr>
      </a:lvl1pPr>
    </p:titleStyle>
    <p:bodyStyle>
      <a:lvl1pPr marL="0" indent="0" algn="l" defTabSz="609585" rtl="0" eaLnBrk="1" latinLnBrk="0" hangingPunct="1">
        <a:lnSpc>
          <a:spcPct val="100000"/>
        </a:lnSpc>
        <a:spcBef>
          <a:spcPts val="1467"/>
        </a:spcBef>
        <a:buFont typeface="Arial"/>
        <a:buNone/>
        <a:defRPr sz="1867" kern="1200">
          <a:solidFill>
            <a:schemeClr val="tx1"/>
          </a:solidFill>
          <a:latin typeface="+mn-lt"/>
          <a:ea typeface="Arial" charset="0"/>
          <a:cs typeface="Arial" charset="0"/>
        </a:defRPr>
      </a:lvl1pPr>
      <a:lvl2pPr marL="230712" indent="-230712" algn="l" defTabSz="609585"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2pPr>
      <a:lvl3pPr marL="529153" indent="-230712" algn="l" defTabSz="609585"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3pPr>
      <a:lvl4pPr marL="833946" indent="-224361" algn="l" defTabSz="609585"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4pPr>
      <a:lvl5pPr marL="1071007" indent="-230712" algn="l" defTabSz="609585" rtl="0" eaLnBrk="1" latinLnBrk="0" hangingPunct="1">
        <a:lnSpc>
          <a:spcPct val="100000"/>
        </a:lnSpc>
        <a:spcBef>
          <a:spcPts val="1467"/>
        </a:spcBef>
        <a:spcAft>
          <a:spcPts val="0"/>
        </a:spcAft>
        <a:buFont typeface="Arial"/>
        <a:buChar char="»"/>
        <a:defRPr sz="1867" kern="1200">
          <a:solidFill>
            <a:schemeClr val="tx1"/>
          </a:solidFill>
          <a:latin typeface="+mn-lt"/>
          <a:ea typeface="Arial" charset="0"/>
          <a:cs typeface="Arial"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804334" y="804334"/>
            <a:ext cx="5321300" cy="1725084"/>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075" name="Text Placeholder 2"/>
          <p:cNvSpPr>
            <a:spLocks noGrp="1"/>
          </p:cNvSpPr>
          <p:nvPr>
            <p:ph type="body" idx="1"/>
          </p:nvPr>
        </p:nvSpPr>
        <p:spPr bwMode="auto">
          <a:xfrm>
            <a:off x="6599767" y="905934"/>
            <a:ext cx="4876800" cy="1826269"/>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p:cNvSpPr>
            <a:spLocks noGrp="1"/>
          </p:cNvSpPr>
          <p:nvPr>
            <p:ph type="ftr" sz="quarter" idx="3"/>
          </p:nvPr>
        </p:nvSpPr>
        <p:spPr>
          <a:xfrm>
            <a:off x="4797993" y="6466650"/>
            <a:ext cx="6710660" cy="167207"/>
          </a:xfrm>
          <a:prstGeom prst="rect">
            <a:avLst/>
          </a:prstGeom>
        </p:spPr>
        <p:txBody>
          <a:bodyPr vert="horz" lIns="91440" tIns="45720" rIns="91440" bIns="45720" rtlCol="0" anchor="ctr"/>
          <a:lstStyle>
            <a:lvl1pPr algn="r">
              <a:defRPr sz="800">
                <a:solidFill>
                  <a:srgbClr val="FFFFFF"/>
                </a:solidFill>
              </a:defRPr>
            </a:lvl1pPr>
          </a:lstStyle>
          <a:p>
            <a:r>
              <a:rPr lang="en-US"/>
              <a:t>IBM proprietary.  Restricted to IBM employees and IBM Business Partners internal use only.  Specifications subject to change without notice. </a:t>
            </a:r>
          </a:p>
        </p:txBody>
      </p:sp>
    </p:spTree>
    <p:extLst>
      <p:ext uri="{BB962C8B-B14F-4D97-AF65-F5344CB8AC3E}">
        <p14:creationId xmlns:p14="http://schemas.microsoft.com/office/powerpoint/2010/main" val="251892544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 id="2147483873" r:id="rId18"/>
    <p:sldLayoutId id="2147483874" r:id="rId19"/>
    <p:sldLayoutId id="2147483875" r:id="rId20"/>
    <p:sldLayoutId id="2147483876" r:id="rId21"/>
    <p:sldLayoutId id="2147483877" r:id="rId22"/>
    <p:sldLayoutId id="2147483878" r:id="rId23"/>
    <p:sldLayoutId id="2147483879" r:id="rId24"/>
    <p:sldLayoutId id="2147483880" r:id="rId25"/>
    <p:sldLayoutId id="2147483881" r:id="rId26"/>
  </p:sldLayoutIdLst>
  <p:hf sldNum="0" hdr="0" dt="0"/>
  <p:txStyles>
    <p:titleStyle>
      <a:lvl1pPr algn="l" rtl="0" fontAlgn="base">
        <a:spcBef>
          <a:spcPct val="0"/>
        </a:spcBef>
        <a:spcAft>
          <a:spcPct val="0"/>
        </a:spcAft>
        <a:defRPr sz="5600" kern="1200">
          <a:solidFill>
            <a:srgbClr val="FFFFFF"/>
          </a:solidFill>
          <a:latin typeface="+mj-lt"/>
          <a:ea typeface="ＭＳ Ｐゴシック" charset="0"/>
          <a:cs typeface="ＭＳ Ｐゴシック" charset="0"/>
        </a:defRPr>
      </a:lvl1pPr>
      <a:lvl2pPr algn="l" rtl="0" fontAlgn="base">
        <a:spcBef>
          <a:spcPct val="0"/>
        </a:spcBef>
        <a:spcAft>
          <a:spcPct val="0"/>
        </a:spcAft>
        <a:defRPr sz="5600">
          <a:solidFill>
            <a:srgbClr val="FFFFFF"/>
          </a:solidFill>
          <a:latin typeface="Arial" charset="0"/>
          <a:ea typeface="ＭＳ Ｐゴシック" charset="0"/>
          <a:cs typeface="ＭＳ Ｐゴシック" charset="0"/>
        </a:defRPr>
      </a:lvl2pPr>
      <a:lvl3pPr algn="l" rtl="0" fontAlgn="base">
        <a:spcBef>
          <a:spcPct val="0"/>
        </a:spcBef>
        <a:spcAft>
          <a:spcPct val="0"/>
        </a:spcAft>
        <a:defRPr sz="5600">
          <a:solidFill>
            <a:srgbClr val="FFFFFF"/>
          </a:solidFill>
          <a:latin typeface="Arial" charset="0"/>
          <a:ea typeface="ＭＳ Ｐゴシック" charset="0"/>
          <a:cs typeface="ＭＳ Ｐゴシック" charset="0"/>
        </a:defRPr>
      </a:lvl3pPr>
      <a:lvl4pPr algn="l" rtl="0" fontAlgn="base">
        <a:spcBef>
          <a:spcPct val="0"/>
        </a:spcBef>
        <a:spcAft>
          <a:spcPct val="0"/>
        </a:spcAft>
        <a:defRPr sz="5600">
          <a:solidFill>
            <a:srgbClr val="FFFFFF"/>
          </a:solidFill>
          <a:latin typeface="Arial" charset="0"/>
          <a:ea typeface="ＭＳ Ｐゴシック" charset="0"/>
          <a:cs typeface="ＭＳ Ｐゴシック" charset="0"/>
        </a:defRPr>
      </a:lvl4pPr>
      <a:lvl5pPr algn="l" rtl="0" fontAlgn="base">
        <a:spcBef>
          <a:spcPct val="0"/>
        </a:spcBef>
        <a:spcAft>
          <a:spcPct val="0"/>
        </a:spcAft>
        <a:defRPr sz="5600">
          <a:solidFill>
            <a:srgbClr val="FFFFFF"/>
          </a:solidFill>
          <a:latin typeface="Arial" charset="0"/>
          <a:ea typeface="ＭＳ Ｐゴシック" charset="0"/>
          <a:cs typeface="ＭＳ Ｐゴシック" charset="0"/>
        </a:defRPr>
      </a:lvl5pPr>
      <a:lvl6pPr marL="609585" algn="l" rtl="0" fontAlgn="base">
        <a:spcBef>
          <a:spcPct val="0"/>
        </a:spcBef>
        <a:spcAft>
          <a:spcPct val="0"/>
        </a:spcAft>
        <a:defRPr sz="5600">
          <a:solidFill>
            <a:srgbClr val="FFFFFF"/>
          </a:solidFill>
          <a:latin typeface="Arial" charset="0"/>
          <a:ea typeface="ＭＳ Ｐゴシック" charset="0"/>
          <a:cs typeface="ＭＳ Ｐゴシック" charset="0"/>
        </a:defRPr>
      </a:lvl6pPr>
      <a:lvl7pPr marL="1219170" algn="l" rtl="0" fontAlgn="base">
        <a:spcBef>
          <a:spcPct val="0"/>
        </a:spcBef>
        <a:spcAft>
          <a:spcPct val="0"/>
        </a:spcAft>
        <a:defRPr sz="5600">
          <a:solidFill>
            <a:srgbClr val="FFFFFF"/>
          </a:solidFill>
          <a:latin typeface="Arial" charset="0"/>
          <a:ea typeface="ＭＳ Ｐゴシック" charset="0"/>
          <a:cs typeface="ＭＳ Ｐゴシック" charset="0"/>
        </a:defRPr>
      </a:lvl7pPr>
      <a:lvl8pPr marL="1828754" algn="l" rtl="0" fontAlgn="base">
        <a:spcBef>
          <a:spcPct val="0"/>
        </a:spcBef>
        <a:spcAft>
          <a:spcPct val="0"/>
        </a:spcAft>
        <a:defRPr sz="5600">
          <a:solidFill>
            <a:srgbClr val="FFFFFF"/>
          </a:solidFill>
          <a:latin typeface="Arial" charset="0"/>
          <a:ea typeface="ＭＳ Ｐゴシック" charset="0"/>
          <a:cs typeface="ＭＳ Ｐゴシック" charset="0"/>
        </a:defRPr>
      </a:lvl8pPr>
      <a:lvl9pPr marL="2438339" algn="l" rtl="0" fontAlgn="base">
        <a:spcBef>
          <a:spcPct val="0"/>
        </a:spcBef>
        <a:spcAft>
          <a:spcPct val="0"/>
        </a:spcAft>
        <a:defRPr sz="5600">
          <a:solidFill>
            <a:srgbClr val="FFFFFF"/>
          </a:solidFill>
          <a:latin typeface="Arial" charset="0"/>
          <a:ea typeface="ＭＳ Ｐゴシック" charset="0"/>
          <a:cs typeface="ＭＳ Ｐゴシック" charset="0"/>
        </a:defRPr>
      </a:lvl9pPr>
    </p:titleStyle>
    <p:bodyStyle>
      <a:lvl1pPr marL="380990" indent="-380990" algn="l" rtl="0" fontAlgn="base">
        <a:spcBef>
          <a:spcPct val="20000"/>
        </a:spcBef>
        <a:spcAft>
          <a:spcPct val="0"/>
        </a:spcAft>
        <a:buFont typeface="Arial" charset="0"/>
        <a:buChar char="–"/>
        <a:defRPr sz="2667" kern="1200">
          <a:solidFill>
            <a:srgbClr val="FFFFFF"/>
          </a:solidFill>
          <a:latin typeface="+mn-lt"/>
          <a:ea typeface="ＭＳ Ｐゴシック" charset="0"/>
          <a:cs typeface="ＭＳ Ｐゴシック" charset="0"/>
        </a:defRPr>
      </a:lvl1pPr>
      <a:lvl2pPr marL="831830" indent="-368291" algn="l" rtl="0" fontAlgn="base">
        <a:spcBef>
          <a:spcPct val="20000"/>
        </a:spcBef>
        <a:spcAft>
          <a:spcPct val="0"/>
        </a:spcAft>
        <a:buFont typeface="Arial" charset="0"/>
        <a:buChar char="•"/>
        <a:defRPr kern="1200">
          <a:solidFill>
            <a:srgbClr val="FFFFFF"/>
          </a:solidFill>
          <a:latin typeface="+mn-lt"/>
          <a:ea typeface="ＭＳ Ｐゴシック" charset="0"/>
          <a:cs typeface="+mn-cs"/>
        </a:defRPr>
      </a:lvl2pPr>
      <a:lvl3pPr marL="1219170" indent="-387341" algn="l" rtl="0" fontAlgn="base">
        <a:spcBef>
          <a:spcPct val="20000"/>
        </a:spcBef>
        <a:spcAft>
          <a:spcPct val="0"/>
        </a:spcAft>
        <a:buFont typeface="Arial" charset="0"/>
        <a:buChar char="–"/>
        <a:defRPr sz="2133" kern="1200">
          <a:solidFill>
            <a:srgbClr val="FFFFFF"/>
          </a:solidFill>
          <a:latin typeface="+mn-lt"/>
          <a:ea typeface="ＭＳ Ｐゴシック" charset="0"/>
          <a:cs typeface="+mn-cs"/>
        </a:defRPr>
      </a:lvl3pPr>
      <a:lvl4pPr marL="1528195" indent="-309026" algn="l" rtl="0" fontAlgn="base">
        <a:spcBef>
          <a:spcPct val="20000"/>
        </a:spcBef>
        <a:spcAft>
          <a:spcPct val="0"/>
        </a:spcAft>
        <a:buFont typeface="Arial" charset="0"/>
        <a:buChar char="–"/>
        <a:defRPr sz="1867" kern="1200">
          <a:solidFill>
            <a:srgbClr val="FFFFFF"/>
          </a:solidFill>
          <a:latin typeface="+mn-lt"/>
          <a:ea typeface="ＭＳ Ｐゴシック" charset="0"/>
          <a:cs typeface="+mn-cs"/>
        </a:defRPr>
      </a:lvl4pPr>
      <a:lvl5pPr marL="1839338" indent="-311143" algn="l" rtl="0" fontAlgn="base">
        <a:spcBef>
          <a:spcPct val="20000"/>
        </a:spcBef>
        <a:spcAft>
          <a:spcPct val="0"/>
        </a:spcAft>
        <a:buFont typeface="Arial" charset="0"/>
        <a:buChar char="»"/>
        <a:defRPr sz="1867" kern="1200">
          <a:solidFill>
            <a:srgbClr val="FFFFFF"/>
          </a:solidFill>
          <a:latin typeface="+mn-lt"/>
          <a:ea typeface="ＭＳ Ｐゴシック" charset="0"/>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6"/>
            <a:ext cx="5486400" cy="5988135"/>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6400800" y="256033"/>
            <a:ext cx="5486400" cy="6000327"/>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799" baseline="0">
                <a:solidFill>
                  <a:schemeClr val="bg2"/>
                </a:solidFill>
                <a:latin typeface="+mn-lt"/>
                <a:ea typeface="Arial" charset="0"/>
                <a:cs typeface="Arial" charset="0"/>
              </a:defRPr>
            </a:lvl1pPr>
          </a:lstStyle>
          <a:p>
            <a:fld id="{3FD999D4-B456-9943-89B7-30D56181CE18}" type="slidenum">
              <a:rPr lang="en-US" smtClean="0"/>
              <a:pPr/>
              <a:t>‹#›</a:t>
            </a:fld>
            <a:endParaRPr lang="en-US"/>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799" baseline="0">
                <a:solidFill>
                  <a:schemeClr val="bg2"/>
                </a:solidFill>
                <a:latin typeface="+mn-lt"/>
                <a:ea typeface="Arial" charset="0"/>
                <a:cs typeface="Arial" charset="0"/>
              </a:defRPr>
            </a:lvl1pPr>
          </a:lstStyle>
          <a:p>
            <a:r>
              <a:rPr lang="en-US"/>
              <a:t>IBM Cloud / DOC ID / Month XX, 2018 / © 2018 IBM Corporation</a:t>
            </a:r>
          </a:p>
        </p:txBody>
      </p:sp>
    </p:spTree>
    <p:extLst>
      <p:ext uri="{BB962C8B-B14F-4D97-AF65-F5344CB8AC3E}">
        <p14:creationId xmlns:p14="http://schemas.microsoft.com/office/powerpoint/2010/main" val="1093895401"/>
      </p:ext>
    </p:extLst>
  </p:cSld>
  <p:clrMap bg1="lt1" tx1="dk1" bg2="lt2" tx2="dk2" accent1="accent1" accent2="accent2" accent3="accent3" accent4="accent4" accent5="accent5" accent6="accent6" hlink="hlink" folHlink="folHlink"/>
  <p:sldLayoutIdLst>
    <p:sldLayoutId id="2147483884" r:id="rId1"/>
    <p:sldLayoutId id="2147483885" r:id="rId2"/>
  </p:sldLayoutIdLst>
  <p:hf hdr="0" dt="0"/>
  <p:txStyles>
    <p:titleStyle>
      <a:lvl1pPr algn="l" defTabSz="608975" rtl="0" eaLnBrk="1" latinLnBrk="0" hangingPunct="1">
        <a:lnSpc>
          <a:spcPct val="90000"/>
        </a:lnSpc>
        <a:spcBef>
          <a:spcPct val="0"/>
        </a:spcBef>
        <a:buNone/>
        <a:defRPr sz="3197" kern="1200">
          <a:solidFill>
            <a:schemeClr val="bg2"/>
          </a:solidFill>
          <a:latin typeface="+mj-lt"/>
          <a:ea typeface="Arial" charset="0"/>
          <a:cs typeface="Arial" charset="0"/>
        </a:defRPr>
      </a:lvl1pPr>
    </p:titleStyle>
    <p:bodyStyle>
      <a:lvl1pPr marL="0" indent="0" algn="l" defTabSz="608975" rtl="0" eaLnBrk="1" latinLnBrk="0" hangingPunct="1">
        <a:lnSpc>
          <a:spcPct val="100000"/>
        </a:lnSpc>
        <a:spcBef>
          <a:spcPts val="1465"/>
        </a:spcBef>
        <a:buFont typeface="Arial"/>
        <a:buNone/>
        <a:defRPr sz="1865" kern="1200">
          <a:solidFill>
            <a:schemeClr val="bg2"/>
          </a:solidFill>
          <a:latin typeface="+mn-lt"/>
          <a:ea typeface="Arial" charset="0"/>
          <a:cs typeface="Arial" charset="0"/>
        </a:defRPr>
      </a:lvl1pPr>
      <a:lvl2pPr marL="230481" indent="-230481" algn="l" defTabSz="608975" rtl="0" eaLnBrk="1" latinLnBrk="0" hangingPunct="1">
        <a:lnSpc>
          <a:spcPct val="100000"/>
        </a:lnSpc>
        <a:spcBef>
          <a:spcPts val="1465"/>
        </a:spcBef>
        <a:spcAft>
          <a:spcPts val="0"/>
        </a:spcAft>
        <a:buFont typeface="Arial"/>
        <a:buChar char="–"/>
        <a:defRPr sz="1865" kern="1200">
          <a:solidFill>
            <a:schemeClr val="bg2"/>
          </a:solidFill>
          <a:latin typeface="+mn-lt"/>
          <a:ea typeface="Arial" charset="0"/>
          <a:cs typeface="Arial" charset="0"/>
        </a:defRPr>
      </a:lvl2pPr>
      <a:lvl3pPr marL="528624" indent="-230481" algn="l" defTabSz="608975" rtl="0" eaLnBrk="1" latinLnBrk="0" hangingPunct="1">
        <a:lnSpc>
          <a:spcPct val="100000"/>
        </a:lnSpc>
        <a:spcBef>
          <a:spcPts val="1465"/>
        </a:spcBef>
        <a:spcAft>
          <a:spcPts val="0"/>
        </a:spcAft>
        <a:buFont typeface="Arial"/>
        <a:buChar char="•"/>
        <a:defRPr sz="1865" kern="1200">
          <a:solidFill>
            <a:schemeClr val="bg2"/>
          </a:solidFill>
          <a:latin typeface="+mn-lt"/>
          <a:ea typeface="Arial" charset="0"/>
          <a:cs typeface="Arial" charset="0"/>
        </a:defRPr>
      </a:lvl3pPr>
      <a:lvl4pPr marL="833113" indent="-224137" algn="l" defTabSz="608975" rtl="0" eaLnBrk="1" latinLnBrk="0" hangingPunct="1">
        <a:lnSpc>
          <a:spcPct val="100000"/>
        </a:lnSpc>
        <a:spcBef>
          <a:spcPts val="1465"/>
        </a:spcBef>
        <a:spcAft>
          <a:spcPts val="0"/>
        </a:spcAft>
        <a:buFont typeface="Arial"/>
        <a:buChar char="–"/>
        <a:defRPr sz="1865" kern="1200">
          <a:solidFill>
            <a:schemeClr val="bg2"/>
          </a:solidFill>
          <a:latin typeface="+mn-lt"/>
          <a:ea typeface="Arial" charset="0"/>
          <a:cs typeface="Arial" charset="0"/>
        </a:defRPr>
      </a:lvl4pPr>
      <a:lvl5pPr marL="1069936" indent="-230481" algn="l" defTabSz="608975" rtl="0" eaLnBrk="1" latinLnBrk="0" hangingPunct="1">
        <a:lnSpc>
          <a:spcPct val="100000"/>
        </a:lnSpc>
        <a:spcBef>
          <a:spcPts val="1465"/>
        </a:spcBef>
        <a:spcAft>
          <a:spcPts val="0"/>
        </a:spcAft>
        <a:buFont typeface="Arial"/>
        <a:buChar char="»"/>
        <a:defRPr sz="1865" kern="1200">
          <a:solidFill>
            <a:schemeClr val="bg2"/>
          </a:solidFill>
          <a:latin typeface="+mn-lt"/>
          <a:ea typeface="Arial" charset="0"/>
          <a:cs typeface="Arial" charset="0"/>
        </a:defRPr>
      </a:lvl5pPr>
      <a:lvl6pPr marL="3349363" indent="-304487" algn="l" defTabSz="608975" rtl="0" eaLnBrk="1" latinLnBrk="0" hangingPunct="1">
        <a:spcBef>
          <a:spcPct val="20000"/>
        </a:spcBef>
        <a:buFont typeface="Arial"/>
        <a:buChar char="•"/>
        <a:defRPr sz="2664" kern="1200">
          <a:solidFill>
            <a:schemeClr val="tx1"/>
          </a:solidFill>
          <a:latin typeface="+mn-lt"/>
          <a:ea typeface="+mn-ea"/>
          <a:cs typeface="+mn-cs"/>
        </a:defRPr>
      </a:lvl6pPr>
      <a:lvl7pPr marL="3958338" indent="-304487" algn="l" defTabSz="608975" rtl="0" eaLnBrk="1" latinLnBrk="0" hangingPunct="1">
        <a:spcBef>
          <a:spcPct val="20000"/>
        </a:spcBef>
        <a:buFont typeface="Arial"/>
        <a:buChar char="•"/>
        <a:defRPr sz="2664" kern="1200">
          <a:solidFill>
            <a:schemeClr val="tx1"/>
          </a:solidFill>
          <a:latin typeface="+mn-lt"/>
          <a:ea typeface="+mn-ea"/>
          <a:cs typeface="+mn-cs"/>
        </a:defRPr>
      </a:lvl7pPr>
      <a:lvl8pPr marL="4567314" indent="-304487" algn="l" defTabSz="608975" rtl="0" eaLnBrk="1" latinLnBrk="0" hangingPunct="1">
        <a:spcBef>
          <a:spcPct val="20000"/>
        </a:spcBef>
        <a:buFont typeface="Arial"/>
        <a:buChar char="•"/>
        <a:defRPr sz="2664" kern="1200">
          <a:solidFill>
            <a:schemeClr val="tx1"/>
          </a:solidFill>
          <a:latin typeface="+mn-lt"/>
          <a:ea typeface="+mn-ea"/>
          <a:cs typeface="+mn-cs"/>
        </a:defRPr>
      </a:lvl8pPr>
      <a:lvl9pPr marL="5176289" indent="-304487" algn="l" defTabSz="608975" rtl="0" eaLnBrk="1" latinLnBrk="0" hangingPunct="1">
        <a:spcBef>
          <a:spcPct val="20000"/>
        </a:spcBef>
        <a:buFont typeface="Arial"/>
        <a:buChar char="•"/>
        <a:defRPr sz="2664" kern="1200">
          <a:solidFill>
            <a:schemeClr val="tx1"/>
          </a:solidFill>
          <a:latin typeface="+mn-lt"/>
          <a:ea typeface="+mn-ea"/>
          <a:cs typeface="+mn-cs"/>
        </a:defRPr>
      </a:lvl9pPr>
    </p:bodyStyle>
    <p:otherStyle>
      <a:defPPr>
        <a:defRPr lang="en-US"/>
      </a:defPPr>
      <a:lvl1pPr marL="0" algn="l" defTabSz="608975" rtl="0" eaLnBrk="1" latinLnBrk="0" hangingPunct="1">
        <a:defRPr sz="2397" kern="1200">
          <a:solidFill>
            <a:schemeClr val="tx1"/>
          </a:solidFill>
          <a:latin typeface="+mn-lt"/>
          <a:ea typeface="+mn-ea"/>
          <a:cs typeface="+mn-cs"/>
        </a:defRPr>
      </a:lvl1pPr>
      <a:lvl2pPr marL="608975" algn="l" defTabSz="608975" rtl="0" eaLnBrk="1" latinLnBrk="0" hangingPunct="1">
        <a:defRPr sz="2397" kern="1200">
          <a:solidFill>
            <a:schemeClr val="tx1"/>
          </a:solidFill>
          <a:latin typeface="+mn-lt"/>
          <a:ea typeface="+mn-ea"/>
          <a:cs typeface="+mn-cs"/>
        </a:defRPr>
      </a:lvl2pPr>
      <a:lvl3pPr marL="1217951" algn="l" defTabSz="608975" rtl="0" eaLnBrk="1" latinLnBrk="0" hangingPunct="1">
        <a:defRPr sz="2397" kern="1200">
          <a:solidFill>
            <a:schemeClr val="tx1"/>
          </a:solidFill>
          <a:latin typeface="+mn-lt"/>
          <a:ea typeface="+mn-ea"/>
          <a:cs typeface="+mn-cs"/>
        </a:defRPr>
      </a:lvl3pPr>
      <a:lvl4pPr marL="1826925" algn="l" defTabSz="608975" rtl="0" eaLnBrk="1" latinLnBrk="0" hangingPunct="1">
        <a:defRPr sz="2397" kern="1200">
          <a:solidFill>
            <a:schemeClr val="tx1"/>
          </a:solidFill>
          <a:latin typeface="+mn-lt"/>
          <a:ea typeface="+mn-ea"/>
          <a:cs typeface="+mn-cs"/>
        </a:defRPr>
      </a:lvl4pPr>
      <a:lvl5pPr marL="2435900" algn="l" defTabSz="608975" rtl="0" eaLnBrk="1" latinLnBrk="0" hangingPunct="1">
        <a:defRPr sz="2397" kern="1200">
          <a:solidFill>
            <a:schemeClr val="tx1"/>
          </a:solidFill>
          <a:latin typeface="+mn-lt"/>
          <a:ea typeface="+mn-ea"/>
          <a:cs typeface="+mn-cs"/>
        </a:defRPr>
      </a:lvl5pPr>
      <a:lvl6pPr marL="3044876" algn="l" defTabSz="608975" rtl="0" eaLnBrk="1" latinLnBrk="0" hangingPunct="1">
        <a:defRPr sz="2397" kern="1200">
          <a:solidFill>
            <a:schemeClr val="tx1"/>
          </a:solidFill>
          <a:latin typeface="+mn-lt"/>
          <a:ea typeface="+mn-ea"/>
          <a:cs typeface="+mn-cs"/>
        </a:defRPr>
      </a:lvl6pPr>
      <a:lvl7pPr marL="3653851" algn="l" defTabSz="608975" rtl="0" eaLnBrk="1" latinLnBrk="0" hangingPunct="1">
        <a:defRPr sz="2397" kern="1200">
          <a:solidFill>
            <a:schemeClr val="tx1"/>
          </a:solidFill>
          <a:latin typeface="+mn-lt"/>
          <a:ea typeface="+mn-ea"/>
          <a:cs typeface="+mn-cs"/>
        </a:defRPr>
      </a:lvl7pPr>
      <a:lvl8pPr marL="4262827" algn="l" defTabSz="608975" rtl="0" eaLnBrk="1" latinLnBrk="0" hangingPunct="1">
        <a:defRPr sz="2397" kern="1200">
          <a:solidFill>
            <a:schemeClr val="tx1"/>
          </a:solidFill>
          <a:latin typeface="+mn-lt"/>
          <a:ea typeface="+mn-ea"/>
          <a:cs typeface="+mn-cs"/>
        </a:defRPr>
      </a:lvl8pPr>
      <a:lvl9pPr marL="4871801" algn="l" defTabSz="608975" rtl="0" eaLnBrk="1" latinLnBrk="0" hangingPunct="1">
        <a:defRPr sz="2397"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9.xml"/><Relationship Id="rId5" Type="http://schemas.openxmlformats.org/officeDocument/2006/relationships/image" Target="../media/image21.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ibm.biz/Bd4nKY" TargetMode="External"/><Relationship Id="rId2" Type="http://schemas.openxmlformats.org/officeDocument/2006/relationships/notesSlide" Target="../notesSlides/notesSlide2.xml"/><Relationship Id="rId1" Type="http://schemas.openxmlformats.org/officeDocument/2006/relationships/slideLayout" Target="../slideLayouts/slideLayout18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emf"/><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91.xml"/><Relationship Id="rId6" Type="http://schemas.openxmlformats.org/officeDocument/2006/relationships/image" Target="../media/image25.emf"/><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0.xm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924F-5E39-9B43-BD0D-F3FB8F39AEC4}"/>
              </a:ext>
            </a:extLst>
          </p:cNvPr>
          <p:cNvSpPr>
            <a:spLocks noGrp="1"/>
          </p:cNvSpPr>
          <p:nvPr>
            <p:ph type="title"/>
          </p:nvPr>
        </p:nvSpPr>
        <p:spPr>
          <a:xfrm>
            <a:off x="266700" y="440872"/>
            <a:ext cx="9710057" cy="952500"/>
          </a:xfrm>
        </p:spPr>
        <p:txBody>
          <a:bodyPr/>
          <a:lstStyle/>
          <a:p>
            <a:r>
              <a:rPr lang="en-US" dirty="0" err="1"/>
              <a:t>Avantages</a:t>
            </a:r>
            <a:r>
              <a:rPr lang="en-US" dirty="0"/>
              <a:t> du Stockage </a:t>
            </a:r>
            <a:r>
              <a:rPr lang="en-US" dirty="0" err="1"/>
              <a:t>Objet</a:t>
            </a:r>
            <a:r>
              <a:rPr lang="en-US" dirty="0"/>
              <a:t> IBM Cloud</a:t>
            </a:r>
          </a:p>
        </p:txBody>
      </p:sp>
      <p:sp>
        <p:nvSpPr>
          <p:cNvPr id="5" name="Content Placeholder 4">
            <a:extLst>
              <a:ext uri="{FF2B5EF4-FFF2-40B4-BE49-F238E27FC236}">
                <a16:creationId xmlns:a16="http://schemas.microsoft.com/office/drawing/2014/main" id="{709EE88D-2021-1849-9872-B32ECB8A850F}"/>
              </a:ext>
            </a:extLst>
          </p:cNvPr>
          <p:cNvSpPr>
            <a:spLocks noGrp="1"/>
          </p:cNvSpPr>
          <p:nvPr>
            <p:ph idx="13"/>
          </p:nvPr>
        </p:nvSpPr>
        <p:spPr>
          <a:xfrm>
            <a:off x="285026" y="761807"/>
            <a:ext cx="6204438" cy="5482383"/>
          </a:xfrm>
        </p:spPr>
        <p:txBody>
          <a:bodyPr/>
          <a:lstStyle/>
          <a:p>
            <a:pPr marL="285739" indent="-285739">
              <a:buFont typeface="Arial" panose="020B0604020202020204" pitchFamily="34" charset="0"/>
              <a:buChar char="•"/>
            </a:pPr>
            <a:r>
              <a:rPr lang="en-US" sz="1333" b="1" dirty="0" err="1"/>
              <a:t>Sécurité</a:t>
            </a:r>
            <a:r>
              <a:rPr lang="en-US" sz="1333" b="1" dirty="0"/>
              <a:t> la plus </a:t>
            </a:r>
            <a:r>
              <a:rPr lang="en-US" sz="1333" b="1" dirty="0" err="1"/>
              <a:t>élevée</a:t>
            </a:r>
            <a:r>
              <a:rPr lang="en-US" sz="1333" b="1" dirty="0"/>
              <a:t> du </a:t>
            </a:r>
            <a:r>
              <a:rPr lang="en-US" sz="1333" b="1" dirty="0" err="1"/>
              <a:t>marché</a:t>
            </a:r>
            <a:endParaRPr lang="en-US" sz="1333" b="1" dirty="0"/>
          </a:p>
          <a:p>
            <a:pPr marL="476231" lvl="1" indent="-285739">
              <a:buFont typeface="Arial" panose="020B0604020202020204" pitchFamily="34" charset="0"/>
              <a:buChar char="•"/>
            </a:pPr>
            <a:r>
              <a:rPr lang="en-US" sz="1167" dirty="0" err="1"/>
              <a:t>Conformité</a:t>
            </a:r>
            <a:r>
              <a:rPr lang="en-US" sz="1167" dirty="0"/>
              <a:t> la plus </a:t>
            </a:r>
            <a:r>
              <a:rPr lang="en-US" sz="1167" dirty="0" err="1"/>
              <a:t>élevée</a:t>
            </a:r>
            <a:r>
              <a:rPr lang="en-US" sz="1167" dirty="0"/>
              <a:t> de </a:t>
            </a:r>
            <a:r>
              <a:rPr lang="en-US" sz="1167" dirty="0" err="1"/>
              <a:t>cryptage</a:t>
            </a:r>
            <a:r>
              <a:rPr lang="en-US" sz="1167" dirty="0"/>
              <a:t> des </a:t>
            </a:r>
            <a:r>
              <a:rPr lang="en-US" sz="1167" dirty="0" err="1"/>
              <a:t>données</a:t>
            </a:r>
            <a:r>
              <a:rPr lang="en-US" sz="1167" dirty="0"/>
              <a:t> du </a:t>
            </a:r>
            <a:r>
              <a:rPr lang="en-US" sz="1167" dirty="0" err="1"/>
              <a:t>marché</a:t>
            </a:r>
            <a:endParaRPr lang="en-US" sz="1167" dirty="0"/>
          </a:p>
          <a:p>
            <a:pPr marL="285739" indent="-285739">
              <a:buFont typeface="Arial" panose="020B0604020202020204" pitchFamily="34" charset="0"/>
              <a:buChar char="•"/>
            </a:pPr>
            <a:r>
              <a:rPr lang="en-US" sz="1333" b="1" dirty="0"/>
              <a:t>Le stockage </a:t>
            </a:r>
            <a:r>
              <a:rPr lang="en-US" sz="1333" b="1" dirty="0" err="1"/>
              <a:t>objet</a:t>
            </a:r>
            <a:r>
              <a:rPr lang="en-US" sz="1333" b="1" dirty="0"/>
              <a:t> IBM Cloud</a:t>
            </a:r>
          </a:p>
          <a:p>
            <a:pPr marL="476231" lvl="1" indent="-285739">
              <a:buFont typeface="Arial" panose="020B0604020202020204" pitchFamily="34" charset="0"/>
              <a:buChar char="•"/>
            </a:pPr>
            <a:r>
              <a:rPr lang="en-US" sz="1167" dirty="0"/>
              <a:t>Eco-</a:t>
            </a:r>
            <a:r>
              <a:rPr lang="en-US" sz="1167" dirty="0" err="1"/>
              <a:t>système</a:t>
            </a:r>
            <a:r>
              <a:rPr lang="en-US" sz="1167" dirty="0"/>
              <a:t> important dans le cloud</a:t>
            </a:r>
          </a:p>
          <a:p>
            <a:pPr marL="476231" lvl="1" indent="-285739">
              <a:buFont typeface="Arial" panose="020B0604020202020204" pitchFamily="34" charset="0"/>
              <a:buChar char="•"/>
            </a:pPr>
            <a:r>
              <a:rPr lang="en-US" sz="1167" dirty="0" err="1"/>
              <a:t>Expérience</a:t>
            </a:r>
            <a:r>
              <a:rPr lang="en-US" sz="1167" dirty="0"/>
              <a:t> </a:t>
            </a:r>
            <a:r>
              <a:rPr lang="en-US" sz="1167" dirty="0" err="1"/>
              <a:t>avérée</a:t>
            </a:r>
            <a:r>
              <a:rPr lang="en-US" sz="1167" dirty="0"/>
              <a:t> dans le </a:t>
            </a:r>
            <a:r>
              <a:rPr lang="en-US" sz="1167" dirty="0" err="1"/>
              <a:t>domaine</a:t>
            </a:r>
            <a:r>
              <a:rPr lang="en-US" sz="1167" dirty="0"/>
              <a:t> du stockage </a:t>
            </a:r>
            <a:r>
              <a:rPr lang="en-US" sz="1167" dirty="0" err="1"/>
              <a:t>à</a:t>
            </a:r>
            <a:r>
              <a:rPr lang="en-US" sz="1167" dirty="0"/>
              <a:t> </a:t>
            </a:r>
            <a:r>
              <a:rPr lang="en-US" sz="1167" dirty="0" err="1"/>
              <a:t>l'échelle</a:t>
            </a:r>
            <a:r>
              <a:rPr lang="en-US" sz="1167" dirty="0"/>
              <a:t> de </a:t>
            </a:r>
            <a:r>
              <a:rPr lang="en-US" sz="1167" dirty="0" err="1"/>
              <a:t>l'</a:t>
            </a:r>
            <a:r>
              <a:rPr lang="en-US" sz="1167" b="1" dirty="0" err="1"/>
              <a:t>exaoctet</a:t>
            </a:r>
            <a:r>
              <a:rPr lang="en-US" sz="1167" dirty="0"/>
              <a:t> pour la </a:t>
            </a:r>
            <a:r>
              <a:rPr lang="en-US" sz="1167" dirty="0" err="1"/>
              <a:t>sauvegarde</a:t>
            </a:r>
            <a:r>
              <a:rPr lang="en-US" sz="1167" dirty="0"/>
              <a:t> des </a:t>
            </a:r>
            <a:r>
              <a:rPr lang="en-US" sz="1167" dirty="0" err="1"/>
              <a:t>appareils</a:t>
            </a:r>
            <a:r>
              <a:rPr lang="en-US" sz="1167" dirty="0"/>
              <a:t> mobiles. </a:t>
            </a:r>
          </a:p>
          <a:p>
            <a:pPr marL="476231" lvl="1" indent="-285739">
              <a:buFont typeface="Arial" panose="020B0604020202020204" pitchFamily="34" charset="0"/>
              <a:buChar char="•"/>
            </a:pPr>
            <a:r>
              <a:rPr lang="en-US" sz="1167" dirty="0"/>
              <a:t>Haute performance pour </a:t>
            </a:r>
            <a:r>
              <a:rPr lang="en-US" sz="1167" dirty="0" err="1"/>
              <a:t>répondre</a:t>
            </a:r>
            <a:r>
              <a:rPr lang="en-US" sz="1167" dirty="0"/>
              <a:t> aux </a:t>
            </a:r>
            <a:r>
              <a:rPr lang="en-US" sz="1167" dirty="0" err="1"/>
              <a:t>besoins</a:t>
            </a:r>
            <a:r>
              <a:rPr lang="en-US" sz="1167" dirty="0"/>
              <a:t> de &gt;</a:t>
            </a:r>
            <a:r>
              <a:rPr lang="en-US" sz="1167" b="1" dirty="0"/>
              <a:t>1M </a:t>
            </a:r>
            <a:r>
              <a:rPr lang="en-US" sz="1167" b="1" dirty="0" err="1"/>
              <a:t>d'utilisateurs</a:t>
            </a:r>
            <a:r>
              <a:rPr lang="en-US" sz="1167" b="1" dirty="0"/>
              <a:t> </a:t>
            </a:r>
            <a:r>
              <a:rPr lang="en-US" sz="1167" dirty="0" err="1"/>
              <a:t>simultanés</a:t>
            </a:r>
            <a:r>
              <a:rPr lang="en-US" sz="1167" dirty="0"/>
              <a:t> avec un </a:t>
            </a:r>
            <a:r>
              <a:rPr lang="en-US" sz="1167" dirty="0" err="1"/>
              <a:t>débit</a:t>
            </a:r>
            <a:r>
              <a:rPr lang="en-US" sz="1167" dirty="0"/>
              <a:t> </a:t>
            </a:r>
            <a:r>
              <a:rPr lang="en-US" sz="1167" dirty="0" err="1"/>
              <a:t>moyen</a:t>
            </a:r>
            <a:r>
              <a:rPr lang="en-US" sz="1167" dirty="0"/>
              <a:t> </a:t>
            </a:r>
            <a:r>
              <a:rPr lang="en-US" sz="1167" dirty="0" err="1"/>
              <a:t>jusqu’à</a:t>
            </a:r>
            <a:r>
              <a:rPr lang="en-US" sz="1167" dirty="0"/>
              <a:t> 2 Gbps par session</a:t>
            </a:r>
          </a:p>
          <a:p>
            <a:pPr marL="476231" lvl="1" indent="-285739">
              <a:buFont typeface="Arial" panose="020B0604020202020204" pitchFamily="34" charset="0"/>
              <a:buChar char="•"/>
            </a:pPr>
            <a:r>
              <a:rPr lang="en-US" sz="1167" dirty="0" err="1"/>
              <a:t>Possibilité</a:t>
            </a:r>
            <a:r>
              <a:rPr lang="en-US" sz="1167" dirty="0"/>
              <a:t> de disposer d’un </a:t>
            </a:r>
            <a:r>
              <a:rPr lang="en-US" sz="1167" dirty="0" err="1"/>
              <a:t>espace</a:t>
            </a:r>
            <a:r>
              <a:rPr lang="en-US" sz="1167" dirty="0"/>
              <a:t> de stockage </a:t>
            </a:r>
            <a:r>
              <a:rPr lang="en-US" sz="1167" b="1" dirty="0" err="1"/>
              <a:t>illimité</a:t>
            </a:r>
            <a:r>
              <a:rPr lang="en-US" sz="1167" dirty="0"/>
              <a:t> avec </a:t>
            </a:r>
            <a:r>
              <a:rPr lang="en-US" sz="1167" dirty="0" err="1"/>
              <a:t>paiement</a:t>
            </a:r>
            <a:r>
              <a:rPr lang="en-US" sz="1167" dirty="0"/>
              <a:t> </a:t>
            </a:r>
            <a:r>
              <a:rPr lang="en-US" sz="1167" dirty="0" err="1"/>
              <a:t>à</a:t>
            </a:r>
            <a:r>
              <a:rPr lang="en-US" sz="1167" dirty="0"/>
              <a:t> </a:t>
            </a:r>
            <a:r>
              <a:rPr lang="en-US" sz="1167" dirty="0" err="1"/>
              <a:t>l’usage</a:t>
            </a:r>
            <a:endParaRPr lang="en-US" sz="1167" dirty="0"/>
          </a:p>
          <a:p>
            <a:pPr marL="476231" lvl="1" indent="-285739">
              <a:buFont typeface="Arial" panose="020B0604020202020204" pitchFamily="34" charset="0"/>
              <a:buChar char="•"/>
            </a:pPr>
            <a:r>
              <a:rPr lang="en-US" sz="1167" dirty="0"/>
              <a:t>Support API S3, le plus standard du </a:t>
            </a:r>
            <a:r>
              <a:rPr lang="en-US" sz="1167" dirty="0" err="1"/>
              <a:t>marché</a:t>
            </a:r>
            <a:r>
              <a:rPr lang="en-US" sz="1167" dirty="0"/>
              <a:t>, </a:t>
            </a:r>
            <a:r>
              <a:rPr lang="en-US" sz="1167" dirty="0" err="1"/>
              <a:t>compatibilité</a:t>
            </a:r>
            <a:r>
              <a:rPr lang="en-US" sz="1167" dirty="0"/>
              <a:t> avec des </a:t>
            </a:r>
            <a:r>
              <a:rPr lang="en-US" sz="1167" dirty="0" err="1"/>
              <a:t>centaines</a:t>
            </a:r>
            <a:r>
              <a:rPr lang="en-US" sz="1167" dirty="0"/>
              <a:t> de </a:t>
            </a:r>
            <a:r>
              <a:rPr lang="en-US" sz="1167" dirty="0" err="1"/>
              <a:t>produits</a:t>
            </a:r>
            <a:r>
              <a:rPr lang="en-US" sz="1167" dirty="0"/>
              <a:t> du </a:t>
            </a:r>
            <a:r>
              <a:rPr lang="en-US" sz="1167" dirty="0" err="1"/>
              <a:t>marché</a:t>
            </a:r>
            <a:endParaRPr lang="en-US" sz="1167" dirty="0"/>
          </a:p>
          <a:p>
            <a:pPr marL="285739" indent="-285739">
              <a:buFont typeface="Arial" panose="020B0604020202020204" pitchFamily="34" charset="0"/>
              <a:buChar char="•"/>
            </a:pPr>
            <a:r>
              <a:rPr lang="en-US" sz="1333" b="1" dirty="0" err="1"/>
              <a:t>Résilience</a:t>
            </a:r>
            <a:r>
              <a:rPr lang="en-US" sz="1333" b="1" dirty="0"/>
              <a:t> multi </a:t>
            </a:r>
            <a:r>
              <a:rPr lang="en-US" sz="1333" b="1" dirty="0" err="1"/>
              <a:t>niveau</a:t>
            </a:r>
            <a:r>
              <a:rPr lang="en-US" sz="1333" b="1" dirty="0"/>
              <a:t> </a:t>
            </a:r>
          </a:p>
          <a:p>
            <a:pPr marL="666724" lvl="2" indent="-285739"/>
            <a:r>
              <a:rPr lang="en-US" sz="1167" dirty="0"/>
              <a:t>Par zone, par region et inter-region</a:t>
            </a:r>
          </a:p>
          <a:p>
            <a:pPr marL="666724" lvl="2" indent="-285739"/>
            <a:r>
              <a:rPr lang="en-US" sz="1167" b="1" dirty="0"/>
              <a:t>SLA</a:t>
            </a:r>
            <a:r>
              <a:rPr lang="en-US" sz="1167" dirty="0"/>
              <a:t> 99,95% le plus haut du </a:t>
            </a:r>
            <a:r>
              <a:rPr lang="en-US" sz="1167" dirty="0" err="1"/>
              <a:t>marché</a:t>
            </a:r>
            <a:endParaRPr lang="en-US" sz="1167" dirty="0"/>
          </a:p>
          <a:p>
            <a:pPr marL="666724" lvl="2" indent="-285739"/>
            <a:r>
              <a:rPr lang="en-US" sz="1167" dirty="0" err="1"/>
              <a:t>Durabilité</a:t>
            </a:r>
            <a:r>
              <a:rPr lang="en-US" sz="1167" dirty="0"/>
              <a:t> </a:t>
            </a:r>
            <a:r>
              <a:rPr lang="en-US" sz="1167" dirty="0" err="1"/>
              <a:t>inégalée</a:t>
            </a:r>
            <a:r>
              <a:rPr lang="en-US" sz="1167" dirty="0"/>
              <a:t> : </a:t>
            </a:r>
            <a:r>
              <a:rPr lang="en-US" sz="1167" b="1" dirty="0"/>
              <a:t>99,999… </a:t>
            </a:r>
            <a:r>
              <a:rPr lang="en-US" sz="1167" dirty="0"/>
              <a:t>(</a:t>
            </a:r>
            <a:r>
              <a:rPr lang="en-US" sz="1167" dirty="0" err="1"/>
              <a:t>mesurée</a:t>
            </a:r>
            <a:r>
              <a:rPr lang="en-US" sz="1167" dirty="0"/>
              <a:t> </a:t>
            </a:r>
            <a:r>
              <a:rPr lang="en-US" sz="1167" dirty="0" err="1"/>
              <a:t>aujourd’hui</a:t>
            </a:r>
            <a:r>
              <a:rPr lang="en-US" sz="1167" dirty="0"/>
              <a:t> </a:t>
            </a:r>
            <a:r>
              <a:rPr lang="en-US" sz="1167" dirty="0" err="1"/>
              <a:t>à</a:t>
            </a:r>
            <a:r>
              <a:rPr lang="en-US" sz="1167" dirty="0"/>
              <a:t> </a:t>
            </a:r>
            <a:r>
              <a:rPr lang="en-US" sz="1167" b="1" dirty="0"/>
              <a:t>29</a:t>
            </a:r>
            <a:r>
              <a:rPr lang="en-US" sz="1167" dirty="0"/>
              <a:t> </a:t>
            </a:r>
            <a:r>
              <a:rPr lang="en-US" sz="1167" dirty="0" err="1"/>
              <a:t>fois</a:t>
            </a:r>
            <a:r>
              <a:rPr lang="en-US" sz="1167" dirty="0"/>
              <a:t> 9 après la virgule)</a:t>
            </a:r>
          </a:p>
          <a:p>
            <a:pPr marL="666724" lvl="2" indent="-285739"/>
            <a:r>
              <a:rPr lang="en-US" sz="1167" dirty="0" err="1"/>
              <a:t>Possibilité</a:t>
            </a:r>
            <a:r>
              <a:rPr lang="en-US" sz="1167" dirty="0"/>
              <a:t> </a:t>
            </a:r>
            <a:r>
              <a:rPr lang="en-US" sz="1167" dirty="0" err="1"/>
              <a:t>d’avoir</a:t>
            </a:r>
            <a:r>
              <a:rPr lang="en-US" sz="1167" dirty="0"/>
              <a:t> des </a:t>
            </a:r>
            <a:r>
              <a:rPr lang="en-US" sz="1167" dirty="0" err="1"/>
              <a:t>données</a:t>
            </a:r>
            <a:r>
              <a:rPr lang="en-US" sz="1167" dirty="0"/>
              <a:t> </a:t>
            </a:r>
            <a:r>
              <a:rPr lang="en-US" sz="1167" b="1" dirty="0" err="1"/>
              <a:t>Immuables</a:t>
            </a:r>
            <a:endParaRPr lang="en-US" sz="1167" b="1" dirty="0"/>
          </a:p>
          <a:p>
            <a:pPr marL="285739" indent="-285739">
              <a:buFont typeface="Arial" panose="020B0604020202020204" pitchFamily="34" charset="0"/>
              <a:buChar char="•"/>
            </a:pPr>
            <a:r>
              <a:rPr lang="en-US" sz="1333" b="1" dirty="0" err="1"/>
              <a:t>Coût</a:t>
            </a:r>
            <a:endParaRPr lang="en-US" sz="1167" dirty="0"/>
          </a:p>
          <a:p>
            <a:pPr marL="476231" lvl="1" indent="-285739">
              <a:buFont typeface="Arial" panose="020B0604020202020204" pitchFamily="34" charset="0"/>
              <a:buChar char="•"/>
            </a:pPr>
            <a:r>
              <a:rPr lang="en-US" sz="1167" dirty="0" err="1"/>
              <a:t>Modèle</a:t>
            </a:r>
            <a:r>
              <a:rPr lang="en-US" sz="1167" dirty="0"/>
              <a:t> de prix </a:t>
            </a:r>
            <a:r>
              <a:rPr lang="en-US" sz="1167" dirty="0" err="1"/>
              <a:t>très</a:t>
            </a:r>
            <a:r>
              <a:rPr lang="en-US" sz="1167" dirty="0"/>
              <a:t> souple</a:t>
            </a:r>
          </a:p>
          <a:p>
            <a:pPr marL="476231" lvl="1" indent="-285739">
              <a:buFont typeface="Arial" panose="020B0604020202020204" pitchFamily="34" charset="0"/>
              <a:buChar char="•"/>
            </a:pPr>
            <a:r>
              <a:rPr lang="en-US" sz="1167" dirty="0"/>
              <a:t>Prix le plus bas du </a:t>
            </a:r>
            <a:r>
              <a:rPr lang="en-US" sz="1167" dirty="0" err="1"/>
              <a:t>marché</a:t>
            </a:r>
            <a:r>
              <a:rPr lang="en-US" sz="1167" dirty="0"/>
              <a:t> </a:t>
            </a:r>
            <a:r>
              <a:rPr lang="en-US" sz="1167" dirty="0" err="1"/>
              <a:t>en</a:t>
            </a:r>
            <a:r>
              <a:rPr lang="en-US" sz="1167" dirty="0"/>
              <a:t> mode </a:t>
            </a:r>
            <a:r>
              <a:rPr lang="en-US" sz="1167" dirty="0" err="1"/>
              <a:t>d’archivage</a:t>
            </a:r>
            <a:r>
              <a:rPr lang="en-US" sz="1167" dirty="0"/>
              <a:t> </a:t>
            </a:r>
            <a:r>
              <a:rPr lang="en-US" sz="1167" dirty="0" err="1"/>
              <a:t>équivalent</a:t>
            </a:r>
            <a:r>
              <a:rPr lang="en-US" sz="1167" dirty="0"/>
              <a:t> au prix </a:t>
            </a:r>
            <a:r>
              <a:rPr lang="en-US" sz="1167" dirty="0" err="1"/>
              <a:t>d’une</a:t>
            </a:r>
            <a:r>
              <a:rPr lang="en-US" sz="1167" dirty="0"/>
              <a:t> </a:t>
            </a:r>
            <a:r>
              <a:rPr lang="en-US" sz="1167" dirty="0" err="1"/>
              <a:t>bande</a:t>
            </a:r>
            <a:r>
              <a:rPr lang="en-US" sz="1167" dirty="0"/>
              <a:t> </a:t>
            </a:r>
            <a:r>
              <a:rPr lang="en-US" sz="1167" dirty="0" err="1"/>
              <a:t>magnétique</a:t>
            </a:r>
            <a:endParaRPr lang="en-US" sz="1167" dirty="0"/>
          </a:p>
          <a:p>
            <a:pPr lvl="2" indent="0">
              <a:buNone/>
            </a:pPr>
            <a:endParaRPr lang="en-US" sz="1167" dirty="0"/>
          </a:p>
          <a:p>
            <a:pPr lvl="1" indent="0">
              <a:buNone/>
            </a:pPr>
            <a:endParaRPr lang="en-US" sz="1167" dirty="0"/>
          </a:p>
        </p:txBody>
      </p:sp>
      <p:pic>
        <p:nvPicPr>
          <p:cNvPr id="6" name="Picture 5">
            <a:extLst>
              <a:ext uri="{FF2B5EF4-FFF2-40B4-BE49-F238E27FC236}">
                <a16:creationId xmlns:a16="http://schemas.microsoft.com/office/drawing/2014/main" id="{4595E471-4FD2-0841-B8B2-38CF142FC8CA}"/>
              </a:ext>
            </a:extLst>
          </p:cNvPr>
          <p:cNvPicPr>
            <a:picLocks noChangeAspect="1"/>
          </p:cNvPicPr>
          <p:nvPr/>
        </p:nvPicPr>
        <p:blipFill>
          <a:blip r:embed="rId2"/>
          <a:stretch>
            <a:fillRect/>
          </a:stretch>
        </p:blipFill>
        <p:spPr>
          <a:xfrm>
            <a:off x="8364144" y="3616428"/>
            <a:ext cx="3464707" cy="1663505"/>
          </a:xfrm>
          <a:prstGeom prst="rect">
            <a:avLst/>
          </a:prstGeom>
        </p:spPr>
      </p:pic>
      <p:pic>
        <p:nvPicPr>
          <p:cNvPr id="4" name="Picture 3">
            <a:extLst>
              <a:ext uri="{FF2B5EF4-FFF2-40B4-BE49-F238E27FC236}">
                <a16:creationId xmlns:a16="http://schemas.microsoft.com/office/drawing/2014/main" id="{CAE65222-DA03-2A4A-BE5B-20B99A659A22}"/>
              </a:ext>
            </a:extLst>
          </p:cNvPr>
          <p:cNvPicPr>
            <a:picLocks noChangeAspect="1"/>
          </p:cNvPicPr>
          <p:nvPr/>
        </p:nvPicPr>
        <p:blipFill>
          <a:blip r:embed="rId3"/>
          <a:stretch>
            <a:fillRect/>
          </a:stretch>
        </p:blipFill>
        <p:spPr>
          <a:xfrm>
            <a:off x="8487359" y="1724321"/>
            <a:ext cx="3437941" cy="1705798"/>
          </a:xfrm>
          <a:prstGeom prst="rect">
            <a:avLst/>
          </a:prstGeom>
        </p:spPr>
      </p:pic>
      <p:sp>
        <p:nvSpPr>
          <p:cNvPr id="7" name="Striped Right Arrow 6">
            <a:extLst>
              <a:ext uri="{FF2B5EF4-FFF2-40B4-BE49-F238E27FC236}">
                <a16:creationId xmlns:a16="http://schemas.microsoft.com/office/drawing/2014/main" id="{68C797A9-8DD1-DB40-B300-F70E16CC2E85}"/>
              </a:ext>
            </a:extLst>
          </p:cNvPr>
          <p:cNvSpPr/>
          <p:nvPr/>
        </p:nvSpPr>
        <p:spPr>
          <a:xfrm rot="20399168">
            <a:off x="6364881" y="3029629"/>
            <a:ext cx="2105086" cy="246954"/>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FR"/>
          </a:p>
        </p:txBody>
      </p:sp>
      <p:sp>
        <p:nvSpPr>
          <p:cNvPr id="10" name="Striped Right Arrow 9">
            <a:extLst>
              <a:ext uri="{FF2B5EF4-FFF2-40B4-BE49-F238E27FC236}">
                <a16:creationId xmlns:a16="http://schemas.microsoft.com/office/drawing/2014/main" id="{85554446-9906-C641-B877-4897A36FFF12}"/>
              </a:ext>
            </a:extLst>
          </p:cNvPr>
          <p:cNvSpPr/>
          <p:nvPr/>
        </p:nvSpPr>
        <p:spPr>
          <a:xfrm>
            <a:off x="4898571" y="3974786"/>
            <a:ext cx="3359214" cy="281528"/>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FR"/>
          </a:p>
        </p:txBody>
      </p:sp>
      <p:pic>
        <p:nvPicPr>
          <p:cNvPr id="8" name="Picture 7">
            <a:extLst>
              <a:ext uri="{FF2B5EF4-FFF2-40B4-BE49-F238E27FC236}">
                <a16:creationId xmlns:a16="http://schemas.microsoft.com/office/drawing/2014/main" id="{8FCF540B-7AF9-6E4B-9D14-ED24E7BAF811}"/>
              </a:ext>
            </a:extLst>
          </p:cNvPr>
          <p:cNvPicPr>
            <a:picLocks noChangeAspect="1"/>
          </p:cNvPicPr>
          <p:nvPr/>
        </p:nvPicPr>
        <p:blipFill>
          <a:blip r:embed="rId4"/>
          <a:stretch>
            <a:fillRect/>
          </a:stretch>
        </p:blipFill>
        <p:spPr>
          <a:xfrm>
            <a:off x="6939639" y="5424726"/>
            <a:ext cx="2586520" cy="1293260"/>
          </a:xfrm>
          <a:prstGeom prst="rect">
            <a:avLst/>
          </a:prstGeom>
        </p:spPr>
      </p:pic>
      <p:sp>
        <p:nvSpPr>
          <p:cNvPr id="11" name="Striped Right Arrow 10">
            <a:extLst>
              <a:ext uri="{FF2B5EF4-FFF2-40B4-BE49-F238E27FC236}">
                <a16:creationId xmlns:a16="http://schemas.microsoft.com/office/drawing/2014/main" id="{B51DAB8D-1E07-7346-9677-9E5F2F0611CE}"/>
              </a:ext>
            </a:extLst>
          </p:cNvPr>
          <p:cNvSpPr/>
          <p:nvPr/>
        </p:nvSpPr>
        <p:spPr>
          <a:xfrm>
            <a:off x="2665841" y="5287732"/>
            <a:ext cx="4254691" cy="281527"/>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FR"/>
          </a:p>
        </p:txBody>
      </p:sp>
      <p:pic>
        <p:nvPicPr>
          <p:cNvPr id="12" name="Picture 11">
            <a:extLst>
              <a:ext uri="{FF2B5EF4-FFF2-40B4-BE49-F238E27FC236}">
                <a16:creationId xmlns:a16="http://schemas.microsoft.com/office/drawing/2014/main" id="{A1184A15-D512-AB4E-B4B8-84F973CB1E0B}"/>
              </a:ext>
            </a:extLst>
          </p:cNvPr>
          <p:cNvPicPr>
            <a:picLocks noChangeAspect="1"/>
          </p:cNvPicPr>
          <p:nvPr/>
        </p:nvPicPr>
        <p:blipFill>
          <a:blip r:embed="rId5"/>
          <a:stretch>
            <a:fillRect/>
          </a:stretch>
        </p:blipFill>
        <p:spPr>
          <a:xfrm>
            <a:off x="7445471" y="252351"/>
            <a:ext cx="2531286" cy="1329542"/>
          </a:xfrm>
          <a:prstGeom prst="rect">
            <a:avLst/>
          </a:prstGeom>
        </p:spPr>
      </p:pic>
      <p:sp>
        <p:nvSpPr>
          <p:cNvPr id="13" name="Striped Right Arrow 12">
            <a:extLst>
              <a:ext uri="{FF2B5EF4-FFF2-40B4-BE49-F238E27FC236}">
                <a16:creationId xmlns:a16="http://schemas.microsoft.com/office/drawing/2014/main" id="{7D2CCB26-69A5-4A48-8BF3-CDB7539130FA}"/>
              </a:ext>
            </a:extLst>
          </p:cNvPr>
          <p:cNvSpPr/>
          <p:nvPr/>
        </p:nvSpPr>
        <p:spPr>
          <a:xfrm rot="20399168">
            <a:off x="4268236" y="1317334"/>
            <a:ext cx="2980740" cy="213934"/>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FR"/>
          </a:p>
        </p:txBody>
      </p:sp>
    </p:spTree>
    <p:extLst>
      <p:ext uri="{BB962C8B-B14F-4D97-AF65-F5344CB8AC3E}">
        <p14:creationId xmlns:p14="http://schemas.microsoft.com/office/powerpoint/2010/main" val="1329731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924F-5E39-9B43-BD0D-F3FB8F39AEC4}"/>
              </a:ext>
            </a:extLst>
          </p:cNvPr>
          <p:cNvSpPr>
            <a:spLocks noGrp="1"/>
          </p:cNvSpPr>
          <p:nvPr>
            <p:ph type="title"/>
          </p:nvPr>
        </p:nvSpPr>
        <p:spPr>
          <a:xfrm>
            <a:off x="381000" y="571500"/>
            <a:ext cx="5486400" cy="952500"/>
          </a:xfrm>
        </p:spPr>
        <p:txBody>
          <a:bodyPr/>
          <a:lstStyle/>
          <a:p>
            <a:r>
              <a:rPr lang="en-US" dirty="0"/>
              <a:t>Why Shift to IBM Public Cloud?</a:t>
            </a:r>
          </a:p>
        </p:txBody>
      </p:sp>
      <p:sp>
        <p:nvSpPr>
          <p:cNvPr id="5" name="Content Placeholder 4">
            <a:extLst>
              <a:ext uri="{FF2B5EF4-FFF2-40B4-BE49-F238E27FC236}">
                <a16:creationId xmlns:a16="http://schemas.microsoft.com/office/drawing/2014/main" id="{709EE88D-2021-1849-9872-B32ECB8A850F}"/>
              </a:ext>
            </a:extLst>
          </p:cNvPr>
          <p:cNvSpPr>
            <a:spLocks noGrp="1"/>
          </p:cNvSpPr>
          <p:nvPr>
            <p:ph idx="13"/>
          </p:nvPr>
        </p:nvSpPr>
        <p:spPr>
          <a:xfrm>
            <a:off x="266700" y="1058117"/>
            <a:ext cx="5486400" cy="5482383"/>
          </a:xfrm>
        </p:spPr>
        <p:txBody>
          <a:bodyPr/>
          <a:lstStyle/>
          <a:p>
            <a:pPr marL="285739" indent="-285739">
              <a:buFont typeface="Arial" panose="020B0604020202020204" pitchFamily="34" charset="0"/>
              <a:buChar char="•"/>
            </a:pPr>
            <a:r>
              <a:rPr lang="en-US" sz="1333" b="1" dirty="0"/>
              <a:t>Security leadership</a:t>
            </a:r>
          </a:p>
          <a:p>
            <a:pPr marL="476231" lvl="1" indent="-285739">
              <a:buFont typeface="Arial" panose="020B0604020202020204" pitchFamily="34" charset="0"/>
              <a:buChar char="•"/>
            </a:pPr>
            <a:r>
              <a:rPr lang="en-US" sz="1333" dirty="0"/>
              <a:t>Highest industry compliance for data encryption</a:t>
            </a:r>
          </a:p>
          <a:p>
            <a:pPr marL="476231" lvl="1" indent="-285739">
              <a:buFont typeface="Arial" panose="020B0604020202020204" pitchFamily="34" charset="0"/>
              <a:buChar char="•"/>
            </a:pPr>
            <a:r>
              <a:rPr lang="en-US" sz="1333" dirty="0"/>
              <a:t>IBM offers the most secure, highest level of Data Confidentiality in the industry. With Hyper Protect DBaaS and Cloud Object Storage,  no unauthorized users can access your data - it's not technically possible.</a:t>
            </a:r>
          </a:p>
          <a:p>
            <a:pPr marL="476231" lvl="1" indent="-285739">
              <a:buFont typeface="Arial" panose="020B0604020202020204" pitchFamily="34" charset="0"/>
              <a:buChar char="•"/>
            </a:pPr>
            <a:r>
              <a:rPr lang="en-US" sz="1333" dirty="0"/>
              <a:t>Crypto technology: Ours has never been broken, and it’s an integrated solution that our competitors do not offer</a:t>
            </a:r>
          </a:p>
          <a:p>
            <a:pPr marL="285739" indent="-285739">
              <a:buFont typeface="Arial" panose="020B0604020202020204" pitchFamily="34" charset="0"/>
              <a:buChar char="•"/>
            </a:pPr>
            <a:r>
              <a:rPr lang="en-US" sz="1333" b="1" dirty="0"/>
              <a:t>Open innovation</a:t>
            </a:r>
          </a:p>
          <a:p>
            <a:pPr marL="476231" lvl="1" indent="-285739">
              <a:buFont typeface="Arial" panose="020B0604020202020204" pitchFamily="34" charset="0"/>
              <a:buChar char="•"/>
            </a:pPr>
            <a:r>
              <a:rPr lang="en-US" sz="1333" dirty="0"/>
              <a:t>Build once, deploy anywhere with OpenShift</a:t>
            </a:r>
          </a:p>
          <a:p>
            <a:pPr marL="476231" lvl="1" indent="-285739">
              <a:buFont typeface="Arial" panose="020B0604020202020204" pitchFamily="34" charset="0"/>
              <a:buChar char="•"/>
            </a:pPr>
            <a:r>
              <a:rPr lang="en-US" sz="1333" dirty="0"/>
              <a:t>Kubernetes on IBM Cloud  supports 1k+ enterprise clients, 16k+ clusters in prod</a:t>
            </a:r>
          </a:p>
          <a:p>
            <a:pPr marL="476231" lvl="1" indent="-285739">
              <a:buFont typeface="Arial" panose="020B0604020202020204" pitchFamily="34" charset="0"/>
              <a:buChar char="•"/>
            </a:pPr>
            <a:r>
              <a:rPr lang="en-US" sz="1333" dirty="0"/>
              <a:t>Major contributor to Cloud Native Open Source Projects like </a:t>
            </a:r>
            <a:r>
              <a:rPr lang="en-US" sz="1333" dirty="0" err="1"/>
              <a:t>Razee</a:t>
            </a:r>
            <a:r>
              <a:rPr lang="en-US" sz="1333" dirty="0"/>
              <a:t>, </a:t>
            </a:r>
            <a:r>
              <a:rPr lang="en-US" sz="1333" dirty="0" err="1"/>
              <a:t>Istio</a:t>
            </a:r>
            <a:r>
              <a:rPr lang="en-US" sz="1333" dirty="0"/>
              <a:t>, </a:t>
            </a:r>
            <a:r>
              <a:rPr lang="en-US" sz="1333" dirty="0" err="1"/>
              <a:t>Knative</a:t>
            </a:r>
            <a:r>
              <a:rPr lang="en-US" sz="1333" dirty="0"/>
              <a:t>, and Eirini</a:t>
            </a:r>
          </a:p>
          <a:p>
            <a:pPr marL="285739" indent="-285739">
              <a:buFont typeface="Arial" panose="020B0604020202020204" pitchFamily="34" charset="0"/>
              <a:buChar char="•"/>
            </a:pPr>
            <a:r>
              <a:rPr lang="en-US" sz="1167" b="1" dirty="0"/>
              <a:t>Cloud Object Storage</a:t>
            </a:r>
          </a:p>
          <a:p>
            <a:pPr marL="476231" lvl="1" indent="-285739">
              <a:buFont typeface="Arial" panose="020B0604020202020204" pitchFamily="34" charset="0"/>
              <a:buChar char="•"/>
            </a:pPr>
            <a:r>
              <a:rPr lang="en-US" sz="1167" dirty="0"/>
              <a:t>Proven experience at exabyte scale storage for mobile device backup </a:t>
            </a:r>
          </a:p>
          <a:p>
            <a:pPr marL="476231" lvl="1" indent="-285739">
              <a:buFont typeface="Arial" panose="020B0604020202020204" pitchFamily="34" charset="0"/>
              <a:buChar char="•"/>
            </a:pPr>
            <a:r>
              <a:rPr lang="en-US" sz="1167" dirty="0"/>
              <a:t>High performance to meets the need of &gt;1M concurrent users</a:t>
            </a:r>
          </a:p>
          <a:p>
            <a:pPr marL="476231" lvl="1" indent="-285739">
              <a:buFont typeface="Arial" panose="020B0604020202020204" pitchFamily="34" charset="0"/>
              <a:buChar char="•"/>
            </a:pPr>
            <a:r>
              <a:rPr lang="en-US" sz="1167" dirty="0"/>
              <a:t>Ability to have a limitless bucket</a:t>
            </a:r>
          </a:p>
        </p:txBody>
      </p:sp>
      <p:pic>
        <p:nvPicPr>
          <p:cNvPr id="3" name="Picture 2">
            <a:extLst>
              <a:ext uri="{FF2B5EF4-FFF2-40B4-BE49-F238E27FC236}">
                <a16:creationId xmlns:a16="http://schemas.microsoft.com/office/drawing/2014/main" id="{40F34C40-9D51-4A4C-AE80-F354A11DBBDA}"/>
              </a:ext>
            </a:extLst>
          </p:cNvPr>
          <p:cNvPicPr>
            <a:picLocks noChangeAspect="1"/>
          </p:cNvPicPr>
          <p:nvPr/>
        </p:nvPicPr>
        <p:blipFill>
          <a:blip r:embed="rId2"/>
          <a:stretch>
            <a:fillRect/>
          </a:stretch>
        </p:blipFill>
        <p:spPr>
          <a:xfrm>
            <a:off x="5981700" y="4023366"/>
            <a:ext cx="5235356" cy="2513644"/>
          </a:xfrm>
          <a:prstGeom prst="rect">
            <a:avLst/>
          </a:prstGeom>
        </p:spPr>
      </p:pic>
      <p:sp>
        <p:nvSpPr>
          <p:cNvPr id="9" name="Content Placeholder 4">
            <a:extLst>
              <a:ext uri="{FF2B5EF4-FFF2-40B4-BE49-F238E27FC236}">
                <a16:creationId xmlns:a16="http://schemas.microsoft.com/office/drawing/2014/main" id="{21616513-5616-4FF2-B74B-08829DA7E0EF}"/>
              </a:ext>
            </a:extLst>
          </p:cNvPr>
          <p:cNvSpPr txBox="1">
            <a:spLocks/>
          </p:cNvSpPr>
          <p:nvPr/>
        </p:nvSpPr>
        <p:spPr>
          <a:xfrm>
            <a:off x="5981700" y="825500"/>
            <a:ext cx="5956301" cy="3048000"/>
          </a:xfrm>
          <a:prstGeom prst="rect">
            <a:avLst/>
          </a:prstGeom>
        </p:spPr>
        <p:txBody>
          <a:bodyPr vert="horz" lIns="0" tIns="190500" rIns="0" bIns="0" rtlCol="0" anchor="t">
            <a:noAutofit/>
          </a:bodyPr>
          <a:lstStyle>
            <a:lvl1pPr marL="0" indent="0" algn="l" defTabSz="1097280" rtl="0" eaLnBrk="1" latinLnBrk="0" hangingPunct="1">
              <a:lnSpc>
                <a:spcPct val="105000"/>
              </a:lnSpc>
              <a:spcBef>
                <a:spcPts val="1200"/>
              </a:spcBef>
              <a:buFontTx/>
              <a:buNone/>
              <a:tabLst/>
              <a:defRPr sz="2000" b="0" i="0" kern="1200">
                <a:solidFill>
                  <a:schemeClr val="tx1"/>
                </a:solidFill>
                <a:latin typeface="IBM Plex Sans" charset="0"/>
                <a:ea typeface="IBM Plex Sans" charset="0"/>
                <a:cs typeface="IBM Plex Sans" charset="0"/>
              </a:defRPr>
            </a:lvl1pPr>
            <a:lvl2pPr marL="228600" indent="-228600" algn="l" defTabSz="1097280" rtl="0" eaLnBrk="1" latinLnBrk="0" hangingPunct="1">
              <a:lnSpc>
                <a:spcPct val="105000"/>
              </a:lnSpc>
              <a:spcBef>
                <a:spcPts val="1000"/>
              </a:spcBef>
              <a:buFont typeface="LucidaGrande" charset="0"/>
              <a:buChar char="-"/>
              <a:defRPr sz="2000" b="0" i="0" kern="1200">
                <a:solidFill>
                  <a:schemeClr val="tx1"/>
                </a:solidFill>
                <a:latin typeface="IBM Plex Sans" charset="0"/>
                <a:ea typeface="IBM Plex Sans" charset="0"/>
                <a:cs typeface="IBM Plex Sans" charset="0"/>
              </a:defRPr>
            </a:lvl2pPr>
            <a:lvl3pPr marL="4572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IBM Plex Sans" charset="0"/>
                <a:ea typeface="IBM Plex Sans" charset="0"/>
                <a:cs typeface="IBM Plex Sans" charset="0"/>
              </a:defRPr>
            </a:lvl3pPr>
            <a:lvl4pPr marL="685800" indent="-228600" algn="l" defTabSz="1097280" rtl="0" eaLnBrk="1" latinLnBrk="0" hangingPunct="1">
              <a:lnSpc>
                <a:spcPct val="105000"/>
              </a:lnSpc>
              <a:spcBef>
                <a:spcPts val="0"/>
              </a:spcBef>
              <a:buFont typeface=".AppleSystemUIFont" charset="-120"/>
              <a:buChar char="–"/>
              <a:defRPr sz="2000" b="0" i="0" kern="1200">
                <a:solidFill>
                  <a:schemeClr val="tx1"/>
                </a:solidFill>
                <a:latin typeface="IBM Plex Sans" charset="0"/>
                <a:ea typeface="IBM Plex Sans" charset="0"/>
                <a:cs typeface="IBM Plex Sans" charset="0"/>
              </a:defRPr>
            </a:lvl4pPr>
            <a:lvl5pPr marL="9144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IBM Plex Sans" charset="0"/>
                <a:ea typeface="IBM Plex Sans" charset="0"/>
                <a:cs typeface="IBM Plex Sans"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285739" indent="-285739" defTabSz="914363">
              <a:spcBef>
                <a:spcPts val="1000"/>
              </a:spcBef>
              <a:buFont typeface="Arial" panose="020B0604020202020204" pitchFamily="34" charset="0"/>
              <a:buChar char="•"/>
            </a:pPr>
            <a:r>
              <a:rPr lang="en-US" sz="1333" b="1" dirty="0">
                <a:solidFill>
                  <a:srgbClr val="000000"/>
                </a:solidFill>
              </a:rPr>
              <a:t>Watson API’s</a:t>
            </a:r>
          </a:p>
          <a:p>
            <a:pPr marL="476231" lvl="1" indent="-285739" defTabSz="914363">
              <a:spcBef>
                <a:spcPts val="833"/>
              </a:spcBef>
              <a:buFont typeface="Arial" panose="020B0604020202020204" pitchFamily="34" charset="0"/>
              <a:buChar char="•"/>
            </a:pPr>
            <a:r>
              <a:rPr lang="en-US" sz="1333" dirty="0">
                <a:solidFill>
                  <a:srgbClr val="9971F7"/>
                </a:solidFill>
              </a:rPr>
              <a:t>Only leader</a:t>
            </a:r>
            <a:r>
              <a:rPr lang="en-US" sz="1333" dirty="0">
                <a:solidFill>
                  <a:srgbClr val="000000"/>
                </a:solidFill>
              </a:rPr>
              <a:t> for AI Powered Conversational Computing</a:t>
            </a:r>
          </a:p>
          <a:p>
            <a:pPr marL="476231" lvl="1" indent="-285739" defTabSz="914363">
              <a:spcBef>
                <a:spcPts val="833"/>
              </a:spcBef>
              <a:buFont typeface="Arial" panose="020B0604020202020204" pitchFamily="34" charset="0"/>
              <a:buChar char="•"/>
            </a:pPr>
            <a:r>
              <a:rPr lang="en-US" sz="1333" dirty="0">
                <a:solidFill>
                  <a:srgbClr val="9971F7"/>
                </a:solidFill>
              </a:rPr>
              <a:t>Best in </a:t>
            </a:r>
            <a:r>
              <a:rPr lang="en-US" sz="1333" dirty="0">
                <a:solidFill>
                  <a:srgbClr val="000000"/>
                </a:solidFill>
              </a:rPr>
              <a:t>Enterprise APIs</a:t>
            </a:r>
          </a:p>
          <a:p>
            <a:pPr marL="476231" lvl="1" indent="-285739" defTabSz="914363">
              <a:spcBef>
                <a:spcPts val="833"/>
              </a:spcBef>
              <a:buFont typeface="Arial" panose="020B0604020202020204" pitchFamily="34" charset="0"/>
              <a:buChar char="•"/>
            </a:pPr>
            <a:r>
              <a:rPr lang="en-US" sz="1333" dirty="0">
                <a:solidFill>
                  <a:srgbClr val="000000"/>
                </a:solidFill>
              </a:rPr>
              <a:t>You own the insights</a:t>
            </a:r>
          </a:p>
          <a:p>
            <a:pPr marL="285739" indent="-285739" defTabSz="914363">
              <a:spcBef>
                <a:spcPts val="1000"/>
              </a:spcBef>
              <a:buFont typeface="Arial" panose="020B0604020202020204" pitchFamily="34" charset="0"/>
              <a:buChar char="•"/>
            </a:pPr>
            <a:r>
              <a:rPr lang="en-US" sz="1333" b="1" dirty="0">
                <a:solidFill>
                  <a:srgbClr val="000000"/>
                </a:solidFill>
              </a:rPr>
              <a:t>Blockchain</a:t>
            </a:r>
          </a:p>
          <a:p>
            <a:pPr marL="285739" indent="-285739" defTabSz="914363">
              <a:spcBef>
                <a:spcPts val="1000"/>
              </a:spcBef>
              <a:buFont typeface="Arial" panose="020B0604020202020204" pitchFamily="34" charset="0"/>
              <a:buChar char="•"/>
            </a:pPr>
            <a:r>
              <a:rPr lang="en-US" sz="1333" b="1" dirty="0">
                <a:solidFill>
                  <a:srgbClr val="000000"/>
                </a:solidFill>
              </a:rPr>
              <a:t>Parity with AWS</a:t>
            </a:r>
          </a:p>
          <a:p>
            <a:pPr marL="476231" lvl="1" indent="-285739" defTabSz="914363">
              <a:spcBef>
                <a:spcPts val="833"/>
              </a:spcBef>
              <a:buFont typeface="Arial" panose="020B0604020202020204" pitchFamily="34" charset="0"/>
              <a:buChar char="•"/>
            </a:pPr>
            <a:r>
              <a:rPr lang="en-US" sz="1333" dirty="0">
                <a:solidFill>
                  <a:srgbClr val="000000"/>
                </a:solidFill>
              </a:rPr>
              <a:t>200+ services available in the IBM Public Cloud catalog</a:t>
            </a:r>
          </a:p>
          <a:p>
            <a:pPr marL="476231" lvl="1" indent="-285739" defTabSz="914363">
              <a:spcBef>
                <a:spcPts val="833"/>
              </a:spcBef>
              <a:buFont typeface="Arial" panose="020B0604020202020204" pitchFamily="34" charset="0"/>
              <a:buChar char="•"/>
            </a:pPr>
            <a:r>
              <a:rPr lang="en-US" sz="1333" dirty="0">
                <a:solidFill>
                  <a:srgbClr val="000000"/>
                </a:solidFill>
              </a:rPr>
              <a:t>Global Reach – </a:t>
            </a:r>
            <a:r>
              <a:rPr lang="en-US" sz="1333" dirty="0">
                <a:solidFill>
                  <a:srgbClr val="000000"/>
                </a:solidFill>
                <a:latin typeface="IBM Plex Sans" panose="020B0503050203000203" pitchFamily="34" charset="77"/>
              </a:rPr>
              <a:t>IBM Cloud’s footprint includes 10 MZRs and 29 Classic Data Centers</a:t>
            </a:r>
            <a:endParaRPr lang="en-US" sz="1333" b="1" dirty="0">
              <a:solidFill>
                <a:srgbClr val="000000"/>
              </a:solidFill>
            </a:endParaRPr>
          </a:p>
          <a:p>
            <a:pPr defTabSz="914363">
              <a:spcBef>
                <a:spcPts val="1000"/>
              </a:spcBef>
            </a:pPr>
            <a:endParaRPr lang="en-US" sz="1333" dirty="0">
              <a:solidFill>
                <a:srgbClr val="000000"/>
              </a:solidFill>
            </a:endParaRPr>
          </a:p>
        </p:txBody>
      </p:sp>
    </p:spTree>
    <p:extLst>
      <p:ext uri="{BB962C8B-B14F-4D97-AF65-F5344CB8AC3E}">
        <p14:creationId xmlns:p14="http://schemas.microsoft.com/office/powerpoint/2010/main" val="107342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C4A4-BA94-461E-9CDB-3A8D2C702D07}"/>
              </a:ext>
            </a:extLst>
          </p:cNvPr>
          <p:cNvSpPr>
            <a:spLocks noGrp="1"/>
          </p:cNvSpPr>
          <p:nvPr>
            <p:ph type="title"/>
          </p:nvPr>
        </p:nvSpPr>
        <p:spPr/>
        <p:txBody>
          <a:bodyPr/>
          <a:lstStyle/>
          <a:p>
            <a:r>
              <a:rPr lang="en-US" b="1" dirty="0">
                <a:solidFill>
                  <a:schemeClr val="accent1">
                    <a:lumMod val="75000"/>
                  </a:schemeClr>
                </a:solidFill>
              </a:rPr>
              <a:t>Why IBM Cloud Object Storage?</a:t>
            </a:r>
          </a:p>
        </p:txBody>
      </p:sp>
      <p:sp>
        <p:nvSpPr>
          <p:cNvPr id="3" name="Content Placeholder 2">
            <a:extLst>
              <a:ext uri="{FF2B5EF4-FFF2-40B4-BE49-F238E27FC236}">
                <a16:creationId xmlns:a16="http://schemas.microsoft.com/office/drawing/2014/main" id="{C4076A0D-C949-4510-82BC-C1723DC0F080}"/>
              </a:ext>
            </a:extLst>
          </p:cNvPr>
          <p:cNvSpPr>
            <a:spLocks noGrp="1"/>
          </p:cNvSpPr>
          <p:nvPr>
            <p:ph idx="1"/>
          </p:nvPr>
        </p:nvSpPr>
        <p:spPr/>
        <p:txBody>
          <a:bodyPr vert="horz" lIns="91440" tIns="45720" rIns="91440" bIns="45720" rtlCol="0" anchor="t">
            <a:normAutofit fontScale="85000" lnSpcReduction="20000"/>
          </a:bodyPr>
          <a:lstStyle/>
          <a:p>
            <a:r>
              <a:rPr lang="en-US" dirty="0"/>
              <a:t>Global footprint includes multi-zone regions (MZR)</a:t>
            </a:r>
          </a:p>
          <a:p>
            <a:r>
              <a:rPr lang="en-US" dirty="0"/>
              <a:t>Online and archive tiers of storage available</a:t>
            </a:r>
          </a:p>
          <a:p>
            <a:pPr marL="227965" indent="-227965"/>
            <a:r>
              <a:rPr lang="en-US" dirty="0"/>
              <a:t>Immediate consistency across the MZR implementations compares to other multi-site solutions provide eventual consistency</a:t>
            </a:r>
            <a:endParaRPr lang="en-US" dirty="0">
              <a:cs typeface="Calibri"/>
            </a:endParaRPr>
          </a:p>
          <a:p>
            <a:r>
              <a:rPr lang="en-US" dirty="0"/>
              <a:t>Security</a:t>
            </a:r>
          </a:p>
          <a:p>
            <a:pPr marL="685165" lvl="1" indent="-227965">
              <a:lnSpc>
                <a:spcPct val="100000"/>
              </a:lnSpc>
            </a:pPr>
            <a:r>
              <a:rPr lang="en-US" dirty="0"/>
              <a:t>Encrypted at rest and in flight</a:t>
            </a:r>
          </a:p>
          <a:p>
            <a:pPr marL="685165" lvl="1" indent="-227965">
              <a:lnSpc>
                <a:spcPct val="100000"/>
              </a:lnSpc>
            </a:pPr>
            <a:r>
              <a:rPr lang="en-US" dirty="0"/>
              <a:t>Keep your own key with hyper protect integration</a:t>
            </a:r>
          </a:p>
          <a:p>
            <a:pPr marL="685165" lvl="1" indent="-227965">
              <a:lnSpc>
                <a:spcPct val="100000"/>
              </a:lnSpc>
            </a:pPr>
            <a:r>
              <a:rPr lang="en-US" dirty="0"/>
              <a:t>BYOK encryption options, key rotation and notifications</a:t>
            </a:r>
          </a:p>
          <a:p>
            <a:pPr marL="685165" lvl="1" indent="-227965">
              <a:lnSpc>
                <a:spcPct val="100000"/>
              </a:lnSpc>
            </a:pPr>
            <a:r>
              <a:rPr lang="en-US" dirty="0"/>
              <a:t>Identity management and permissions</a:t>
            </a:r>
          </a:p>
          <a:p>
            <a:pPr marL="227976" indent="-227965">
              <a:lnSpc>
                <a:spcPct val="100000"/>
              </a:lnSpc>
            </a:pPr>
            <a:r>
              <a:rPr lang="en-US" dirty="0"/>
              <a:t>The object storage technology (Cleversafe) is available in the IBM Public Cloud, on-prem, hybrid solutions or managed solutions and is recognized as the #1 leading solution for distributed file systems and object storage (Gartner 2019)</a:t>
            </a:r>
          </a:p>
          <a:p>
            <a:pPr marL="227976" indent="-227965">
              <a:lnSpc>
                <a:spcPct val="100000"/>
              </a:lnSpc>
            </a:pPr>
            <a:endParaRPr lang="en-US" dirty="0"/>
          </a:p>
          <a:p>
            <a:pPr marL="685165" lvl="1" indent="-227965"/>
            <a:endParaRPr lang="en-US" dirty="0">
              <a:solidFill>
                <a:srgbClr val="FF0000"/>
              </a:solidFill>
              <a:cs typeface="Calibri"/>
            </a:endParaRPr>
          </a:p>
          <a:p>
            <a:pPr marL="457200" lvl="1" indent="0">
              <a:buNone/>
            </a:pPr>
            <a:endParaRPr lang="en-US" dirty="0">
              <a:solidFill>
                <a:srgbClr val="FF0000"/>
              </a:solidFill>
              <a:cs typeface="Calibri"/>
            </a:endParaRPr>
          </a:p>
        </p:txBody>
      </p:sp>
    </p:spTree>
    <p:extLst>
      <p:ext uri="{BB962C8B-B14F-4D97-AF65-F5344CB8AC3E}">
        <p14:creationId xmlns:p14="http://schemas.microsoft.com/office/powerpoint/2010/main" val="409649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276A-F9BE-064C-9CBD-B8D058C70330}"/>
              </a:ext>
            </a:extLst>
          </p:cNvPr>
          <p:cNvSpPr>
            <a:spLocks noGrp="1"/>
          </p:cNvSpPr>
          <p:nvPr>
            <p:ph type="title"/>
          </p:nvPr>
        </p:nvSpPr>
        <p:spPr/>
        <p:txBody>
          <a:bodyPr/>
          <a:lstStyle/>
          <a:p>
            <a:r>
              <a:rPr lang="en-US" b="1" dirty="0">
                <a:solidFill>
                  <a:schemeClr val="accent1">
                    <a:lumMod val="75000"/>
                  </a:schemeClr>
                </a:solidFill>
              </a:rPr>
              <a:t>Why IBM Cloud Object Storage?</a:t>
            </a:r>
          </a:p>
        </p:txBody>
      </p:sp>
      <p:sp>
        <p:nvSpPr>
          <p:cNvPr id="3" name="Content Placeholder 2">
            <a:extLst>
              <a:ext uri="{FF2B5EF4-FFF2-40B4-BE49-F238E27FC236}">
                <a16:creationId xmlns:a16="http://schemas.microsoft.com/office/drawing/2014/main" id="{A71082CA-E879-A74A-BF3C-21FBC8F0E839}"/>
              </a:ext>
            </a:extLst>
          </p:cNvPr>
          <p:cNvSpPr>
            <a:spLocks noGrp="1"/>
          </p:cNvSpPr>
          <p:nvPr>
            <p:ph idx="1"/>
          </p:nvPr>
        </p:nvSpPr>
        <p:spPr/>
        <p:txBody>
          <a:bodyPr>
            <a:normAutofit fontScale="92500" lnSpcReduction="10000"/>
          </a:bodyPr>
          <a:lstStyle/>
          <a:p>
            <a:r>
              <a:rPr lang="en-US" dirty="0"/>
              <a:t>The ability to expand a bucket limitlessly – IBM currently has several clients with very large buckets, including buckets at &gt;200 PiB usable</a:t>
            </a:r>
          </a:p>
          <a:p>
            <a:r>
              <a:rPr lang="en-US" dirty="0"/>
              <a:t>Infinitely scalable technology meets or exceeds performance needs</a:t>
            </a:r>
          </a:p>
          <a:p>
            <a:pPr lvl="1"/>
            <a:r>
              <a:rPr lang="en-US" dirty="0"/>
              <a:t>Large objects (&gt; 4 MB): PUT ~2s, GET : ~350 </a:t>
            </a:r>
            <a:r>
              <a:rPr lang="en-US" dirty="0" err="1"/>
              <a:t>ms</a:t>
            </a:r>
            <a:r>
              <a:rPr lang="en-US" dirty="0"/>
              <a:t> or better</a:t>
            </a:r>
          </a:p>
          <a:p>
            <a:pPr lvl="1"/>
            <a:r>
              <a:rPr lang="en-US" dirty="0"/>
              <a:t>Small objects (&lt; 4 MB): PUT : ~100 </a:t>
            </a:r>
            <a:r>
              <a:rPr lang="en-US" dirty="0" err="1"/>
              <a:t>ms</a:t>
            </a:r>
            <a:r>
              <a:rPr lang="en-US" dirty="0"/>
              <a:t> , GET: ~40 </a:t>
            </a:r>
            <a:r>
              <a:rPr lang="en-US" dirty="0" err="1"/>
              <a:t>ms</a:t>
            </a:r>
            <a:r>
              <a:rPr lang="en-US" dirty="0"/>
              <a:t> or better</a:t>
            </a:r>
          </a:p>
          <a:p>
            <a:r>
              <a:rPr lang="en-US" dirty="0"/>
              <a:t>Industry leading durability and availability</a:t>
            </a:r>
          </a:p>
          <a:p>
            <a:pPr lvl="1"/>
            <a:r>
              <a:rPr lang="en-US" dirty="0"/>
              <a:t>Durability: published designed for 99.999999999% (internal design exceeds 31 9’s-20 more than our competitors)</a:t>
            </a:r>
          </a:p>
          <a:p>
            <a:pPr lvl="1"/>
            <a:r>
              <a:rPr lang="en-US" dirty="0"/>
              <a:t>Availability: 99.95+ %  (based on external measurement)</a:t>
            </a:r>
          </a:p>
          <a:p>
            <a:r>
              <a:rPr lang="en-US" dirty="0"/>
              <a:t>Leverage an S3 compatible API (minimizes switching costs)</a:t>
            </a:r>
          </a:p>
          <a:p>
            <a:r>
              <a:rPr lang="en-US" dirty="0"/>
              <a:t>Option for Cross Region resiliency (Significant Savings vs Competition)</a:t>
            </a:r>
          </a:p>
          <a:p>
            <a:pPr lvl="1"/>
            <a:endParaRPr lang="en-US" dirty="0"/>
          </a:p>
          <a:p>
            <a:pPr marL="457189" lvl="1" indent="0">
              <a:buNone/>
            </a:pPr>
            <a:endParaRPr lang="en-US" dirty="0"/>
          </a:p>
        </p:txBody>
      </p:sp>
    </p:spTree>
    <p:extLst>
      <p:ext uri="{BB962C8B-B14F-4D97-AF65-F5344CB8AC3E}">
        <p14:creationId xmlns:p14="http://schemas.microsoft.com/office/powerpoint/2010/main" val="843447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0"/>
            <p:extLst>
              <p:ext uri="{D42A27DB-BD31-4B8C-83A1-F6EECF244321}">
                <p14:modId xmlns:p14="http://schemas.microsoft.com/office/powerpoint/2010/main" val="3422074063"/>
              </p:ext>
            </p:extLst>
          </p:nvPr>
        </p:nvGraphicFramePr>
        <p:xfrm>
          <a:off x="791634" y="1388534"/>
          <a:ext cx="10587567" cy="4959102"/>
        </p:xfrm>
        <a:graphic>
          <a:graphicData uri="http://schemas.openxmlformats.org/drawingml/2006/table">
            <a:tbl>
              <a:tblPr firstRow="1" bandRow="1">
                <a:tableStyleId>{5FD0F851-EC5A-4D38-B0AD-8093EC10F338}</a:tableStyleId>
              </a:tblPr>
              <a:tblGrid>
                <a:gridCol w="4819375">
                  <a:extLst>
                    <a:ext uri="{9D8B030D-6E8A-4147-A177-3AD203B41FA5}">
                      <a16:colId xmlns:a16="http://schemas.microsoft.com/office/drawing/2014/main" val="20000"/>
                    </a:ext>
                  </a:extLst>
                </a:gridCol>
                <a:gridCol w="1442048">
                  <a:extLst>
                    <a:ext uri="{9D8B030D-6E8A-4147-A177-3AD203B41FA5}">
                      <a16:colId xmlns:a16="http://schemas.microsoft.com/office/drawing/2014/main" val="20001"/>
                    </a:ext>
                  </a:extLst>
                </a:gridCol>
                <a:gridCol w="1442048">
                  <a:extLst>
                    <a:ext uri="{9D8B030D-6E8A-4147-A177-3AD203B41FA5}">
                      <a16:colId xmlns:a16="http://schemas.microsoft.com/office/drawing/2014/main" val="20002"/>
                    </a:ext>
                  </a:extLst>
                </a:gridCol>
                <a:gridCol w="1442048">
                  <a:extLst>
                    <a:ext uri="{9D8B030D-6E8A-4147-A177-3AD203B41FA5}">
                      <a16:colId xmlns:a16="http://schemas.microsoft.com/office/drawing/2014/main" val="20003"/>
                    </a:ext>
                  </a:extLst>
                </a:gridCol>
                <a:gridCol w="1442048">
                  <a:extLst>
                    <a:ext uri="{9D8B030D-6E8A-4147-A177-3AD203B41FA5}">
                      <a16:colId xmlns:a16="http://schemas.microsoft.com/office/drawing/2014/main" val="20004"/>
                    </a:ext>
                  </a:extLst>
                </a:gridCol>
              </a:tblGrid>
              <a:tr h="762005">
                <a:tc>
                  <a:txBody>
                    <a:bodyPr/>
                    <a:lstStyle/>
                    <a:p>
                      <a:pPr>
                        <a:spcBef>
                          <a:spcPts val="0"/>
                        </a:spcBef>
                        <a:spcAft>
                          <a:spcPts val="0"/>
                        </a:spcAft>
                      </a:pPr>
                      <a:r>
                        <a:rPr lang="en-US" sz="2100" b="0">
                          <a:solidFill>
                            <a:schemeClr val="accent5"/>
                          </a:solidFill>
                        </a:rPr>
                        <a:t>Object Storage Capability</a:t>
                      </a:r>
                    </a:p>
                  </a:txBody>
                  <a:tcPr marL="121920" marR="121920" marT="60960" marB="60960" anchor="b">
                    <a:lnL>
                      <a:noFill/>
                    </a:lnL>
                    <a:lnR w="12700" cap="flat" cmpd="sng" algn="ctr">
                      <a:solidFill>
                        <a:schemeClr val="tx2">
                          <a:lumMod val="20000"/>
                          <a:lumOff val="80000"/>
                        </a:schemeClr>
                      </a:solidFill>
                      <a:prstDash val="solid"/>
                      <a:round/>
                      <a:headEnd type="none" w="med" len="med"/>
                      <a:tailEnd type="none" w="med" len="med"/>
                    </a:lnR>
                    <a:lnT w="12700" cmpd="sng">
                      <a:noFill/>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a:solidFill>
                            <a:schemeClr val="tx2">
                              <a:lumMod val="20000"/>
                              <a:lumOff val="80000"/>
                            </a:schemeClr>
                          </a:solidFill>
                        </a:rPr>
                        <a:t>IBM Cloud</a:t>
                      </a:r>
                      <a:r>
                        <a:rPr lang="en-US" sz="1500" b="0" baseline="0">
                          <a:solidFill>
                            <a:schemeClr val="tx2">
                              <a:lumMod val="20000"/>
                              <a:lumOff val="80000"/>
                            </a:schemeClr>
                          </a:solidFill>
                        </a:rPr>
                        <a:t> Object Storage</a:t>
                      </a:r>
                      <a:endParaRPr lang="en-US" sz="1500" b="0">
                        <a:solidFill>
                          <a:schemeClr val="tx2">
                            <a:lumMod val="20000"/>
                            <a:lumOff val="80000"/>
                          </a:schemeClr>
                        </a:solidFill>
                      </a:endParaRPr>
                    </a:p>
                  </a:txBody>
                  <a:tcPr marL="120141" marR="120141" marT="45723" marB="4572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algn="ctr"/>
                      <a:r>
                        <a:rPr lang="en-US" sz="1500" b="0">
                          <a:solidFill>
                            <a:schemeClr val="tx2">
                              <a:lumMod val="20000"/>
                              <a:lumOff val="80000"/>
                            </a:schemeClr>
                          </a:solidFill>
                        </a:rPr>
                        <a:t>Amazon S3</a:t>
                      </a:r>
                    </a:p>
                  </a:txBody>
                  <a:tcPr marL="120141" marR="120141" marT="45723" marB="4572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mpd="sng">
                      <a:noFill/>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0">
                          <a:solidFill>
                            <a:schemeClr val="tx2">
                              <a:lumMod val="20000"/>
                              <a:lumOff val="80000"/>
                            </a:schemeClr>
                          </a:solidFill>
                        </a:rPr>
                        <a:t>MS Azure Blob Storage</a:t>
                      </a:r>
                    </a:p>
                  </a:txBody>
                  <a:tcPr marL="120141" marR="120141" marT="45723" marB="4572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mpd="sng">
                      <a:noFill/>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0">
                          <a:solidFill>
                            <a:schemeClr val="tx2">
                              <a:lumMod val="20000"/>
                              <a:lumOff val="80000"/>
                            </a:schemeClr>
                          </a:solidFill>
                        </a:rPr>
                        <a:t>Google Cloud Storage</a:t>
                      </a:r>
                    </a:p>
                  </a:txBody>
                  <a:tcPr marL="120141" marR="120141" marT="45723" marB="45723" anchor="ctr">
                    <a:lnL w="12700" cap="flat" cmpd="sng" algn="ctr">
                      <a:solidFill>
                        <a:schemeClr val="tx2">
                          <a:lumMod val="20000"/>
                          <a:lumOff val="80000"/>
                        </a:schemeClr>
                      </a:solidFill>
                      <a:prstDash val="solid"/>
                      <a:round/>
                      <a:headEnd type="none" w="med" len="med"/>
                      <a:tailEnd type="none" w="med" len="med"/>
                    </a:lnL>
                    <a:lnR>
                      <a:noFill/>
                    </a:lnR>
                    <a:lnT w="12700" cmpd="sng">
                      <a:noFill/>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5168">
                <a:tc>
                  <a:txBody>
                    <a:bodyPr/>
                    <a:lstStyle/>
                    <a:p>
                      <a:pPr>
                        <a:spcBef>
                          <a:spcPts val="0"/>
                        </a:spcBef>
                        <a:spcAft>
                          <a:spcPts val="0"/>
                        </a:spcAft>
                      </a:pPr>
                      <a:r>
                        <a:rPr lang="en-US" sz="1900">
                          <a:solidFill>
                            <a:schemeClr val="bg1"/>
                          </a:solidFill>
                        </a:rPr>
                        <a:t>Single-region availability &amp; data durability</a:t>
                      </a: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dirty="0">
                          <a:solidFill>
                            <a:srgbClr val="3F9C35"/>
                          </a:solidFill>
                          <a:latin typeface="Zapf Dingbats"/>
                          <a:ea typeface="Zapf Dingbats"/>
                          <a:cs typeface="Zapf Dingbats"/>
                          <a:sym typeface="Zapf Dingbats"/>
                        </a:rPr>
                        <a:t>✔</a:t>
                      </a:r>
                      <a:endParaRPr lang="en-US" sz="2700" b="0" dirty="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extLst>
                  <a:ext uri="{0D108BD9-81ED-4DB2-BD59-A6C34878D82A}">
                    <a16:rowId xmlns:a16="http://schemas.microsoft.com/office/drawing/2014/main" val="10001"/>
                  </a:ext>
                </a:extLst>
              </a:tr>
              <a:tr h="455168">
                <a:tc>
                  <a:txBody>
                    <a:bodyPr/>
                    <a:lstStyle/>
                    <a:p>
                      <a:pPr>
                        <a:spcBef>
                          <a:spcPts val="0"/>
                        </a:spcBef>
                        <a:spcAft>
                          <a:spcPts val="0"/>
                        </a:spcAft>
                      </a:pPr>
                      <a:r>
                        <a:rPr lang="en-US" sz="1900">
                          <a:solidFill>
                            <a:schemeClr val="bg1"/>
                          </a:solidFill>
                        </a:rPr>
                        <a:t>Inherent multi-region availability &amp; durability</a:t>
                      </a: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endParaRPr lang="en-US" sz="2700" b="0" dirty="0">
                        <a:solidFill>
                          <a:srgbClr val="FFC000"/>
                        </a:solidFill>
                        <a:latin typeface="Zapf Dingbats" charset="0"/>
                        <a:ea typeface="Zapf Dingbats" charset="0"/>
                        <a:cs typeface="Zapf Dingbats" charset="0"/>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79249">
                <a:tc>
                  <a:txBody>
                    <a:bodyPr/>
                    <a:lstStyle/>
                    <a:p>
                      <a:pPr>
                        <a:spcBef>
                          <a:spcPts val="0"/>
                        </a:spcBef>
                        <a:spcAft>
                          <a:spcPts val="0"/>
                        </a:spcAft>
                      </a:pPr>
                      <a:r>
                        <a:rPr lang="en-US" sz="1900" dirty="0">
                          <a:solidFill>
                            <a:schemeClr val="bg1"/>
                          </a:solidFill>
                        </a:rPr>
                        <a:t>Immediate data consistency for both single-region &amp; multi-region services</a:t>
                      </a: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extLst>
                  <a:ext uri="{0D108BD9-81ED-4DB2-BD59-A6C34878D82A}">
                    <a16:rowId xmlns:a16="http://schemas.microsoft.com/office/drawing/2014/main" val="10003"/>
                  </a:ext>
                </a:extLst>
              </a:tr>
              <a:tr h="617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u="none" strike="noStrike" kern="1200" cap="none" spc="0" normalizeH="0" baseline="0" noProof="0" dirty="0">
                          <a:ln>
                            <a:noFill/>
                          </a:ln>
                          <a:solidFill>
                            <a:schemeClr val="bg1"/>
                          </a:solidFill>
                          <a:effectLst/>
                          <a:uLnTx/>
                          <a:uFillTx/>
                        </a:rPr>
                        <a:t>Non-shared single-tenant off-premises object storage services  </a:t>
                      </a:r>
                      <a:r>
                        <a:rPr kumimoji="0" lang="en-US" sz="1600" u="none" strike="noStrike" kern="1200" cap="none" spc="0" normalizeH="0" baseline="0" noProof="0" dirty="0">
                          <a:ln>
                            <a:noFill/>
                          </a:ln>
                          <a:solidFill>
                            <a:srgbClr val="FF0000"/>
                          </a:solidFill>
                          <a:effectLst/>
                          <a:uLnTx/>
                          <a:uFillTx/>
                        </a:rPr>
                        <a:t>IBM DEDICATED </a:t>
                      </a: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55168">
                <a:tc>
                  <a:txBody>
                    <a:bodyPr/>
                    <a:lstStyle/>
                    <a:p>
                      <a:pPr>
                        <a:spcBef>
                          <a:spcPts val="0"/>
                        </a:spcBef>
                        <a:spcAft>
                          <a:spcPts val="0"/>
                        </a:spcAft>
                      </a:pPr>
                      <a:r>
                        <a:rPr lang="en-US" sz="1900">
                          <a:solidFill>
                            <a:schemeClr val="bg1"/>
                          </a:solidFill>
                        </a:rPr>
                        <a:t>On-premises object storage systems</a:t>
                      </a: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dirty="0">
                          <a:solidFill>
                            <a:srgbClr val="3F9C35"/>
                          </a:solidFill>
                          <a:latin typeface="Zapf Dingbats"/>
                          <a:ea typeface="Zapf Dingbats"/>
                          <a:cs typeface="Zapf Dingbats"/>
                          <a:sym typeface="Zapf Dingbats"/>
                        </a:rPr>
                        <a:t>✔</a:t>
                      </a:r>
                      <a:endParaRPr lang="en-US" sz="2700" b="0" dirty="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b="0" dirty="0">
                          <a:solidFill>
                            <a:srgbClr val="3F9C35"/>
                          </a:solidFill>
                          <a:latin typeface="Zapf Dingbats"/>
                          <a:ea typeface="Zapf Dingbats"/>
                          <a:cs typeface="Zapf Dingbats"/>
                          <a:sym typeface="Zapf Dingbats"/>
                        </a:rPr>
                        <a:t>✔</a:t>
                      </a:r>
                      <a:endParaRPr lang="en-US" sz="2700" b="0" dirty="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FFC000"/>
                        </a:solidFill>
                        <a:latin typeface="Zapf Dingbats" charset="0"/>
                        <a:ea typeface="Zapf Dingbats" charset="0"/>
                        <a:cs typeface="Zapf Dingbats" charset="0"/>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extLst>
                  <a:ext uri="{0D108BD9-81ED-4DB2-BD59-A6C34878D82A}">
                    <a16:rowId xmlns:a16="http://schemas.microsoft.com/office/drawing/2014/main" val="10005"/>
                  </a:ext>
                </a:extLst>
              </a:tr>
              <a:tr h="455168">
                <a:tc>
                  <a:txBody>
                    <a:bodyPr/>
                    <a:lstStyle/>
                    <a:p>
                      <a:r>
                        <a:rPr lang="en-US" sz="1900">
                          <a:solidFill>
                            <a:schemeClr val="bg1"/>
                          </a:solidFill>
                        </a:rPr>
                        <a:t>Hybrid object storage deployments</a:t>
                      </a: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3F9C35"/>
                          </a:solidFill>
                          <a:latin typeface="Zapf Dingbats"/>
                          <a:ea typeface="Zapf Dingbats"/>
                          <a:cs typeface="Zapf Dingbats"/>
                          <a:sym typeface="Zapf Dingbats"/>
                        </a:rPr>
                        <a:t>✔</a:t>
                      </a:r>
                      <a:endParaRPr lang="en-US" sz="2700" b="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0"/>
                        </a:spcAft>
                      </a:pPr>
                      <a:r>
                        <a:rPr lang="en-US" sz="2700" b="0">
                          <a:solidFill>
                            <a:srgbClr val="C00000"/>
                          </a:solidFill>
                          <a:latin typeface="Zapf Dingbats"/>
                          <a:ea typeface="Zapf Dingbats"/>
                          <a:cs typeface="Zapf Dingbats"/>
                          <a:sym typeface="Zapf Dingbats"/>
                        </a:rPr>
                        <a:t>✖</a:t>
                      </a:r>
                      <a:endParaRPr lang="en-US" sz="2700" b="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b="0" dirty="0">
                          <a:solidFill>
                            <a:srgbClr val="3F9C35"/>
                          </a:solidFill>
                          <a:latin typeface="Zapf Dingbats"/>
                          <a:ea typeface="Zapf Dingbats"/>
                          <a:cs typeface="Zapf Dingbats"/>
                          <a:sym typeface="Zapf Dingbats"/>
                        </a:rPr>
                        <a:t>✔</a:t>
                      </a:r>
                      <a:endParaRPr lang="en-US" sz="2700" b="0" dirty="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b="0">
                          <a:solidFill>
                            <a:srgbClr val="C00000"/>
                          </a:solidFill>
                          <a:latin typeface="Zapf Dingbats"/>
                          <a:ea typeface="Zapf Dingbats"/>
                          <a:cs typeface="Zapf Dingbats"/>
                          <a:sym typeface="Zapf Dingbats"/>
                        </a:rPr>
                        <a:t>✖</a:t>
                      </a:r>
                      <a:endParaRPr lang="en-US" sz="2700" b="0">
                        <a:solidFill>
                          <a:srgbClr val="FFC000"/>
                        </a:solidFill>
                        <a:latin typeface="Zapf Dingbats" charset="0"/>
                        <a:ea typeface="Zapf Dingbats" charset="0"/>
                        <a:cs typeface="Zapf Dingbats" charset="0"/>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17728">
                <a:tc>
                  <a:txBody>
                    <a:bodyPr/>
                    <a:lstStyle/>
                    <a:p>
                      <a:r>
                        <a:rPr lang="en-US" sz="1900">
                          <a:solidFill>
                            <a:schemeClr val="bg1"/>
                          </a:solidFill>
                        </a:rPr>
                        <a:t>Support for multiple APIs &amp; open standards</a:t>
                      </a:r>
                    </a:p>
                    <a:p>
                      <a:endParaRPr lang="en-US" sz="1900">
                        <a:solidFill>
                          <a:schemeClr val="bg1"/>
                        </a:solidFill>
                      </a:endParaRPr>
                    </a:p>
                  </a:txBody>
                  <a:tcPr marL="121920" marR="121920" marT="24384" marB="24384" anchor="ctr">
                    <a:lnL>
                      <a:noFill/>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endParaRPr lang="en-US" sz="2700" b="0" dirty="0">
                        <a:solidFill>
                          <a:srgbClr val="3F9C35"/>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endParaRPr lang="en-US" sz="2700" b="0" dirty="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endParaRPr lang="en-US" sz="2700" b="0" dirty="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tc>
                  <a:txBody>
                    <a:bodyPr/>
                    <a:lstStyle/>
                    <a:p>
                      <a:pPr algn="ctr">
                        <a:spcBef>
                          <a:spcPts val="0"/>
                        </a:spcBef>
                        <a:spcAft>
                          <a:spcPts val="0"/>
                        </a:spcAft>
                      </a:pPr>
                      <a:endParaRPr lang="en-US" sz="2700" b="0" dirty="0">
                        <a:solidFill>
                          <a:srgbClr val="C00000"/>
                        </a:solidFill>
                      </a:endParaRPr>
                    </a:p>
                  </a:txBody>
                  <a:tcPr marL="121920" marR="121920" marT="24384" marB="24384" anchor="ctr">
                    <a:lnL w="12700" cap="flat" cmpd="sng" algn="ctr">
                      <a:solidFill>
                        <a:schemeClr val="tx2">
                          <a:lumMod val="20000"/>
                          <a:lumOff val="80000"/>
                        </a:schemeClr>
                      </a:solidFill>
                      <a:prstDash val="solid"/>
                      <a:round/>
                      <a:headEnd type="none" w="med" len="med"/>
                      <a:tailEnd type="none" w="med" len="med"/>
                    </a:lnL>
                    <a:lnR>
                      <a:noFill/>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alpha val="20000"/>
                      </a:schemeClr>
                    </a:solidFill>
                  </a:tcPr>
                </a:tc>
                <a:extLst>
                  <a:ext uri="{0D108BD9-81ED-4DB2-BD59-A6C34878D82A}">
                    <a16:rowId xmlns:a16="http://schemas.microsoft.com/office/drawing/2014/main" val="10007"/>
                  </a:ext>
                </a:extLst>
              </a:tr>
            </a:tbl>
          </a:graphicData>
        </a:graphic>
      </p:graphicFrame>
      <p:sp>
        <p:nvSpPr>
          <p:cNvPr id="12" name="TextBox 11"/>
          <p:cNvSpPr txBox="1"/>
          <p:nvPr/>
        </p:nvSpPr>
        <p:spPr>
          <a:xfrm>
            <a:off x="8608495" y="2576920"/>
            <a:ext cx="1214435" cy="523028"/>
          </a:xfrm>
          <a:prstGeom prst="rect">
            <a:avLst/>
          </a:prstGeom>
          <a:noFill/>
        </p:spPr>
        <p:txBody>
          <a:bodyPr wrap="square" rtlCol="0" anchor="ctr">
            <a:spAutoFit/>
          </a:bodyPr>
          <a:lstStyle/>
          <a:p>
            <a:pPr algn="ctr" defTabSz="914377"/>
            <a:r>
              <a:rPr lang="en-US" sz="933" b="1" dirty="0">
                <a:solidFill>
                  <a:srgbClr val="5A5A5A">
                    <a:lumMod val="50000"/>
                  </a:srgbClr>
                </a:solidFill>
                <a:latin typeface="Arial"/>
              </a:rPr>
              <a:t>Limited Access. </a:t>
            </a:r>
            <a:br>
              <a:rPr lang="en-US" sz="933" b="1" dirty="0">
                <a:solidFill>
                  <a:srgbClr val="5A5A5A">
                    <a:lumMod val="50000"/>
                  </a:srgbClr>
                </a:solidFill>
                <a:latin typeface="Arial"/>
              </a:rPr>
            </a:br>
            <a:r>
              <a:rPr lang="en-US" sz="933" b="1" dirty="0">
                <a:solidFill>
                  <a:srgbClr val="5A5A5A">
                    <a:lumMod val="50000"/>
                  </a:srgbClr>
                </a:solidFill>
                <a:latin typeface="Arial"/>
              </a:rPr>
              <a:t>R/W Primary Site</a:t>
            </a:r>
            <a:br>
              <a:rPr lang="en-US" sz="933" b="1" dirty="0">
                <a:solidFill>
                  <a:srgbClr val="5A5A5A">
                    <a:lumMod val="50000"/>
                  </a:srgbClr>
                </a:solidFill>
                <a:latin typeface="Arial"/>
              </a:rPr>
            </a:br>
            <a:r>
              <a:rPr lang="en-US" sz="933" b="1" dirty="0">
                <a:solidFill>
                  <a:srgbClr val="5A5A5A">
                    <a:lumMod val="50000"/>
                  </a:srgbClr>
                </a:solidFill>
                <a:latin typeface="Arial"/>
              </a:rPr>
              <a:t>ONLY</a:t>
            </a:r>
          </a:p>
        </p:txBody>
      </p:sp>
      <p:sp>
        <p:nvSpPr>
          <p:cNvPr id="2" name="Title 1"/>
          <p:cNvSpPr>
            <a:spLocks noGrp="1"/>
          </p:cNvSpPr>
          <p:nvPr>
            <p:ph type="title"/>
          </p:nvPr>
        </p:nvSpPr>
        <p:spPr>
          <a:xfrm>
            <a:off x="790577" y="790817"/>
            <a:ext cx="10588623" cy="512961"/>
          </a:xfrm>
        </p:spPr>
        <p:txBody>
          <a:bodyPr/>
          <a:lstStyle/>
          <a:p>
            <a:r>
              <a:rPr lang="en-US" sz="3733"/>
              <a:t>“Cloud” Object Storage Capabilities Comparison</a:t>
            </a:r>
          </a:p>
        </p:txBody>
      </p:sp>
      <p:sp>
        <p:nvSpPr>
          <p:cNvPr id="3" name="Footer Placeholder 2"/>
          <p:cNvSpPr>
            <a:spLocks noGrp="1"/>
          </p:cNvSpPr>
          <p:nvPr>
            <p:ph type="ftr" sz="quarter" idx="3"/>
          </p:nvPr>
        </p:nvSpPr>
        <p:spPr/>
        <p:txBody>
          <a:bodyPr/>
          <a:lstStyle/>
          <a:p>
            <a:pPr defTabSz="914377"/>
            <a:r>
              <a:rPr lang="en-US">
                <a:latin typeface="Arial"/>
              </a:rPr>
              <a:t>IBM proprietary.  Restricted to IBM employees and IBM Business Partners internal use only.  Specifications subject to change without notice. </a:t>
            </a:r>
          </a:p>
        </p:txBody>
      </p:sp>
      <p:sp>
        <p:nvSpPr>
          <p:cNvPr id="8" name="TextBox 7"/>
          <p:cNvSpPr txBox="1"/>
          <p:nvPr/>
        </p:nvSpPr>
        <p:spPr>
          <a:xfrm>
            <a:off x="5720648" y="5453839"/>
            <a:ext cx="1133217" cy="235898"/>
          </a:xfrm>
          <a:prstGeom prst="rect">
            <a:avLst/>
          </a:prstGeom>
          <a:noFill/>
        </p:spPr>
        <p:txBody>
          <a:bodyPr wrap="square" rtlCol="0">
            <a:spAutoFit/>
          </a:bodyPr>
          <a:lstStyle/>
          <a:p>
            <a:pPr algn="ctr" defTabSz="914377"/>
            <a:r>
              <a:rPr lang="en-US" sz="933" b="1" dirty="0">
                <a:solidFill>
                  <a:srgbClr val="5A5A5A">
                    <a:lumMod val="50000"/>
                  </a:srgbClr>
                </a:solidFill>
                <a:latin typeface="Arial"/>
              </a:rPr>
              <a:t>S3 API </a:t>
            </a:r>
          </a:p>
        </p:txBody>
      </p:sp>
      <p:sp>
        <p:nvSpPr>
          <p:cNvPr id="9" name="TextBox 8"/>
          <p:cNvSpPr txBox="1"/>
          <p:nvPr/>
        </p:nvSpPr>
        <p:spPr>
          <a:xfrm>
            <a:off x="7519903" y="5446978"/>
            <a:ext cx="624531" cy="235898"/>
          </a:xfrm>
          <a:prstGeom prst="rect">
            <a:avLst/>
          </a:prstGeom>
          <a:noFill/>
        </p:spPr>
        <p:txBody>
          <a:bodyPr wrap="square" rtlCol="0">
            <a:spAutoFit/>
          </a:bodyPr>
          <a:lstStyle/>
          <a:p>
            <a:pPr algn="ctr" defTabSz="914377"/>
            <a:r>
              <a:rPr lang="en-US" sz="933" b="1" dirty="0">
                <a:solidFill>
                  <a:srgbClr val="5A5A5A">
                    <a:lumMod val="50000"/>
                  </a:srgbClr>
                </a:solidFill>
                <a:latin typeface="Arial"/>
              </a:rPr>
              <a:t>S3 API</a:t>
            </a:r>
          </a:p>
        </p:txBody>
      </p:sp>
      <p:sp>
        <p:nvSpPr>
          <p:cNvPr id="10" name="TextBox 9"/>
          <p:cNvSpPr txBox="1"/>
          <p:nvPr/>
        </p:nvSpPr>
        <p:spPr>
          <a:xfrm>
            <a:off x="8810473" y="5446979"/>
            <a:ext cx="810479" cy="235898"/>
          </a:xfrm>
          <a:prstGeom prst="rect">
            <a:avLst/>
          </a:prstGeom>
          <a:noFill/>
        </p:spPr>
        <p:txBody>
          <a:bodyPr wrap="square" rtlCol="0">
            <a:spAutoFit/>
          </a:bodyPr>
          <a:lstStyle/>
          <a:p>
            <a:pPr algn="ctr" defTabSz="914377"/>
            <a:r>
              <a:rPr lang="en-US" sz="933" b="1" dirty="0">
                <a:solidFill>
                  <a:srgbClr val="5A5A5A">
                    <a:lumMod val="50000"/>
                  </a:srgbClr>
                </a:solidFill>
                <a:latin typeface="Arial"/>
              </a:rPr>
              <a:t>Azure API</a:t>
            </a:r>
          </a:p>
        </p:txBody>
      </p:sp>
      <p:sp>
        <p:nvSpPr>
          <p:cNvPr id="11" name="TextBox 10"/>
          <p:cNvSpPr txBox="1"/>
          <p:nvPr/>
        </p:nvSpPr>
        <p:spPr>
          <a:xfrm>
            <a:off x="10023434" y="5375164"/>
            <a:ext cx="1235809" cy="379463"/>
          </a:xfrm>
          <a:prstGeom prst="rect">
            <a:avLst/>
          </a:prstGeom>
          <a:noFill/>
        </p:spPr>
        <p:txBody>
          <a:bodyPr wrap="square" rtlCol="0">
            <a:spAutoFit/>
          </a:bodyPr>
          <a:lstStyle/>
          <a:p>
            <a:pPr algn="ctr" defTabSz="914377"/>
            <a:r>
              <a:rPr lang="en-US" sz="933" b="1" dirty="0">
                <a:solidFill>
                  <a:srgbClr val="5A5A5A">
                    <a:lumMod val="50000"/>
                  </a:srgbClr>
                </a:solidFill>
                <a:latin typeface="Arial"/>
              </a:rPr>
              <a:t>Google HTTP API, S3 API</a:t>
            </a:r>
          </a:p>
        </p:txBody>
      </p:sp>
      <p:sp>
        <p:nvSpPr>
          <p:cNvPr id="16" name="TextBox 15"/>
          <p:cNvSpPr txBox="1"/>
          <p:nvPr/>
        </p:nvSpPr>
        <p:spPr>
          <a:xfrm>
            <a:off x="6611787" y="6010094"/>
            <a:ext cx="4931606" cy="276999"/>
          </a:xfrm>
          <a:prstGeom prst="rect">
            <a:avLst/>
          </a:prstGeom>
          <a:noFill/>
        </p:spPr>
        <p:txBody>
          <a:bodyPr wrap="none" rtlCol="0">
            <a:spAutoFit/>
          </a:bodyPr>
          <a:lstStyle/>
          <a:p>
            <a:pPr defTabSz="914377"/>
            <a:r>
              <a:rPr lang="en-US" sz="1200">
                <a:solidFill>
                  <a:srgbClr val="5A5A5A">
                    <a:lumMod val="50000"/>
                  </a:srgbClr>
                </a:solidFill>
                <a:latin typeface="Arial"/>
              </a:rPr>
              <a:t>IBM Cloud Object Storage Competitive Wiki at: </a:t>
            </a:r>
            <a:r>
              <a:rPr lang="en-US" sz="1200">
                <a:solidFill>
                  <a:srgbClr val="5A5A5A">
                    <a:lumMod val="50000"/>
                  </a:srgbClr>
                </a:solidFill>
                <a:latin typeface="Arial"/>
                <a:hlinkClick r:id="rId3"/>
              </a:rPr>
              <a:t>http://ibm.biz/Bd4nKY</a:t>
            </a:r>
            <a:r>
              <a:rPr lang="en-US" sz="1200">
                <a:solidFill>
                  <a:srgbClr val="5A5A5A">
                    <a:lumMod val="50000"/>
                  </a:srgbClr>
                </a:solidFill>
                <a:latin typeface="Arial"/>
              </a:rPr>
              <a:t> </a:t>
            </a:r>
          </a:p>
        </p:txBody>
      </p:sp>
      <p:sp>
        <p:nvSpPr>
          <p:cNvPr id="5" name="Oval 4">
            <a:extLst>
              <a:ext uri="{FF2B5EF4-FFF2-40B4-BE49-F238E27FC236}">
                <a16:creationId xmlns:a16="http://schemas.microsoft.com/office/drawing/2014/main" id="{FDB2AAAE-8091-AE45-B535-06F8FD4B7C4E}"/>
              </a:ext>
            </a:extLst>
          </p:cNvPr>
          <p:cNvSpPr/>
          <p:nvPr/>
        </p:nvSpPr>
        <p:spPr>
          <a:xfrm>
            <a:off x="-152484" y="3756724"/>
            <a:ext cx="7672387" cy="914400"/>
          </a:xfrm>
          <a:prstGeom prst="ellips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1358328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E983389F-2100-4CFE-ACDA-DB8FFF12F81F}"/>
              </a:ext>
            </a:extLst>
          </p:cNvPr>
          <p:cNvGraphicFramePr>
            <a:graphicFrameLocks noGrp="1"/>
          </p:cNvGraphicFramePr>
          <p:nvPr/>
        </p:nvGraphicFramePr>
        <p:xfrm>
          <a:off x="411480" y="1238372"/>
          <a:ext cx="5998445" cy="6039249"/>
        </p:xfrm>
        <a:graphic>
          <a:graphicData uri="http://schemas.openxmlformats.org/drawingml/2006/table">
            <a:tbl>
              <a:tblPr/>
              <a:tblGrid>
                <a:gridCol w="1437378">
                  <a:extLst>
                    <a:ext uri="{9D8B030D-6E8A-4147-A177-3AD203B41FA5}">
                      <a16:colId xmlns:a16="http://schemas.microsoft.com/office/drawing/2014/main" val="3029899306"/>
                    </a:ext>
                  </a:extLst>
                </a:gridCol>
                <a:gridCol w="1691663">
                  <a:extLst>
                    <a:ext uri="{9D8B030D-6E8A-4147-A177-3AD203B41FA5}">
                      <a16:colId xmlns:a16="http://schemas.microsoft.com/office/drawing/2014/main" val="2309303301"/>
                    </a:ext>
                  </a:extLst>
                </a:gridCol>
                <a:gridCol w="1434702">
                  <a:extLst>
                    <a:ext uri="{9D8B030D-6E8A-4147-A177-3AD203B41FA5}">
                      <a16:colId xmlns:a16="http://schemas.microsoft.com/office/drawing/2014/main" val="1345940783"/>
                    </a:ext>
                  </a:extLst>
                </a:gridCol>
                <a:gridCol w="1434702">
                  <a:extLst>
                    <a:ext uri="{9D8B030D-6E8A-4147-A177-3AD203B41FA5}">
                      <a16:colId xmlns:a16="http://schemas.microsoft.com/office/drawing/2014/main" val="1534725943"/>
                    </a:ext>
                  </a:extLst>
                </a:gridCol>
              </a:tblGrid>
              <a:tr h="318806">
                <a:tc>
                  <a:txBody>
                    <a:bodyPr/>
                    <a:lstStyle/>
                    <a:p>
                      <a:pPr algn="ctr" fontAlgn="ctr"/>
                      <a:r>
                        <a:rPr lang="en-US" sz="1800" b="0" i="0" u="none" strike="noStrike" dirty="0">
                          <a:solidFill>
                            <a:srgbClr val="000000"/>
                          </a:solidFill>
                          <a:effectLst/>
                          <a:latin typeface="+mn-lt"/>
                        </a:rPr>
                        <a:t> </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A6FF"/>
                    </a:solidFill>
                  </a:tcPr>
                </a:tc>
                <a:tc>
                  <a:txBody>
                    <a:bodyPr/>
                    <a:lstStyle/>
                    <a:p>
                      <a:pPr algn="ctr" rtl="0" fontAlgn="ctr"/>
                      <a:r>
                        <a:rPr lang="en-US" sz="1200" b="1" i="0" u="none" strike="noStrike">
                          <a:solidFill>
                            <a:srgbClr val="000000"/>
                          </a:solidFill>
                          <a:effectLst/>
                          <a:latin typeface="+mn-lt"/>
                        </a:rPr>
                        <a:t>IBM Cloud Object Storage</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A6FF"/>
                    </a:solidFill>
                  </a:tcPr>
                </a:tc>
                <a:tc>
                  <a:txBody>
                    <a:bodyPr/>
                    <a:lstStyle/>
                    <a:p>
                      <a:pPr algn="ctr" rtl="0" fontAlgn="ctr"/>
                      <a:r>
                        <a:rPr lang="en-US" sz="1200" b="1" i="0" u="none" strike="noStrike" dirty="0">
                          <a:solidFill>
                            <a:srgbClr val="000000"/>
                          </a:solidFill>
                          <a:effectLst/>
                          <a:latin typeface="+mn-lt"/>
                        </a:rPr>
                        <a:t>AWS</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A6FF"/>
                    </a:solidFill>
                  </a:tcPr>
                </a:tc>
                <a:tc>
                  <a:txBody>
                    <a:bodyPr/>
                    <a:lstStyle/>
                    <a:p>
                      <a:pPr algn="ctr" rtl="0" fontAlgn="ctr"/>
                      <a:r>
                        <a:rPr lang="en-US" sz="1200" b="1" i="0" u="none" strike="noStrike" dirty="0">
                          <a:solidFill>
                            <a:srgbClr val="000000"/>
                          </a:solidFill>
                          <a:effectLst/>
                          <a:latin typeface="+mn-lt"/>
                        </a:rPr>
                        <a:t>Azure</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A6FF"/>
                    </a:solidFill>
                  </a:tcPr>
                </a:tc>
                <a:extLst>
                  <a:ext uri="{0D108BD9-81ED-4DB2-BD59-A6C34878D82A}">
                    <a16:rowId xmlns:a16="http://schemas.microsoft.com/office/drawing/2014/main" val="668174225"/>
                  </a:ext>
                </a:extLst>
              </a:tr>
              <a:tr h="458284">
                <a:tc>
                  <a:txBody>
                    <a:bodyPr/>
                    <a:lstStyle/>
                    <a:p>
                      <a:pPr algn="ctr" fontAlgn="ctr"/>
                      <a:r>
                        <a:rPr lang="en-US" sz="1200" b="1" i="0" u="none" strike="noStrike">
                          <a:solidFill>
                            <a:srgbClr val="000000"/>
                          </a:solidFill>
                          <a:effectLst/>
                          <a:latin typeface="+mn-lt"/>
                        </a:rPr>
                        <a:t>Offering</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300" b="1" i="0" u="none" strike="noStrike">
                          <a:solidFill>
                            <a:srgbClr val="000000"/>
                          </a:solidFill>
                          <a:effectLst/>
                          <a:latin typeface="+mn-lt"/>
                        </a:rPr>
                        <a:t>Standard </a:t>
                      </a:r>
                      <a:br>
                        <a:rPr lang="en-US" sz="1300" b="1" i="0" u="none" strike="noStrike">
                          <a:solidFill>
                            <a:srgbClr val="000000"/>
                          </a:solidFill>
                          <a:effectLst/>
                          <a:latin typeface="+mn-lt"/>
                        </a:rPr>
                      </a:br>
                      <a:r>
                        <a:rPr lang="en-US" sz="1300" b="1" i="0" u="none" strike="noStrike">
                          <a:solidFill>
                            <a:srgbClr val="000000"/>
                          </a:solidFill>
                          <a:effectLst/>
                          <a:latin typeface="+mn-lt"/>
                        </a:rPr>
                        <a:t>(Frequent access)</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300" b="1" i="0" u="none" strike="noStrike" dirty="0">
                          <a:solidFill>
                            <a:srgbClr val="000000"/>
                          </a:solidFill>
                          <a:effectLst/>
                          <a:latin typeface="+mn-lt"/>
                        </a:rPr>
                        <a:t>S3 Standard</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300" b="1" i="0" u="none" strike="noStrike" dirty="0">
                          <a:solidFill>
                            <a:srgbClr val="000000"/>
                          </a:solidFill>
                          <a:effectLst/>
                          <a:latin typeface="+mn-lt"/>
                        </a:rPr>
                        <a:t>Blob Hot</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extLst>
                  <a:ext uri="{0D108BD9-81ED-4DB2-BD59-A6C34878D82A}">
                    <a16:rowId xmlns:a16="http://schemas.microsoft.com/office/drawing/2014/main" val="3188569741"/>
                  </a:ext>
                </a:extLst>
              </a:tr>
              <a:tr h="592816">
                <a:tc>
                  <a:txBody>
                    <a:bodyPr/>
                    <a:lstStyle/>
                    <a:p>
                      <a:pPr algn="ctr" rtl="0" fontAlgn="ctr"/>
                      <a:r>
                        <a:rPr lang="en-US" sz="1200" b="1" i="0" u="none" strike="noStrike">
                          <a:solidFill>
                            <a:srgbClr val="000000"/>
                          </a:solidFill>
                          <a:effectLst/>
                          <a:latin typeface="+mn-lt"/>
                        </a:rPr>
                        <a:t>Availability SLA (Actual SLA w/ credits, Not Design Target)</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Up to 99.95%</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Up to 99.9%</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Up to 99.99% (Hot reads only for RA-GRS), </a:t>
                      </a:r>
                    </a:p>
                    <a:p>
                      <a:pPr algn="ctr" rtl="0" fontAlgn="ctr"/>
                      <a:r>
                        <a:rPr lang="en-US" sz="1100" b="0" i="0" u="none" strike="noStrike" dirty="0">
                          <a:solidFill>
                            <a:srgbClr val="000000"/>
                          </a:solidFill>
                          <a:effectLst/>
                          <a:latin typeface="+mn-lt"/>
                        </a:rPr>
                        <a:t>Up to 99.9% for writes in all other</a:t>
                      </a:r>
                    </a:p>
                    <a:p>
                      <a:pPr algn="ctr" rtl="0" fontAlgn="ctr"/>
                      <a:endParaRPr lang="en-US" sz="1100" b="0" i="0" u="none" strike="noStrike" dirty="0">
                        <a:solidFill>
                          <a:srgbClr val="000000"/>
                        </a:solidFill>
                        <a:effectLst/>
                        <a:latin typeface="+mn-lt"/>
                      </a:endParaRP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extLst>
                  <a:ext uri="{0D108BD9-81ED-4DB2-BD59-A6C34878D82A}">
                    <a16:rowId xmlns:a16="http://schemas.microsoft.com/office/drawing/2014/main" val="696898102"/>
                  </a:ext>
                </a:extLst>
              </a:tr>
              <a:tr h="829560">
                <a:tc>
                  <a:txBody>
                    <a:bodyPr/>
                    <a:lstStyle/>
                    <a:p>
                      <a:pPr algn="ctr" rtl="0" fontAlgn="ctr"/>
                      <a:r>
                        <a:rPr lang="en-US" sz="1200" b="1" i="0" u="none" strike="noStrike" dirty="0">
                          <a:solidFill>
                            <a:srgbClr val="000000"/>
                          </a:solidFill>
                          <a:effectLst/>
                          <a:latin typeface="+mn-lt"/>
                        </a:rPr>
                        <a:t>Data Durability*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Designed for 99.99999999999999999999999999999% (31 9s)</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Designed to provide 99.999999999% (11 9's)</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dirty="0">
                          <a:solidFill>
                            <a:srgbClr val="000000"/>
                          </a:solidFill>
                          <a:effectLst/>
                          <a:latin typeface="+mn-lt"/>
                        </a:rPr>
                        <a:t>Designed to provide 11 9s in LRS, 16 9s in GRS</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extLst>
                  <a:ext uri="{0D108BD9-81ED-4DB2-BD59-A6C34878D82A}">
                    <a16:rowId xmlns:a16="http://schemas.microsoft.com/office/drawing/2014/main" val="157119830"/>
                  </a:ext>
                </a:extLst>
              </a:tr>
              <a:tr h="625657">
                <a:tc>
                  <a:txBody>
                    <a:bodyPr/>
                    <a:lstStyle/>
                    <a:p>
                      <a:pPr algn="ctr" rtl="0" fontAlgn="ctr"/>
                      <a:r>
                        <a:rPr lang="en-US" sz="1200" b="1" i="0" u="none" strike="noStrike">
                          <a:solidFill>
                            <a:srgbClr val="000000"/>
                          </a:solidFill>
                          <a:effectLst/>
                          <a:latin typeface="+mn-lt"/>
                        </a:rPr>
                        <a:t>Data Resiliency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a:solidFill>
                            <a:srgbClr val="000000"/>
                          </a:solidFill>
                          <a:effectLst/>
                          <a:latin typeface="+mn-lt"/>
                        </a:rPr>
                        <a:t>MZR, Single Data Center or Cross-Region</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a:solidFill>
                            <a:srgbClr val="000000"/>
                          </a:solidFill>
                          <a:effectLst/>
                          <a:latin typeface="+mn-lt"/>
                        </a:rPr>
                        <a:t>MZR or Single Data Center</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MZR or Single Data center</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extLst>
                  <a:ext uri="{0D108BD9-81ED-4DB2-BD59-A6C34878D82A}">
                    <a16:rowId xmlns:a16="http://schemas.microsoft.com/office/drawing/2014/main" val="3096654877"/>
                  </a:ext>
                </a:extLst>
              </a:tr>
              <a:tr h="211873">
                <a:tc>
                  <a:txBody>
                    <a:bodyPr/>
                    <a:lstStyle/>
                    <a:p>
                      <a:pPr algn="ctr" rtl="0" fontAlgn="ctr"/>
                      <a:r>
                        <a:rPr lang="en-US" sz="1200" b="1" i="0" u="none" strike="noStrike">
                          <a:solidFill>
                            <a:srgbClr val="000000"/>
                          </a:solidFill>
                          <a:effectLst/>
                          <a:latin typeface="+mn-lt"/>
                        </a:rPr>
                        <a:t>Immutability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 MZR, Cross Region</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MZR</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No</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extLst>
                  <a:ext uri="{0D108BD9-81ED-4DB2-BD59-A6C34878D82A}">
                    <a16:rowId xmlns:a16="http://schemas.microsoft.com/office/drawing/2014/main" val="441740489"/>
                  </a:ext>
                </a:extLst>
              </a:tr>
              <a:tr h="207224">
                <a:tc>
                  <a:txBody>
                    <a:bodyPr/>
                    <a:lstStyle/>
                    <a:p>
                      <a:pPr algn="ctr" rtl="0" fontAlgn="ctr"/>
                      <a:r>
                        <a:rPr lang="en-US" sz="1200" b="1" i="0" u="none" strike="noStrike">
                          <a:solidFill>
                            <a:srgbClr val="000000"/>
                          </a:solidFill>
                          <a:effectLst/>
                          <a:latin typeface="+mn-lt"/>
                        </a:rPr>
                        <a:t>Time to First Byte</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a:solidFill>
                            <a:srgbClr val="000000"/>
                          </a:solidFill>
                          <a:effectLst/>
                          <a:latin typeface="+mn-lt"/>
                        </a:rPr>
                        <a:t>Milliseconds</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a:solidFill>
                            <a:srgbClr val="000000"/>
                          </a:solidFill>
                          <a:effectLst/>
                          <a:latin typeface="+mn-lt"/>
                        </a:rPr>
                        <a:t>Milliseconds</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Milliseconds</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extLst>
                  <a:ext uri="{0D108BD9-81ED-4DB2-BD59-A6C34878D82A}">
                    <a16:rowId xmlns:a16="http://schemas.microsoft.com/office/drawing/2014/main" val="693760599"/>
                  </a:ext>
                </a:extLst>
              </a:tr>
              <a:tr h="211873">
                <a:tc>
                  <a:txBody>
                    <a:bodyPr/>
                    <a:lstStyle/>
                    <a:p>
                      <a:pPr algn="ctr" rtl="0" fontAlgn="ctr"/>
                      <a:r>
                        <a:rPr lang="en-US" sz="1200" b="1" i="0" u="none" strike="noStrike">
                          <a:solidFill>
                            <a:srgbClr val="000000"/>
                          </a:solidFill>
                          <a:effectLst/>
                          <a:latin typeface="+mn-lt"/>
                        </a:rPr>
                        <a:t>Data Consistency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dirty="0">
                          <a:solidFill>
                            <a:srgbClr val="000000"/>
                          </a:solidFill>
                          <a:effectLst/>
                          <a:latin typeface="+mn-lt"/>
                        </a:rPr>
                        <a:t>Immediate in single region and cross region</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Eventual</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dirty="0">
                          <a:solidFill>
                            <a:srgbClr val="000000"/>
                          </a:solidFill>
                          <a:effectLst/>
                          <a:latin typeface="+mn-lt"/>
                        </a:rPr>
                        <a:t>“Strong” in single region</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extLst>
                  <a:ext uri="{0D108BD9-81ED-4DB2-BD59-A6C34878D82A}">
                    <a16:rowId xmlns:a16="http://schemas.microsoft.com/office/drawing/2014/main" val="4149349960"/>
                  </a:ext>
                </a:extLst>
              </a:tr>
              <a:tr h="956419">
                <a:tc>
                  <a:txBody>
                    <a:bodyPr/>
                    <a:lstStyle/>
                    <a:p>
                      <a:pPr algn="ctr" rtl="0" fontAlgn="ctr"/>
                      <a:r>
                        <a:rPr lang="en-US" sz="1200" b="1" i="0" u="none" strike="noStrike">
                          <a:solidFill>
                            <a:srgbClr val="000000"/>
                          </a:solidFill>
                          <a:effectLst/>
                          <a:latin typeface="+mn-lt"/>
                        </a:rPr>
                        <a:t>Security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a:solidFill>
                            <a:srgbClr val="000000"/>
                          </a:solidFill>
                          <a:effectLst/>
                          <a:latin typeface="+mn-lt"/>
                        </a:rPr>
                        <a:t>Encryption at rest and in motion, IAM, Key Protect, Hyper Protect Crypto Services, COS Firewall (IP Whitelisting), Immutability</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a:solidFill>
                            <a:srgbClr val="000000"/>
                          </a:solidFill>
                          <a:effectLst/>
                          <a:latin typeface="+mn-lt"/>
                        </a:rPr>
                        <a:t>Encryption at rest and in motion, IAM, Key Protect, IP Whitelisting, Immutability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tc>
                  <a:txBody>
                    <a:bodyPr/>
                    <a:lstStyle/>
                    <a:p>
                      <a:pPr algn="ctr" rtl="0" fontAlgn="ctr"/>
                      <a:r>
                        <a:rPr lang="en-US" sz="1100" b="0" i="0" u="none" strike="noStrike" dirty="0">
                          <a:solidFill>
                            <a:srgbClr val="000000"/>
                          </a:solidFill>
                          <a:effectLst/>
                          <a:latin typeface="+mn-lt"/>
                        </a:rPr>
                        <a:t>Storage firewall, encryption at rest and in motion, Key Vault, IAM, Immutability</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FF"/>
                    </a:solidFill>
                  </a:tcPr>
                </a:tc>
                <a:extLst>
                  <a:ext uri="{0D108BD9-81ED-4DB2-BD59-A6C34878D82A}">
                    <a16:rowId xmlns:a16="http://schemas.microsoft.com/office/drawing/2014/main" val="3441880301"/>
                  </a:ext>
                </a:extLst>
              </a:tr>
              <a:tr h="219179">
                <a:tc>
                  <a:txBody>
                    <a:bodyPr/>
                    <a:lstStyle/>
                    <a:p>
                      <a:pPr algn="ctr" rtl="0" fontAlgn="ctr"/>
                      <a:r>
                        <a:rPr lang="en-US" sz="1200" b="1" i="0" u="none" strike="noStrike">
                          <a:solidFill>
                            <a:srgbClr val="000000"/>
                          </a:solidFill>
                          <a:effectLst/>
                          <a:latin typeface="+mn-lt"/>
                        </a:rPr>
                        <a:t>Scalability</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Unlimited per bucket</a:t>
                      </a:r>
                    </a:p>
                  </a:txBody>
                  <a:tcPr marL="9378" marR="9378" marT="9378"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a:solidFill>
                            <a:srgbClr val="000000"/>
                          </a:solidFill>
                          <a:effectLst/>
                          <a:latin typeface="+mn-lt"/>
                        </a:rPr>
                        <a:t>Unknown</a:t>
                      </a:r>
                    </a:p>
                  </a:txBody>
                  <a:tcPr marL="9378" marR="9378" marT="9378"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tc>
                  <a:txBody>
                    <a:bodyPr/>
                    <a:lstStyle/>
                    <a:p>
                      <a:pPr algn="ctr" rtl="0" fontAlgn="ctr"/>
                      <a:r>
                        <a:rPr lang="en-US" sz="1100" b="0" i="0" u="none" strike="noStrike" dirty="0">
                          <a:solidFill>
                            <a:srgbClr val="000000"/>
                          </a:solidFill>
                          <a:effectLst/>
                          <a:latin typeface="+mn-lt"/>
                        </a:rPr>
                        <a:t>Account and container limit: 2 </a:t>
                      </a:r>
                      <a:r>
                        <a:rPr lang="en-US" sz="1100" b="0" i="0" u="none" strike="noStrike" dirty="0" err="1">
                          <a:solidFill>
                            <a:srgbClr val="000000"/>
                          </a:solidFill>
                          <a:effectLst/>
                          <a:latin typeface="+mn-lt"/>
                        </a:rPr>
                        <a:t>PiB</a:t>
                      </a:r>
                      <a:r>
                        <a:rPr lang="en-US" sz="1100" b="0" i="0" u="none" strike="noStrike" dirty="0">
                          <a:solidFill>
                            <a:srgbClr val="000000"/>
                          </a:solidFill>
                          <a:effectLst/>
                          <a:latin typeface="+mn-lt"/>
                        </a:rPr>
                        <a:t> US/Europe, 500TB all other regions, </a:t>
                      </a:r>
                    </a:p>
                    <a:p>
                      <a:pPr algn="ctr" rtl="0" fontAlgn="ctr"/>
                      <a:r>
                        <a:rPr lang="en-US" sz="1100" b="0" i="0" u="none" strike="noStrike" dirty="0">
                          <a:solidFill>
                            <a:srgbClr val="000000"/>
                          </a:solidFill>
                          <a:effectLst/>
                          <a:latin typeface="+mn-lt"/>
                        </a:rPr>
                        <a:t>Object size limit: 4.75TiB</a:t>
                      </a:r>
                    </a:p>
                  </a:txBody>
                  <a:tcPr marL="9378" marR="9378" marT="9378"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1FF"/>
                    </a:solidFill>
                  </a:tcPr>
                </a:tc>
                <a:extLst>
                  <a:ext uri="{0D108BD9-81ED-4DB2-BD59-A6C34878D82A}">
                    <a16:rowId xmlns:a16="http://schemas.microsoft.com/office/drawing/2014/main" val="3375260987"/>
                  </a:ext>
                </a:extLst>
              </a:tr>
            </a:tbl>
          </a:graphicData>
        </a:graphic>
      </p:graphicFrame>
      <p:sp>
        <p:nvSpPr>
          <p:cNvPr id="13" name="Title 1">
            <a:extLst>
              <a:ext uri="{FF2B5EF4-FFF2-40B4-BE49-F238E27FC236}">
                <a16:creationId xmlns:a16="http://schemas.microsoft.com/office/drawing/2014/main" id="{D8228184-D2BC-4D0C-AA63-19F4FB55FEAD}"/>
              </a:ext>
            </a:extLst>
          </p:cNvPr>
          <p:cNvSpPr txBox="1">
            <a:spLocks/>
          </p:cNvSpPr>
          <p:nvPr/>
        </p:nvSpPr>
        <p:spPr>
          <a:xfrm>
            <a:off x="411480" y="184543"/>
            <a:ext cx="10515600" cy="750178"/>
          </a:xfrm>
          <a:prstGeom prst="rect">
            <a:avLst/>
          </a:prstGeom>
        </p:spPr>
        <p:txBody>
          <a:bodyPr vert="horz" lIns="91440" tIns="45720" rIns="91440" bIns="45720" rtlCol="0" anchor="ctr">
            <a:no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IBM Cloud Object Storage Key SLA’s</a:t>
            </a:r>
          </a:p>
        </p:txBody>
      </p:sp>
    </p:spTree>
    <p:extLst>
      <p:ext uri="{BB962C8B-B14F-4D97-AF65-F5344CB8AC3E}">
        <p14:creationId xmlns:p14="http://schemas.microsoft.com/office/powerpoint/2010/main" val="1825117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7EF0-18C3-9144-8B4A-E9C151BE10A3}"/>
              </a:ext>
            </a:extLst>
          </p:cNvPr>
          <p:cNvSpPr>
            <a:spLocks noGrp="1"/>
          </p:cNvSpPr>
          <p:nvPr>
            <p:ph type="title"/>
          </p:nvPr>
        </p:nvSpPr>
        <p:spPr>
          <a:xfrm>
            <a:off x="310155" y="271148"/>
            <a:ext cx="11881845" cy="429648"/>
          </a:xfrm>
        </p:spPr>
        <p:txBody>
          <a:bodyPr/>
          <a:lstStyle/>
          <a:p>
            <a:r>
              <a:rPr lang="en-US" dirty="0"/>
              <a:t>IBM Cloud: T</a:t>
            </a:r>
            <a:r>
              <a:rPr lang="en-US" sz="3200" dirty="0"/>
              <a:t>he most available public cloud storage for business</a:t>
            </a:r>
            <a:endParaRPr lang="en-US" dirty="0"/>
          </a:p>
        </p:txBody>
      </p:sp>
      <p:sp>
        <p:nvSpPr>
          <p:cNvPr id="33" name="Footer Placeholder 3">
            <a:extLst>
              <a:ext uri="{FF2B5EF4-FFF2-40B4-BE49-F238E27FC236}">
                <a16:creationId xmlns:a16="http://schemas.microsoft.com/office/drawing/2014/main" id="{2DEA0D8A-9ED8-4885-B7ED-E2935D50CE72}"/>
              </a:ext>
            </a:extLst>
          </p:cNvPr>
          <p:cNvSpPr txBox="1">
            <a:spLocks/>
          </p:cNvSpPr>
          <p:nvPr/>
        </p:nvSpPr>
        <p:spPr>
          <a:xfrm>
            <a:off x="300716" y="6545950"/>
            <a:ext cx="2593801" cy="222249"/>
          </a:xfrm>
          <a:prstGeom prst="rect">
            <a:avLst/>
          </a:prstGeom>
        </p:spPr>
        <p:txBody>
          <a:bodyPr vert="horz" lIns="0" tIns="0" rIns="0" bIns="0" rtlCol="0" anchor="ctr"/>
          <a:lstStyle>
            <a:defPPr>
              <a:defRPr lang="en-US"/>
            </a:defPPr>
            <a:lvl1pPr marL="0" marR="0" indent="0" algn="l" defTabSz="685975" rtl="0" eaLnBrk="1" fontAlgn="auto" latinLnBrk="0" hangingPunct="1">
              <a:lnSpc>
                <a:spcPct val="100000"/>
              </a:lnSpc>
              <a:spcBef>
                <a:spcPts val="0"/>
              </a:spcBef>
              <a:spcAft>
                <a:spcPts val="0"/>
              </a:spcAft>
              <a:buClrTx/>
              <a:buSzTx/>
              <a:buFontTx/>
              <a:buNone/>
              <a:tabLst/>
              <a:defRPr sz="600" kern="1200">
                <a:solidFill>
                  <a:schemeClr val="bg1"/>
                </a:solidFill>
                <a:latin typeface="IBM Plex Sans" panose="020B0503050203000203" pitchFamily="34" charset="0"/>
                <a:ea typeface="+mn-ea"/>
                <a:cs typeface="+mn-cs"/>
              </a:defRPr>
            </a:lvl1pPr>
            <a:lvl2pPr marL="342991" algn="l" defTabSz="685983" rtl="0" eaLnBrk="1" latinLnBrk="0" hangingPunct="1">
              <a:defRPr sz="1400" kern="1200">
                <a:solidFill>
                  <a:schemeClr val="tx1"/>
                </a:solidFill>
                <a:latin typeface="+mn-lt"/>
                <a:ea typeface="+mn-ea"/>
                <a:cs typeface="+mn-cs"/>
              </a:defRPr>
            </a:lvl2pPr>
            <a:lvl3pPr marL="685983" algn="l" defTabSz="685983" rtl="0" eaLnBrk="1" latinLnBrk="0" hangingPunct="1">
              <a:defRPr sz="1400" kern="1200">
                <a:solidFill>
                  <a:schemeClr val="tx1"/>
                </a:solidFill>
                <a:latin typeface="+mn-lt"/>
                <a:ea typeface="+mn-ea"/>
                <a:cs typeface="+mn-cs"/>
              </a:defRPr>
            </a:lvl3pPr>
            <a:lvl4pPr marL="1028974" algn="l" defTabSz="685983" rtl="0" eaLnBrk="1" latinLnBrk="0" hangingPunct="1">
              <a:defRPr sz="1400" kern="1200">
                <a:solidFill>
                  <a:schemeClr val="tx1"/>
                </a:solidFill>
                <a:latin typeface="+mn-lt"/>
                <a:ea typeface="+mn-ea"/>
                <a:cs typeface="+mn-cs"/>
              </a:defRPr>
            </a:lvl4pPr>
            <a:lvl5pPr marL="1371966" algn="l" defTabSz="685983" rtl="0" eaLnBrk="1" latinLnBrk="0" hangingPunct="1">
              <a:defRPr sz="1400" kern="1200">
                <a:solidFill>
                  <a:schemeClr val="tx1"/>
                </a:solidFill>
                <a:latin typeface="+mn-lt"/>
                <a:ea typeface="+mn-ea"/>
                <a:cs typeface="+mn-cs"/>
              </a:defRPr>
            </a:lvl5pPr>
            <a:lvl6pPr marL="1714957" algn="l" defTabSz="685983" rtl="0" eaLnBrk="1" latinLnBrk="0" hangingPunct="1">
              <a:defRPr sz="1400" kern="1200">
                <a:solidFill>
                  <a:schemeClr val="tx1"/>
                </a:solidFill>
                <a:latin typeface="+mn-lt"/>
                <a:ea typeface="+mn-ea"/>
                <a:cs typeface="+mn-cs"/>
              </a:defRPr>
            </a:lvl6pPr>
            <a:lvl7pPr marL="2057949" algn="l" defTabSz="685983" rtl="0" eaLnBrk="1" latinLnBrk="0" hangingPunct="1">
              <a:defRPr sz="1400" kern="1200">
                <a:solidFill>
                  <a:schemeClr val="tx1"/>
                </a:solidFill>
                <a:latin typeface="+mn-lt"/>
                <a:ea typeface="+mn-ea"/>
                <a:cs typeface="+mn-cs"/>
              </a:defRPr>
            </a:lvl7pPr>
            <a:lvl8pPr marL="2400940" algn="l" defTabSz="685983" rtl="0" eaLnBrk="1" latinLnBrk="0" hangingPunct="1">
              <a:defRPr sz="1400" kern="1200">
                <a:solidFill>
                  <a:schemeClr val="tx1"/>
                </a:solidFill>
                <a:latin typeface="+mn-lt"/>
                <a:ea typeface="+mn-ea"/>
                <a:cs typeface="+mn-cs"/>
              </a:defRPr>
            </a:lvl8pPr>
            <a:lvl9pPr marL="2743932" algn="l" defTabSz="685983" rtl="0" eaLnBrk="1" latinLnBrk="0" hangingPunct="1">
              <a:defRPr sz="1400" kern="1200">
                <a:solidFill>
                  <a:schemeClr val="tx1"/>
                </a:solidFill>
                <a:latin typeface="+mn-lt"/>
                <a:ea typeface="+mn-ea"/>
                <a:cs typeface="+mn-cs"/>
              </a:defRPr>
            </a:lvl9pPr>
          </a:lstStyle>
          <a:p>
            <a:pPr marL="0" marR="0" lvl="0" indent="0" algn="l" defTabSz="91461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IBM Plex Sans" panose="020B0503050203000203" pitchFamily="34" charset="0"/>
                <a:ea typeface="+mn-ea"/>
                <a:cs typeface="+mn-cs"/>
              </a:rPr>
              <a:t> 2020 IBM Corporation</a:t>
            </a:r>
            <a:endParaRPr kumimoji="0" lang="en-US" sz="800" b="0" i="0" u="none" strike="noStrike" kern="1200" cap="none" spc="0" normalizeH="0" baseline="0" noProof="0" dirty="0">
              <a:ln>
                <a:noFill/>
              </a:ln>
              <a:solidFill>
                <a:srgbClr val="FFFFFF">
                  <a:lumMod val="65000"/>
                </a:srgbClr>
              </a:solidFill>
              <a:effectLst/>
              <a:uLnTx/>
              <a:uFillTx/>
              <a:latin typeface="IBM Plex Sans" panose="020B0503050203000203" pitchFamily="34" charset="0"/>
              <a:ea typeface="+mn-ea"/>
              <a:cs typeface="+mn-cs"/>
            </a:endParaRPr>
          </a:p>
        </p:txBody>
      </p:sp>
      <p:sp>
        <p:nvSpPr>
          <p:cNvPr id="39" name="Slide Number Placeholder 2">
            <a:extLst>
              <a:ext uri="{FF2B5EF4-FFF2-40B4-BE49-F238E27FC236}">
                <a16:creationId xmlns:a16="http://schemas.microsoft.com/office/drawing/2014/main" id="{BA023455-4932-43CB-8ACC-E2BD0B50ABCA}"/>
              </a:ext>
            </a:extLst>
          </p:cNvPr>
          <p:cNvSpPr txBox="1">
            <a:spLocks/>
          </p:cNvSpPr>
          <p:nvPr/>
        </p:nvSpPr>
        <p:spPr>
          <a:xfrm>
            <a:off x="9144000" y="6565007"/>
            <a:ext cx="2743200" cy="182880"/>
          </a:xfrm>
          <a:prstGeom prst="rect">
            <a:avLst/>
          </a:prstGeom>
        </p:spPr>
        <p:txBody>
          <a:bodyPr vert="horz" lIns="0" tIns="0" rIns="0" bIns="0" rtlCol="0" anchor="ctr"/>
          <a:lstStyle>
            <a:defPPr>
              <a:defRPr lang="en-US"/>
            </a:defPPr>
            <a:lvl1pPr marL="0" algn="r" defTabSz="685983" rtl="0" eaLnBrk="1" latinLnBrk="0" hangingPunct="1">
              <a:defRPr sz="599" kern="1200" baseline="0">
                <a:solidFill>
                  <a:schemeClr val="bg2"/>
                </a:solidFill>
                <a:latin typeface="+mn-lt"/>
                <a:ea typeface="Arial" charset="0"/>
                <a:cs typeface="Arial" charset="0"/>
              </a:defRPr>
            </a:lvl1pPr>
            <a:lvl2pPr marL="342991" algn="l" defTabSz="685983" rtl="0" eaLnBrk="1" latinLnBrk="0" hangingPunct="1">
              <a:defRPr sz="1400" kern="1200">
                <a:solidFill>
                  <a:schemeClr val="tx1"/>
                </a:solidFill>
                <a:latin typeface="+mn-lt"/>
                <a:ea typeface="+mn-ea"/>
                <a:cs typeface="+mn-cs"/>
              </a:defRPr>
            </a:lvl2pPr>
            <a:lvl3pPr marL="685983" algn="l" defTabSz="685983" rtl="0" eaLnBrk="1" latinLnBrk="0" hangingPunct="1">
              <a:defRPr sz="1400" kern="1200">
                <a:solidFill>
                  <a:schemeClr val="tx1"/>
                </a:solidFill>
                <a:latin typeface="+mn-lt"/>
                <a:ea typeface="+mn-ea"/>
                <a:cs typeface="+mn-cs"/>
              </a:defRPr>
            </a:lvl3pPr>
            <a:lvl4pPr marL="1028974" algn="l" defTabSz="685983" rtl="0" eaLnBrk="1" latinLnBrk="0" hangingPunct="1">
              <a:defRPr sz="1400" kern="1200">
                <a:solidFill>
                  <a:schemeClr val="tx1"/>
                </a:solidFill>
                <a:latin typeface="+mn-lt"/>
                <a:ea typeface="+mn-ea"/>
                <a:cs typeface="+mn-cs"/>
              </a:defRPr>
            </a:lvl4pPr>
            <a:lvl5pPr marL="1371966" algn="l" defTabSz="685983" rtl="0" eaLnBrk="1" latinLnBrk="0" hangingPunct="1">
              <a:defRPr sz="1400" kern="1200">
                <a:solidFill>
                  <a:schemeClr val="tx1"/>
                </a:solidFill>
                <a:latin typeface="+mn-lt"/>
                <a:ea typeface="+mn-ea"/>
                <a:cs typeface="+mn-cs"/>
              </a:defRPr>
            </a:lvl5pPr>
            <a:lvl6pPr marL="1714957" algn="l" defTabSz="685983" rtl="0" eaLnBrk="1" latinLnBrk="0" hangingPunct="1">
              <a:defRPr sz="1400" kern="1200">
                <a:solidFill>
                  <a:schemeClr val="tx1"/>
                </a:solidFill>
                <a:latin typeface="+mn-lt"/>
                <a:ea typeface="+mn-ea"/>
                <a:cs typeface="+mn-cs"/>
              </a:defRPr>
            </a:lvl6pPr>
            <a:lvl7pPr marL="2057949" algn="l" defTabSz="685983" rtl="0" eaLnBrk="1" latinLnBrk="0" hangingPunct="1">
              <a:defRPr sz="1400" kern="1200">
                <a:solidFill>
                  <a:schemeClr val="tx1"/>
                </a:solidFill>
                <a:latin typeface="+mn-lt"/>
                <a:ea typeface="+mn-ea"/>
                <a:cs typeface="+mn-cs"/>
              </a:defRPr>
            </a:lvl7pPr>
            <a:lvl8pPr marL="2400940" algn="l" defTabSz="685983" rtl="0" eaLnBrk="1" latinLnBrk="0" hangingPunct="1">
              <a:defRPr sz="1400" kern="1200">
                <a:solidFill>
                  <a:schemeClr val="tx1"/>
                </a:solidFill>
                <a:latin typeface="+mn-lt"/>
                <a:ea typeface="+mn-ea"/>
                <a:cs typeface="+mn-cs"/>
              </a:defRPr>
            </a:lvl8pPr>
            <a:lvl9pPr marL="2743932" algn="l" defTabSz="685983" rtl="0" eaLnBrk="1" latinLnBrk="0" hangingPunct="1">
              <a:defRPr sz="1400" kern="1200">
                <a:solidFill>
                  <a:schemeClr val="tx1"/>
                </a:solidFill>
                <a:latin typeface="+mn-lt"/>
                <a:ea typeface="+mn-ea"/>
                <a:cs typeface="+mn-cs"/>
              </a:defRPr>
            </a:lvl9pPr>
          </a:lstStyle>
          <a:p>
            <a:pPr marL="0" marR="0" lvl="0" indent="0" algn="r" defTabSz="913462" rtl="0" eaLnBrk="1" fontAlgn="auto" latinLnBrk="0" hangingPunct="1">
              <a:lnSpc>
                <a:spcPct val="100000"/>
              </a:lnSpc>
              <a:spcBef>
                <a:spcPts val="0"/>
              </a:spcBef>
              <a:spcAft>
                <a:spcPts val="0"/>
              </a:spcAft>
              <a:buClrTx/>
              <a:buSzTx/>
              <a:buFontTx/>
              <a:buNone/>
              <a:tabLst/>
              <a:defRPr/>
            </a:pPr>
            <a:fld id="{D0BE6F14-FF48-0F4F-A8AA-2E3F25371E4A}" type="slidenum">
              <a:rPr kumimoji="0" lang="en-US" sz="799" b="0" i="0" u="none" strike="noStrike" kern="1200" cap="none" spc="0" normalizeH="0" baseline="0" noProof="0">
                <a:ln>
                  <a:noFill/>
                </a:ln>
                <a:solidFill>
                  <a:srgbClr val="FFFFFF">
                    <a:lumMod val="50000"/>
                  </a:srgbClr>
                </a:solidFill>
                <a:effectLst/>
                <a:uLnTx/>
                <a:uFillTx/>
                <a:latin typeface="IBM Plex Sans Regular"/>
                <a:cs typeface="Arial" charset="0"/>
              </a:rPr>
              <a:pPr marL="0" marR="0" lvl="0" indent="0" algn="r" defTabSz="913462" rtl="0" eaLnBrk="1" fontAlgn="auto" latinLnBrk="0" hangingPunct="1">
                <a:lnSpc>
                  <a:spcPct val="100000"/>
                </a:lnSpc>
                <a:spcBef>
                  <a:spcPts val="0"/>
                </a:spcBef>
                <a:spcAft>
                  <a:spcPts val="0"/>
                </a:spcAft>
                <a:buClrTx/>
                <a:buSzTx/>
                <a:buFontTx/>
                <a:buNone/>
                <a:tabLst/>
                <a:defRPr/>
              </a:pPr>
              <a:t>7</a:t>
            </a:fld>
            <a:endParaRPr kumimoji="0" lang="en-US" sz="799" b="0" i="0" u="none" strike="noStrike" kern="1200" cap="none" spc="0" normalizeH="0" baseline="0" noProof="0" dirty="0">
              <a:ln>
                <a:noFill/>
              </a:ln>
              <a:solidFill>
                <a:srgbClr val="FFFFFF">
                  <a:lumMod val="50000"/>
                </a:srgbClr>
              </a:solidFill>
              <a:effectLst/>
              <a:uLnTx/>
              <a:uFillTx/>
              <a:latin typeface="IBM Plex Sans Regular"/>
              <a:cs typeface="Arial" charset="0"/>
            </a:endParaRPr>
          </a:p>
        </p:txBody>
      </p:sp>
      <p:graphicFrame>
        <p:nvGraphicFramePr>
          <p:cNvPr id="3" name="Table 2">
            <a:extLst>
              <a:ext uri="{FF2B5EF4-FFF2-40B4-BE49-F238E27FC236}">
                <a16:creationId xmlns:a16="http://schemas.microsoft.com/office/drawing/2014/main" id="{9C1112C0-8726-BA45-ABB2-95B2D9D46D8D}"/>
              </a:ext>
            </a:extLst>
          </p:cNvPr>
          <p:cNvGraphicFramePr>
            <a:graphicFrameLocks noGrp="1"/>
          </p:cNvGraphicFramePr>
          <p:nvPr/>
        </p:nvGraphicFramePr>
        <p:xfrm>
          <a:off x="419822" y="756901"/>
          <a:ext cx="11662510" cy="5188200"/>
        </p:xfrm>
        <a:graphic>
          <a:graphicData uri="http://schemas.openxmlformats.org/drawingml/2006/table">
            <a:tbl>
              <a:tblPr firstRow="1" bandRow="1">
                <a:tableStyleId>{5C22544A-7EE6-4342-B048-85BDC9FD1C3A}</a:tableStyleId>
              </a:tblPr>
              <a:tblGrid>
                <a:gridCol w="2338510">
                  <a:extLst>
                    <a:ext uri="{9D8B030D-6E8A-4147-A177-3AD203B41FA5}">
                      <a16:colId xmlns:a16="http://schemas.microsoft.com/office/drawing/2014/main" val="714011858"/>
                    </a:ext>
                  </a:extLst>
                </a:gridCol>
                <a:gridCol w="3021145">
                  <a:extLst>
                    <a:ext uri="{9D8B030D-6E8A-4147-A177-3AD203B41FA5}">
                      <a16:colId xmlns:a16="http://schemas.microsoft.com/office/drawing/2014/main" val="3934693745"/>
                    </a:ext>
                  </a:extLst>
                </a:gridCol>
                <a:gridCol w="2168769">
                  <a:extLst>
                    <a:ext uri="{9D8B030D-6E8A-4147-A177-3AD203B41FA5}">
                      <a16:colId xmlns:a16="http://schemas.microsoft.com/office/drawing/2014/main" val="779303541"/>
                    </a:ext>
                  </a:extLst>
                </a:gridCol>
                <a:gridCol w="2016369">
                  <a:extLst>
                    <a:ext uri="{9D8B030D-6E8A-4147-A177-3AD203B41FA5}">
                      <a16:colId xmlns:a16="http://schemas.microsoft.com/office/drawing/2014/main" val="934041889"/>
                    </a:ext>
                  </a:extLst>
                </a:gridCol>
                <a:gridCol w="2117717">
                  <a:extLst>
                    <a:ext uri="{9D8B030D-6E8A-4147-A177-3AD203B41FA5}">
                      <a16:colId xmlns:a16="http://schemas.microsoft.com/office/drawing/2014/main" val="3615803503"/>
                    </a:ext>
                  </a:extLst>
                </a:gridCol>
              </a:tblGrid>
              <a:tr h="540000">
                <a:tc>
                  <a:txBody>
                    <a:bodyPr/>
                    <a:lstStyle/>
                    <a:p>
                      <a:endParaRPr lang="en-US" dirty="0"/>
                    </a:p>
                  </a:txBody>
                  <a:tcPr>
                    <a:lnR w="19050" cap="flat" cmpd="sng" algn="ctr">
                      <a:solidFill>
                        <a:schemeClr val="bg1">
                          <a:lumMod val="50000"/>
                          <a:lumOff val="50000"/>
                        </a:schemeClr>
                      </a:solidFill>
                      <a:prstDash val="solid"/>
                      <a:round/>
                      <a:headEnd type="none" w="med" len="med"/>
                      <a:tailEnd type="none" w="med" len="med"/>
                    </a:lnR>
                    <a:lnB w="19050" cap="flat" cmpd="sng" algn="ctr">
                      <a:solidFill>
                        <a:schemeClr val="bg1">
                          <a:lumMod val="50000"/>
                          <a:lumOff val="50000"/>
                        </a:schemeClr>
                      </a:solidFill>
                      <a:prstDash val="solid"/>
                      <a:round/>
                      <a:headEnd type="none" w="med" len="med"/>
                      <a:tailEnd type="none" w="med" len="med"/>
                    </a:lnB>
                    <a:noFill/>
                  </a:tcPr>
                </a:tc>
                <a:tc>
                  <a:txBody>
                    <a:bodyPr/>
                    <a:lstStyle/>
                    <a:p>
                      <a:endParaRPr lang="en-US" dirty="0"/>
                    </a:p>
                  </a:txBody>
                  <a:tcPr>
                    <a:lnL w="19050" cap="flat" cmpd="sng" algn="ctr">
                      <a:solidFill>
                        <a:schemeClr val="bg1">
                          <a:lumMod val="50000"/>
                          <a:lumOff val="50000"/>
                        </a:schemeClr>
                      </a:solidFill>
                      <a:prstDash val="solid"/>
                      <a:round/>
                      <a:headEnd type="none" w="med" len="med"/>
                      <a:tailEnd type="none" w="med" len="med"/>
                    </a:lnL>
                    <a:lnT w="19050" cap="flat" cmpd="sng" algn="ctr">
                      <a:solidFill>
                        <a:schemeClr val="bg1">
                          <a:lumMod val="50000"/>
                          <a:lumOff val="50000"/>
                        </a:schemeClr>
                      </a:solidFill>
                      <a:prstDash val="solid"/>
                      <a:round/>
                      <a:headEnd type="none" w="med" len="med"/>
                      <a:tailEnd type="none" w="med" len="med"/>
                    </a:lnT>
                    <a:lnB w="19050" cap="flat" cmpd="sng" algn="ctr">
                      <a:solidFill>
                        <a:schemeClr val="bg1">
                          <a:lumMod val="50000"/>
                          <a:lumOff val="50000"/>
                        </a:schemeClr>
                      </a:solidFill>
                      <a:prstDash val="solid"/>
                      <a:round/>
                      <a:headEnd type="none" w="med" len="med"/>
                      <a:tailEnd type="none" w="med" len="med"/>
                    </a:lnB>
                    <a:solidFill>
                      <a:schemeClr val="bg2"/>
                    </a:solidFill>
                  </a:tcPr>
                </a:tc>
                <a:tc>
                  <a:txBody>
                    <a:bodyPr/>
                    <a:lstStyle/>
                    <a:p>
                      <a:endParaRPr lang="en-US" dirty="0"/>
                    </a:p>
                  </a:txBody>
                  <a:tcPr>
                    <a:lnT w="19050" cap="flat" cmpd="sng" algn="ctr">
                      <a:solidFill>
                        <a:schemeClr val="bg1">
                          <a:lumMod val="50000"/>
                          <a:lumOff val="50000"/>
                        </a:schemeClr>
                      </a:solidFill>
                      <a:prstDash val="solid"/>
                      <a:round/>
                      <a:headEnd type="none" w="med" len="med"/>
                      <a:tailEnd type="none" w="med" len="med"/>
                    </a:lnT>
                    <a:lnB w="19050" cap="flat" cmpd="sng" algn="ctr">
                      <a:solidFill>
                        <a:schemeClr val="bg1">
                          <a:lumMod val="50000"/>
                          <a:lumOff val="50000"/>
                        </a:schemeClr>
                      </a:solidFill>
                      <a:prstDash val="solid"/>
                      <a:round/>
                      <a:headEnd type="none" w="med" len="med"/>
                      <a:tailEnd type="none" w="med" len="med"/>
                    </a:lnB>
                    <a:solidFill>
                      <a:schemeClr val="bg2"/>
                    </a:solidFill>
                  </a:tcPr>
                </a:tc>
                <a:tc>
                  <a:txBody>
                    <a:bodyPr/>
                    <a:lstStyle/>
                    <a:p>
                      <a:endParaRPr lang="en-US" dirty="0"/>
                    </a:p>
                  </a:txBody>
                  <a:tcPr>
                    <a:lnT w="19050" cap="flat" cmpd="sng" algn="ctr">
                      <a:solidFill>
                        <a:schemeClr val="bg1">
                          <a:lumMod val="50000"/>
                          <a:lumOff val="50000"/>
                        </a:schemeClr>
                      </a:solidFill>
                      <a:prstDash val="solid"/>
                      <a:round/>
                      <a:headEnd type="none" w="med" len="med"/>
                      <a:tailEnd type="none" w="med" len="med"/>
                    </a:lnT>
                    <a:lnB w="19050" cap="flat" cmpd="sng" algn="ctr">
                      <a:solidFill>
                        <a:schemeClr val="bg1">
                          <a:lumMod val="50000"/>
                          <a:lumOff val="50000"/>
                        </a:schemeClr>
                      </a:solidFill>
                      <a:prstDash val="solid"/>
                      <a:round/>
                      <a:headEnd type="none" w="med" len="med"/>
                      <a:tailEnd type="none" w="med" len="med"/>
                    </a:lnB>
                    <a:solidFill>
                      <a:schemeClr val="bg2"/>
                    </a:solidFill>
                  </a:tcPr>
                </a:tc>
                <a:tc>
                  <a:txBody>
                    <a:bodyPr/>
                    <a:lstStyle/>
                    <a:p>
                      <a:endParaRPr lang="en-US" dirty="0"/>
                    </a:p>
                  </a:txBody>
                  <a:tcPr>
                    <a:lnR w="19050" cap="flat" cmpd="sng" algn="ctr">
                      <a:solidFill>
                        <a:schemeClr val="bg1">
                          <a:lumMod val="50000"/>
                          <a:lumOff val="50000"/>
                        </a:schemeClr>
                      </a:solidFill>
                      <a:prstDash val="solid"/>
                      <a:round/>
                      <a:headEnd type="none" w="med" len="med"/>
                      <a:tailEnd type="none" w="med" len="med"/>
                    </a:lnR>
                    <a:lnT w="19050" cap="flat" cmpd="sng" algn="ctr">
                      <a:solidFill>
                        <a:schemeClr val="bg1">
                          <a:lumMod val="50000"/>
                          <a:lumOff val="50000"/>
                        </a:schemeClr>
                      </a:solidFill>
                      <a:prstDash val="solid"/>
                      <a:round/>
                      <a:headEnd type="none" w="med" len="med"/>
                      <a:tailEnd type="none" w="med" len="med"/>
                    </a:lnT>
                    <a:lnB w="19050" cap="flat" cmpd="sng" algn="ctr">
                      <a:solidFill>
                        <a:schemeClr val="bg1">
                          <a:lumMod val="50000"/>
                          <a:lumOff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196412340"/>
                  </a:ext>
                </a:extLst>
              </a:tr>
              <a:tr h="342000">
                <a:tc>
                  <a:txBody>
                    <a:bodyPr/>
                    <a:lstStyle/>
                    <a:p>
                      <a:r>
                        <a:rPr lang="en-US" sz="1600" b="1" baseline="0" dirty="0"/>
                        <a:t>Standard  (Hot)</a:t>
                      </a:r>
                      <a:endParaRPr lang="en-US" sz="1600" b="1" dirty="0"/>
                    </a:p>
                  </a:txBody>
                  <a:tcPr marL="111307" marR="111307" marT="60960" marB="60960">
                    <a:lnL w="19050"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19050"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BAB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2"/>
                          </a:solidFill>
                        </a:rPr>
                        <a:t>10% credit if</a:t>
                      </a:r>
                      <a:r>
                        <a:rPr lang="en-US" sz="1600" b="1" baseline="0" dirty="0">
                          <a:solidFill>
                            <a:schemeClr val="bg2"/>
                          </a:solidFill>
                        </a:rPr>
                        <a:t> </a:t>
                      </a:r>
                      <a:r>
                        <a:rPr lang="en-US" sz="1600" b="1" dirty="0">
                          <a:solidFill>
                            <a:schemeClr val="bg2"/>
                          </a:solidFill>
                          <a:effectLst/>
                        </a:rPr>
                        <a:t>&lt; 99.95%</a:t>
                      </a:r>
                      <a:r>
                        <a:rPr lang="en-US" sz="2400" b="1" dirty="0">
                          <a:solidFill>
                            <a:srgbClr val="92D050"/>
                          </a:solidFill>
                          <a:latin typeface="Zapf Dingbats"/>
                          <a:ea typeface="Zapf Dingbats"/>
                          <a:cs typeface="Zapf Dingbats"/>
                          <a:sym typeface="Zapf Dingbats"/>
                        </a:rPr>
                        <a:t>✓</a:t>
                      </a:r>
                      <a:endParaRPr lang="en-US" sz="1600" b="1" dirty="0">
                        <a:solidFill>
                          <a:srgbClr val="92D05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600" baseline="0" dirty="0">
                          <a:solidFill>
                            <a:schemeClr val="bg2"/>
                          </a:solidFill>
                        </a:rPr>
                        <a:t>25% credit if </a:t>
                      </a:r>
                      <a:r>
                        <a:rPr lang="en-US" sz="1600" dirty="0">
                          <a:solidFill>
                            <a:schemeClr val="bg2"/>
                          </a:solidFill>
                          <a:effectLst/>
                        </a:rPr>
                        <a:t>&lt; 99.90%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Calibri"/>
                          <a:ea typeface="Calibri" panose="020F0502020204030204" pitchFamily="34" charset="0"/>
                          <a:cs typeface="Times New Roman"/>
                        </a:rPr>
                        <a:t>100% credit if &lt;  95.0%  (1H 2020)</a:t>
                      </a:r>
                      <a:endParaRPr lang="en-US" sz="1600" dirty="0">
                        <a:solidFill>
                          <a:schemeClr val="tx2"/>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19050"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6699"/>
                    </a:solidFill>
                  </a:tcPr>
                </a:tc>
                <a:tc>
                  <a:txBody>
                    <a:bodyPr/>
                    <a:lstStyle/>
                    <a:p>
                      <a:r>
                        <a:rPr lang="en-US" sz="1600" dirty="0">
                          <a:solidFill>
                            <a:schemeClr val="bg2"/>
                          </a:solidFill>
                        </a:rPr>
                        <a:t>10% credit if</a:t>
                      </a:r>
                      <a:r>
                        <a:rPr lang="en-US" sz="1600" baseline="0" dirty="0">
                          <a:solidFill>
                            <a:schemeClr val="bg2"/>
                          </a:solidFill>
                        </a:rPr>
                        <a:t> &lt; 99.9%</a:t>
                      </a:r>
                    </a:p>
                    <a:p>
                      <a:r>
                        <a:rPr lang="en-US" sz="1200" baseline="0" dirty="0">
                          <a:solidFill>
                            <a:schemeClr val="bg2"/>
                          </a:solidFill>
                        </a:rPr>
                        <a:t>25% credit if &lt; 99.0%</a:t>
                      </a:r>
                      <a:endParaRPr lang="en-US" sz="1200" dirty="0">
                        <a:solidFill>
                          <a:schemeClr val="bg2"/>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19050"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10% credit if &lt; 99.9%</a:t>
                      </a:r>
                    </a:p>
                    <a:p>
                      <a:r>
                        <a:rPr lang="en-US" sz="1200" dirty="0">
                          <a:solidFill>
                            <a:schemeClr val="bg2"/>
                          </a:solidFill>
                        </a:rPr>
                        <a:t>25% credit if &lt; 99.0%</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19050"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10% credit if &lt; 99.9%</a:t>
                      </a:r>
                    </a:p>
                    <a:p>
                      <a:r>
                        <a:rPr lang="en-US" sz="1200" dirty="0">
                          <a:solidFill>
                            <a:schemeClr val="bg2"/>
                          </a:solidFill>
                        </a:rPr>
                        <a:t>25% credit if &lt; 99.0%</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19050" cap="flat" cmpd="sng" algn="ctr">
                      <a:solidFill>
                        <a:schemeClr val="bg1">
                          <a:lumMod val="50000"/>
                          <a:lumOff val="50000"/>
                        </a:schemeClr>
                      </a:solidFill>
                      <a:prstDash val="solid"/>
                      <a:round/>
                      <a:headEnd type="none" w="med" len="med"/>
                      <a:tailEnd type="none" w="med" len="med"/>
                    </a:lnR>
                    <a:lnT w="19050"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968353082"/>
                  </a:ext>
                </a:extLst>
              </a:tr>
              <a:tr h="342000">
                <a:tc>
                  <a:txBody>
                    <a:bodyPr/>
                    <a:lstStyle/>
                    <a:p>
                      <a:r>
                        <a:rPr lang="en-US" sz="1600" b="1" dirty="0"/>
                        <a:t>Smart Tier </a:t>
                      </a:r>
                    </a:p>
                  </a:txBody>
                  <a:tcPr marL="111307" marR="111307" marT="60960" marB="60960">
                    <a:lnL w="19050"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BAB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2"/>
                          </a:solidFill>
                        </a:rPr>
                        <a:t>10% credit if</a:t>
                      </a:r>
                      <a:r>
                        <a:rPr lang="en-US" sz="1600" b="1" baseline="0" dirty="0">
                          <a:solidFill>
                            <a:schemeClr val="bg2"/>
                          </a:solidFill>
                        </a:rPr>
                        <a:t> </a:t>
                      </a:r>
                      <a:r>
                        <a:rPr lang="en-US" sz="1600" b="1" dirty="0">
                          <a:solidFill>
                            <a:schemeClr val="bg2"/>
                          </a:solidFill>
                          <a:effectLst/>
                        </a:rPr>
                        <a:t>&lt; 99.95%</a:t>
                      </a:r>
                      <a:r>
                        <a:rPr lang="en-US" sz="2100" b="1" dirty="0">
                          <a:solidFill>
                            <a:srgbClr val="92D050"/>
                          </a:solidFill>
                          <a:latin typeface="Zapf Dingbats"/>
                          <a:ea typeface="Zapf Dingbats"/>
                          <a:cs typeface="Zapf Dingbats"/>
                          <a:sym typeface="Zapf Dingbat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aseline="0" dirty="0">
                          <a:solidFill>
                            <a:schemeClr val="bg2"/>
                          </a:solidFill>
                        </a:rPr>
                        <a:t>25% credit if </a:t>
                      </a:r>
                      <a:r>
                        <a:rPr lang="en-US" sz="1600" dirty="0">
                          <a:solidFill>
                            <a:schemeClr val="bg2"/>
                          </a:solidFill>
                          <a:effectLst/>
                        </a:rPr>
                        <a:t>&lt; 99.90%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Calibri"/>
                          <a:ea typeface="Calibri" panose="020F0502020204030204" pitchFamily="34" charset="0"/>
                          <a:cs typeface="Times New Roman"/>
                        </a:rPr>
                        <a:t>100% credit if &lt;  95.0% (1H 2020)</a:t>
                      </a:r>
                      <a:endParaRPr lang="en-US" sz="1600" dirty="0">
                        <a:solidFill>
                          <a:schemeClr val="tx2"/>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6699"/>
                    </a:solidFill>
                  </a:tcPr>
                </a:tc>
                <a:tc>
                  <a:txBody>
                    <a:bodyPr/>
                    <a:lstStyle/>
                    <a:p>
                      <a:r>
                        <a:rPr lang="en-US" sz="1600" dirty="0">
                          <a:solidFill>
                            <a:schemeClr val="bg2"/>
                          </a:solidFill>
                        </a:rPr>
                        <a:t>No Flex</a:t>
                      </a:r>
                      <a:r>
                        <a:rPr lang="en-US" sz="1600" baseline="0" dirty="0">
                          <a:solidFill>
                            <a:schemeClr val="bg2"/>
                          </a:solidFill>
                        </a:rPr>
                        <a:t> Class. </a:t>
                      </a:r>
                      <a:r>
                        <a:rPr lang="en-US" sz="2400" dirty="0">
                          <a:solidFill>
                            <a:srgbClr val="FF0000"/>
                          </a:solidFill>
                        </a:rPr>
                        <a:t>✘</a:t>
                      </a:r>
                      <a:endParaRPr lang="en-US" sz="1600" dirty="0">
                        <a:solidFill>
                          <a:srgbClr val="FF0000"/>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2"/>
                          </a:solidFill>
                        </a:rPr>
                        <a:t>No Flex</a:t>
                      </a:r>
                      <a:r>
                        <a:rPr lang="en-US" sz="1600" baseline="0" dirty="0">
                          <a:solidFill>
                            <a:schemeClr val="bg2"/>
                          </a:solidFill>
                        </a:rPr>
                        <a:t> Class </a:t>
                      </a:r>
                      <a:r>
                        <a:rPr lang="en-US" sz="2100" dirty="0">
                          <a:solidFill>
                            <a:srgbClr val="FF0000"/>
                          </a:solidFill>
                        </a:rPr>
                        <a:t>✘</a:t>
                      </a:r>
                      <a:endParaRPr lang="en-US" sz="1600" dirty="0">
                        <a:solidFill>
                          <a:srgbClr val="FF0000"/>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2"/>
                          </a:solidFill>
                        </a:rPr>
                        <a:t>No Flex</a:t>
                      </a:r>
                      <a:r>
                        <a:rPr lang="en-US" sz="1600" baseline="0" dirty="0">
                          <a:solidFill>
                            <a:schemeClr val="bg2"/>
                          </a:solidFill>
                        </a:rPr>
                        <a:t> Class </a:t>
                      </a:r>
                      <a:r>
                        <a:rPr lang="en-US" sz="2400" dirty="0">
                          <a:solidFill>
                            <a:srgbClr val="FF0000"/>
                          </a:solidFill>
                        </a:rPr>
                        <a:t>✘</a:t>
                      </a:r>
                      <a:endParaRPr lang="en-US" sz="1600" dirty="0">
                        <a:solidFill>
                          <a:srgbClr val="FF0000"/>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19050"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495592838"/>
                  </a:ext>
                </a:extLst>
              </a:tr>
              <a:tr h="342000">
                <a:tc>
                  <a:txBody>
                    <a:bodyPr/>
                    <a:lstStyle/>
                    <a:p>
                      <a:r>
                        <a:rPr lang="en-US" sz="1600" b="1" dirty="0"/>
                        <a:t>Vault</a:t>
                      </a:r>
                      <a:r>
                        <a:rPr lang="en-US" sz="1600" b="1" baseline="0" dirty="0"/>
                        <a:t> (</a:t>
                      </a:r>
                      <a:r>
                        <a:rPr lang="en-US" sz="1600" b="1" dirty="0"/>
                        <a:t>Cool</a:t>
                      </a:r>
                      <a:r>
                        <a:rPr lang="en-US" sz="1600" b="1" baseline="0" dirty="0"/>
                        <a:t>)</a:t>
                      </a:r>
                    </a:p>
                  </a:txBody>
                  <a:tcPr marL="111307" marR="111307" marT="60960" marB="60960">
                    <a:lnL w="19050"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BAB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2"/>
                          </a:solidFill>
                        </a:rPr>
                        <a:t>10% credit if</a:t>
                      </a:r>
                      <a:r>
                        <a:rPr lang="en-US" sz="1600" b="1" baseline="0" dirty="0">
                          <a:solidFill>
                            <a:schemeClr val="bg2"/>
                          </a:solidFill>
                        </a:rPr>
                        <a:t> </a:t>
                      </a:r>
                      <a:r>
                        <a:rPr lang="en-US" sz="1600" b="1" dirty="0">
                          <a:solidFill>
                            <a:schemeClr val="bg2"/>
                          </a:solidFill>
                          <a:effectLst/>
                        </a:rPr>
                        <a:t>&lt; 99.5%</a:t>
                      </a:r>
                      <a:r>
                        <a:rPr lang="en-US" sz="2100" b="1" dirty="0">
                          <a:solidFill>
                            <a:srgbClr val="92D050"/>
                          </a:solidFill>
                          <a:latin typeface="Zapf Dingbats"/>
                          <a:ea typeface="Zapf Dingbats"/>
                          <a:cs typeface="Zapf Dingbats"/>
                          <a:sym typeface="Zapf Dingbats"/>
                        </a:rPr>
                        <a:t>✓</a:t>
                      </a:r>
                      <a:endParaRPr lang="en-US" sz="2100" b="1" dirty="0">
                        <a:solidFill>
                          <a:srgbClr val="92D050"/>
                        </a:solidFill>
                        <a:effectLst/>
                        <a:latin typeface="Calibri"/>
                        <a:ea typeface="Calibri" panose="020F0502020204030204" pitchFamily="34" charset="0"/>
                        <a:cs typeface="Times New Roman"/>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600" baseline="0" dirty="0">
                          <a:solidFill>
                            <a:schemeClr val="bg2"/>
                          </a:solidFill>
                        </a:rPr>
                        <a:t>25% credit if </a:t>
                      </a:r>
                      <a:r>
                        <a:rPr lang="en-US" sz="1600" dirty="0">
                          <a:solidFill>
                            <a:schemeClr val="bg2"/>
                          </a:solidFill>
                          <a:effectLst/>
                        </a:rPr>
                        <a:t>&lt; 99.0%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Calibri"/>
                          <a:ea typeface="Calibri" panose="020F0502020204030204" pitchFamily="34" charset="0"/>
                          <a:cs typeface="Times New Roman"/>
                        </a:rPr>
                        <a:t>100% credit if &lt;  95.0% (1H 2020)</a:t>
                      </a:r>
                      <a:endParaRPr lang="en-US" sz="1600" dirty="0">
                        <a:solidFill>
                          <a:schemeClr val="tx2"/>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6699"/>
                    </a:solidFill>
                  </a:tcPr>
                </a:tc>
                <a:tc>
                  <a:txBody>
                    <a:bodyPr/>
                    <a:lstStyle/>
                    <a:p>
                      <a:r>
                        <a:rPr lang="en-US" sz="1600" dirty="0">
                          <a:solidFill>
                            <a:schemeClr val="bg2"/>
                          </a:solidFill>
                        </a:rPr>
                        <a:t>10% credit if</a:t>
                      </a:r>
                      <a:r>
                        <a:rPr lang="en-US" sz="1600" baseline="0" dirty="0">
                          <a:solidFill>
                            <a:schemeClr val="bg2"/>
                          </a:solidFill>
                        </a:rPr>
                        <a:t> &lt; 99.0%</a:t>
                      </a:r>
                    </a:p>
                    <a:p>
                      <a:r>
                        <a:rPr lang="en-US" sz="1200" baseline="0" dirty="0">
                          <a:solidFill>
                            <a:schemeClr val="bg2"/>
                          </a:solidFill>
                        </a:rPr>
                        <a:t>25% credit if &lt; 98.0%</a:t>
                      </a:r>
                      <a:endParaRPr lang="en-US" sz="1200" dirty="0">
                        <a:solidFill>
                          <a:schemeClr val="bg2"/>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10% credit is &lt; 99.0%</a:t>
                      </a:r>
                    </a:p>
                    <a:p>
                      <a:r>
                        <a:rPr lang="en-US" sz="1200" dirty="0">
                          <a:solidFill>
                            <a:schemeClr val="bg2"/>
                          </a:solidFill>
                        </a:rPr>
                        <a:t>25% credit if &lt; 98.0%</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10% credit if &lt; 99.0%</a:t>
                      </a:r>
                    </a:p>
                    <a:p>
                      <a:r>
                        <a:rPr lang="en-US" sz="1200" dirty="0">
                          <a:solidFill>
                            <a:schemeClr val="bg2"/>
                          </a:solidFill>
                        </a:rPr>
                        <a:t>25% credit if &lt; 98.0%</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19050"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019805953"/>
                  </a:ext>
                </a:extLst>
              </a:tr>
              <a:tr h="342000">
                <a:tc>
                  <a:txBody>
                    <a:bodyPr/>
                    <a:lstStyle/>
                    <a:p>
                      <a:r>
                        <a:rPr lang="en-US" sz="1600" b="1" dirty="0"/>
                        <a:t>Cold Vault (Cold)</a:t>
                      </a:r>
                    </a:p>
                  </a:txBody>
                  <a:tcPr marL="111307" marR="111307" marT="60960" marB="60960">
                    <a:lnL w="19050"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BAB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2"/>
                          </a:solidFill>
                        </a:rPr>
                        <a:t>10% credit if</a:t>
                      </a:r>
                      <a:r>
                        <a:rPr lang="en-US" sz="1600" b="1" baseline="0" dirty="0">
                          <a:solidFill>
                            <a:schemeClr val="bg2"/>
                          </a:solidFill>
                        </a:rPr>
                        <a:t> </a:t>
                      </a:r>
                      <a:r>
                        <a:rPr lang="en-US" sz="1600" b="1" dirty="0">
                          <a:solidFill>
                            <a:schemeClr val="bg2"/>
                          </a:solidFill>
                          <a:effectLst/>
                        </a:rPr>
                        <a:t>&lt; 99.0%</a:t>
                      </a:r>
                      <a:r>
                        <a:rPr lang="en-US" sz="2100" b="1" dirty="0">
                          <a:solidFill>
                            <a:srgbClr val="92D050"/>
                          </a:solidFill>
                          <a:latin typeface="Zapf Dingbats"/>
                          <a:ea typeface="Zapf Dingbats"/>
                          <a:cs typeface="Zapf Dingbats"/>
                          <a:sym typeface="Zapf Dingbats"/>
                        </a:rPr>
                        <a:t>✓</a:t>
                      </a:r>
                      <a:endParaRPr lang="en-US" sz="2100" b="1" dirty="0">
                        <a:solidFill>
                          <a:srgbClr val="92D050"/>
                        </a:solidFill>
                        <a:effectLst/>
                        <a:latin typeface="Calibri"/>
                        <a:ea typeface="Calibri" panose="020F0502020204030204" pitchFamily="34" charset="0"/>
                        <a:cs typeface="Times New Roman"/>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a:solidFill>
                            <a:schemeClr val="bg2"/>
                          </a:solidFill>
                        </a:rPr>
                        <a:t>25% credit if </a:t>
                      </a:r>
                      <a:r>
                        <a:rPr lang="en-US" sz="1800" dirty="0">
                          <a:solidFill>
                            <a:schemeClr val="bg2"/>
                          </a:solidFill>
                          <a:effectLst/>
                        </a:rPr>
                        <a:t>&lt; 98.0%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2"/>
                          </a:solidFill>
                          <a:latin typeface="Calibri"/>
                          <a:ea typeface="Calibri" panose="020F0502020204030204" pitchFamily="34" charset="0"/>
                          <a:cs typeface="Times New Roman"/>
                        </a:rPr>
                        <a:t>100% credit if &lt;  95.0%  (</a:t>
                      </a:r>
                      <a:r>
                        <a:rPr lang="en-US" sz="1400" dirty="0">
                          <a:solidFill>
                            <a:schemeClr val="tx2"/>
                          </a:solidFill>
                          <a:latin typeface="Calibri"/>
                          <a:ea typeface="Calibri" panose="020F0502020204030204" pitchFamily="34" charset="0"/>
                          <a:cs typeface="Times New Roman"/>
                        </a:rPr>
                        <a:t>1H 2020)</a:t>
                      </a:r>
                      <a:endParaRPr lang="en-US" sz="1800" dirty="0">
                        <a:solidFill>
                          <a:schemeClr val="tx2"/>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6699"/>
                    </a:solidFill>
                  </a:tcPr>
                </a:tc>
                <a:tc>
                  <a:txBody>
                    <a:bodyPr/>
                    <a:lstStyle/>
                    <a:p>
                      <a:r>
                        <a:rPr lang="en-US" sz="1600" dirty="0">
                          <a:solidFill>
                            <a:schemeClr val="bg2"/>
                          </a:solidFill>
                        </a:rPr>
                        <a:t> No disk based offering  </a:t>
                      </a:r>
                      <a:r>
                        <a:rPr lang="en-US" sz="2400" dirty="0">
                          <a:solidFill>
                            <a:srgbClr val="FF0000"/>
                          </a:solidFill>
                        </a:rPr>
                        <a:t>✘</a:t>
                      </a:r>
                      <a:endParaRPr lang="en-US" sz="1600" dirty="0">
                        <a:solidFill>
                          <a:srgbClr val="FF0000"/>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No disk based offering </a:t>
                      </a:r>
                      <a:r>
                        <a:rPr lang="en-US" sz="2400" dirty="0">
                          <a:solidFill>
                            <a:srgbClr val="FF0000"/>
                          </a:solidFill>
                        </a:rPr>
                        <a:t>✘</a:t>
                      </a:r>
                      <a:endParaRPr lang="en-US" sz="1600" dirty="0">
                        <a:solidFill>
                          <a:srgbClr val="FF0000"/>
                        </a:solidFill>
                      </a:endParaRP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bg2"/>
                          </a:solidFill>
                        </a:rPr>
                        <a:t>10% credit if &lt; 99.0%</a:t>
                      </a:r>
                      <a:r>
                        <a:rPr lang="en-US" sz="2100" b="1" dirty="0">
                          <a:solidFill>
                            <a:schemeClr val="bg2"/>
                          </a:solidFill>
                          <a:latin typeface="Zapf Dingbats"/>
                          <a:ea typeface="Zapf Dingbats"/>
                          <a:cs typeface="Zapf Dingbats"/>
                          <a:sym typeface="Zapf Dingbats"/>
                        </a:rPr>
                        <a:t>✓</a:t>
                      </a:r>
                      <a:endParaRPr lang="en-US" sz="2100" dirty="0">
                        <a:solidFill>
                          <a:schemeClr val="bg2"/>
                        </a:solidFill>
                      </a:endParaRPr>
                    </a:p>
                    <a:p>
                      <a:r>
                        <a:rPr lang="en-US" sz="1200" dirty="0">
                          <a:solidFill>
                            <a:schemeClr val="bg2"/>
                          </a:solidFill>
                        </a:rPr>
                        <a:t>25% credit if &lt; 98.0%</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19050"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767715503"/>
                  </a:ext>
                </a:extLst>
              </a:tr>
              <a:tr h="342000">
                <a:tc>
                  <a:txBody>
                    <a:bodyPr/>
                    <a:lstStyle/>
                    <a:p>
                      <a:r>
                        <a:rPr lang="en-US" sz="1600" b="1" dirty="0"/>
                        <a:t>Archive</a:t>
                      </a:r>
                    </a:p>
                  </a:txBody>
                  <a:tcPr marL="111307" marR="111307" marT="60960" marB="60960">
                    <a:lnL w="19050"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BAB6"/>
                    </a:solidFill>
                  </a:tcPr>
                </a:tc>
                <a:tc>
                  <a:txBody>
                    <a:bodyPr/>
                    <a:lstStyle/>
                    <a:p>
                      <a:pPr marL="0" marR="0" indent="0" algn="l" defTabSz="914378" rtl="0" eaLnBrk="1" fontAlgn="auto" latinLnBrk="0" hangingPunct="1">
                        <a:lnSpc>
                          <a:spcPct val="100000"/>
                        </a:lnSpc>
                        <a:spcBef>
                          <a:spcPts val="0"/>
                        </a:spcBef>
                        <a:spcAft>
                          <a:spcPts val="0"/>
                        </a:spcAft>
                        <a:buClrTx/>
                        <a:buSzTx/>
                        <a:buFontTx/>
                        <a:buNone/>
                        <a:tabLst/>
                        <a:defRPr/>
                      </a:pPr>
                      <a:r>
                        <a:rPr lang="en-US" sz="1600" b="0" dirty="0">
                          <a:solidFill>
                            <a:schemeClr val="bg2"/>
                          </a:solidFill>
                        </a:rPr>
                        <a:t>99.9%</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rgbClr val="006699"/>
                    </a:solidFill>
                  </a:tcPr>
                </a:tc>
                <a:tc>
                  <a:txBody>
                    <a:bodyPr/>
                    <a:lstStyle/>
                    <a:p>
                      <a:r>
                        <a:rPr lang="en-US" sz="1600" dirty="0">
                          <a:solidFill>
                            <a:schemeClr val="bg2"/>
                          </a:solidFill>
                        </a:rPr>
                        <a:t>Glacier – 99.9%</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Azure Blob Archive – 99.9%</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9525"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tc>
                  <a:txBody>
                    <a:bodyPr/>
                    <a:lstStyle/>
                    <a:p>
                      <a:r>
                        <a:rPr lang="en-US" sz="1600" dirty="0">
                          <a:solidFill>
                            <a:schemeClr val="bg2"/>
                          </a:solidFill>
                        </a:rPr>
                        <a:t>Archive – No SLA</a:t>
                      </a:r>
                    </a:p>
                  </a:txBody>
                  <a:tcPr marL="111307" marR="111307" marT="60960" marB="60960">
                    <a:lnL w="9525" cap="flat" cmpd="sng" algn="ctr">
                      <a:solidFill>
                        <a:schemeClr val="bg1">
                          <a:lumMod val="50000"/>
                          <a:lumOff val="50000"/>
                        </a:schemeClr>
                      </a:solidFill>
                      <a:prstDash val="solid"/>
                      <a:round/>
                      <a:headEnd type="none" w="med" len="med"/>
                      <a:tailEnd type="none" w="med" len="med"/>
                    </a:lnL>
                    <a:lnR w="19050" cap="flat" cmpd="sng" algn="ctr">
                      <a:solidFill>
                        <a:schemeClr val="bg1">
                          <a:lumMod val="50000"/>
                          <a:lumOff val="50000"/>
                        </a:schemeClr>
                      </a:solidFill>
                      <a:prstDash val="solid"/>
                      <a:round/>
                      <a:headEnd type="none" w="med" len="med"/>
                      <a:tailEnd type="none" w="med" len="med"/>
                    </a:lnR>
                    <a:lnT w="9525" cap="flat" cmpd="sng" algn="ctr">
                      <a:solidFill>
                        <a:schemeClr val="bg1">
                          <a:lumMod val="50000"/>
                          <a:lumOff val="50000"/>
                        </a:schemeClr>
                      </a:solidFill>
                      <a:prstDash val="solid"/>
                      <a:round/>
                      <a:headEnd type="none" w="med" len="med"/>
                      <a:tailEnd type="none" w="med" len="med"/>
                    </a:lnT>
                    <a:lnB w="9525" cap="flat" cmpd="sng" algn="ctr">
                      <a:solidFill>
                        <a:schemeClr val="bg1">
                          <a:lumMod val="50000"/>
                          <a:lumOff val="50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497829640"/>
                  </a:ext>
                </a:extLst>
              </a:tr>
            </a:tbl>
          </a:graphicData>
        </a:graphic>
      </p:graphicFrame>
      <p:pic>
        <p:nvPicPr>
          <p:cNvPr id="87" name="Picture 86">
            <a:extLst>
              <a:ext uri="{FF2B5EF4-FFF2-40B4-BE49-F238E27FC236}">
                <a16:creationId xmlns:a16="http://schemas.microsoft.com/office/drawing/2014/main" id="{0275EC68-8FE6-5C4B-8F59-1C5A38FFE82F}"/>
              </a:ext>
            </a:extLst>
          </p:cNvPr>
          <p:cNvPicPr>
            <a:picLocks noChangeAspect="1"/>
          </p:cNvPicPr>
          <p:nvPr/>
        </p:nvPicPr>
        <p:blipFill>
          <a:blip r:embed="rId3">
            <a:duotone>
              <a:srgbClr val="697077">
                <a:shade val="45000"/>
                <a:satMod val="135000"/>
              </a:srgbClr>
              <a:prstClr val="white"/>
            </a:duotone>
            <a:lum bright="20000"/>
          </a:blip>
          <a:stretch>
            <a:fillRect/>
          </a:stretch>
        </p:blipFill>
        <p:spPr>
          <a:xfrm>
            <a:off x="828000" y="1448660"/>
            <a:ext cx="268802" cy="252000"/>
          </a:xfrm>
          <a:prstGeom prst="rect">
            <a:avLst/>
          </a:prstGeom>
        </p:spPr>
      </p:pic>
      <p:pic>
        <p:nvPicPr>
          <p:cNvPr id="35" name="Google Shape;57;p14">
            <a:extLst>
              <a:ext uri="{FF2B5EF4-FFF2-40B4-BE49-F238E27FC236}">
                <a16:creationId xmlns:a16="http://schemas.microsoft.com/office/drawing/2014/main" id="{6956FB8E-EE6F-7047-BD9F-72EC78C6E821}"/>
              </a:ext>
            </a:extLst>
          </p:cNvPr>
          <p:cNvPicPr>
            <a:picLocks noChangeAspect="1"/>
          </p:cNvPicPr>
          <p:nvPr/>
        </p:nvPicPr>
        <p:blipFill rotWithShape="1">
          <a:blip r:embed="rId4">
            <a:alphaModFix/>
          </a:blip>
          <a:srcRect l="17998" t="20402" r="17676" b="20714"/>
          <a:stretch/>
        </p:blipFill>
        <p:spPr>
          <a:xfrm>
            <a:off x="3846553" y="767251"/>
            <a:ext cx="736663" cy="503999"/>
          </a:xfrm>
          <a:prstGeom prst="rect">
            <a:avLst/>
          </a:prstGeom>
          <a:noFill/>
          <a:ln>
            <a:noFill/>
          </a:ln>
        </p:spPr>
      </p:pic>
      <p:pic>
        <p:nvPicPr>
          <p:cNvPr id="36" name="Picture 35" descr="A picture containing drawing, plate&#10;&#10;Description automatically generated">
            <a:extLst>
              <a:ext uri="{FF2B5EF4-FFF2-40B4-BE49-F238E27FC236}">
                <a16:creationId xmlns:a16="http://schemas.microsoft.com/office/drawing/2014/main" id="{A3ABB78E-D11E-0D4E-962A-508E27414B68}"/>
              </a:ext>
            </a:extLst>
          </p:cNvPr>
          <p:cNvPicPr>
            <a:picLocks noChangeAspect="1"/>
          </p:cNvPicPr>
          <p:nvPr/>
        </p:nvPicPr>
        <p:blipFill>
          <a:blip r:embed="rId5"/>
          <a:stretch>
            <a:fillRect/>
          </a:stretch>
        </p:blipFill>
        <p:spPr>
          <a:xfrm>
            <a:off x="6420658" y="839250"/>
            <a:ext cx="720000" cy="432000"/>
          </a:xfrm>
          <a:prstGeom prst="rect">
            <a:avLst/>
          </a:prstGeom>
        </p:spPr>
      </p:pic>
      <p:pic>
        <p:nvPicPr>
          <p:cNvPr id="66" name="Picture 65">
            <a:extLst>
              <a:ext uri="{FF2B5EF4-FFF2-40B4-BE49-F238E27FC236}">
                <a16:creationId xmlns:a16="http://schemas.microsoft.com/office/drawing/2014/main" id="{A7B86D07-792C-F140-9336-C5B3CFDCD941}"/>
              </a:ext>
            </a:extLst>
          </p:cNvPr>
          <p:cNvPicPr>
            <a:picLocks noChangeAspect="1"/>
          </p:cNvPicPr>
          <p:nvPr/>
        </p:nvPicPr>
        <p:blipFill>
          <a:blip r:embed="rId6">
            <a:duotone>
              <a:srgbClr val="697077">
                <a:shade val="45000"/>
                <a:satMod val="135000"/>
              </a:srgbClr>
              <a:prstClr val="white"/>
            </a:duotone>
            <a:lum bright="20000"/>
          </a:blip>
          <a:stretch>
            <a:fillRect/>
          </a:stretch>
        </p:blipFill>
        <p:spPr>
          <a:xfrm>
            <a:off x="868416" y="2804277"/>
            <a:ext cx="227615" cy="252000"/>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F0028429-DFA3-B542-9322-2B742439B043}"/>
              </a:ext>
            </a:extLst>
          </p:cNvPr>
          <p:cNvPicPr>
            <a:picLocks noChangeAspect="1"/>
          </p:cNvPicPr>
          <p:nvPr/>
        </p:nvPicPr>
        <p:blipFill>
          <a:blip r:embed="rId7"/>
          <a:stretch>
            <a:fillRect/>
          </a:stretch>
        </p:blipFill>
        <p:spPr>
          <a:xfrm>
            <a:off x="10515600" y="808096"/>
            <a:ext cx="941922" cy="468000"/>
          </a:xfrm>
          <a:prstGeom prst="rect">
            <a:avLst/>
          </a:prstGeom>
        </p:spPr>
      </p:pic>
      <p:pic>
        <p:nvPicPr>
          <p:cNvPr id="172" name="Picture 171" descr="A picture containing drawing&#10;&#10;Description automatically generated">
            <a:extLst>
              <a:ext uri="{FF2B5EF4-FFF2-40B4-BE49-F238E27FC236}">
                <a16:creationId xmlns:a16="http://schemas.microsoft.com/office/drawing/2014/main" id="{D04A82C5-89CF-C34B-BB6F-BF98A5DBBFF1}"/>
              </a:ext>
            </a:extLst>
          </p:cNvPr>
          <p:cNvPicPr>
            <a:picLocks noChangeAspect="1"/>
          </p:cNvPicPr>
          <p:nvPr/>
        </p:nvPicPr>
        <p:blipFill>
          <a:blip r:embed="rId8"/>
          <a:stretch>
            <a:fillRect/>
          </a:stretch>
        </p:blipFill>
        <p:spPr>
          <a:xfrm>
            <a:off x="8009947" y="779566"/>
            <a:ext cx="1712698" cy="491684"/>
          </a:xfrm>
          <a:prstGeom prst="rect">
            <a:avLst/>
          </a:prstGeom>
        </p:spPr>
      </p:pic>
    </p:spTree>
    <p:extLst>
      <p:ext uri="{BB962C8B-B14F-4D97-AF65-F5344CB8AC3E}">
        <p14:creationId xmlns:p14="http://schemas.microsoft.com/office/powerpoint/2010/main" val="97042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1EC1EF-E322-6748-A769-36BE2A3954E3}"/>
              </a:ext>
            </a:extLst>
          </p:cNvPr>
          <p:cNvSpPr>
            <a:spLocks noGrp="1"/>
          </p:cNvSpPr>
          <p:nvPr>
            <p:ph type="sldNum" sz="quarter" idx="10"/>
          </p:nvPr>
        </p:nvSpPr>
        <p:spPr/>
        <p:txBody>
          <a:bodyPr/>
          <a:lstStyle/>
          <a:p>
            <a:pPr defTabSz="914377"/>
            <a:fld id="{458E0B5E-ED84-E84E-B473-25831B5CFD0F}" type="slidenum">
              <a:rPr lang="en-US" altLang="en-US">
                <a:solidFill>
                  <a:prstClr val="white">
                    <a:lumMod val="50000"/>
                  </a:prstClr>
                </a:solidFill>
                <a:latin typeface="Calibri" panose="020F0502020204030204"/>
              </a:rPr>
              <a:pPr defTabSz="914377"/>
              <a:t>8</a:t>
            </a:fld>
            <a:endParaRPr lang="en-US" altLang="en-US">
              <a:solidFill>
                <a:prstClr val="white">
                  <a:lumMod val="50000"/>
                </a:prstClr>
              </a:solidFill>
              <a:latin typeface="Calibri" panose="020F0502020204030204"/>
            </a:endParaRPr>
          </a:p>
        </p:txBody>
      </p:sp>
      <p:sp>
        <p:nvSpPr>
          <p:cNvPr id="5" name="Text Box 12">
            <a:extLst>
              <a:ext uri="{FF2B5EF4-FFF2-40B4-BE49-F238E27FC236}">
                <a16:creationId xmlns:a16="http://schemas.microsoft.com/office/drawing/2014/main" id="{AF592315-2760-8E46-92D9-1184FE0CAE8C}"/>
              </a:ext>
            </a:extLst>
          </p:cNvPr>
          <p:cNvSpPr txBox="1">
            <a:spLocks noChangeArrowheads="1"/>
          </p:cNvSpPr>
          <p:nvPr/>
        </p:nvSpPr>
        <p:spPr bwMode="auto">
          <a:xfrm>
            <a:off x="153969" y="85328"/>
            <a:ext cx="11206759" cy="424732"/>
          </a:xfrm>
          <a:prstGeom prst="rect">
            <a:avLst/>
          </a:prstGeom>
          <a:noFill/>
          <a:ln>
            <a:noFill/>
          </a:ln>
        </p:spPr>
        <p:txBody>
          <a:bodyPr wrap="square">
            <a:spAutoFit/>
          </a:bodyPr>
          <a:lstStyle>
            <a:lvl1pPr>
              <a:defRPr sz="1600">
                <a:solidFill>
                  <a:schemeClr val="tx1"/>
                </a:solidFill>
                <a:latin typeface="Arial" pitchFamily="34" charset="0"/>
              </a:defRPr>
            </a:lvl1pPr>
            <a:lvl2pPr marL="742950" indent="-285750">
              <a:defRPr sz="1600">
                <a:solidFill>
                  <a:schemeClr val="tx1"/>
                </a:solidFill>
                <a:latin typeface="Arial" pitchFamily="34" charset="0"/>
              </a:defRPr>
            </a:lvl2pPr>
            <a:lvl3pPr marL="1143000" indent="-228600">
              <a:defRPr sz="1600">
                <a:solidFill>
                  <a:schemeClr val="tx1"/>
                </a:solidFill>
                <a:latin typeface="Arial" pitchFamily="34" charset="0"/>
              </a:defRPr>
            </a:lvl3pPr>
            <a:lvl4pPr marL="1600200" indent="-228600">
              <a:defRPr sz="1600">
                <a:solidFill>
                  <a:schemeClr val="bg1"/>
                </a:solidFill>
                <a:latin typeface="Arial" pitchFamily="34" charset="0"/>
              </a:defRPr>
            </a:lvl4pPr>
            <a:lvl5pPr marL="2057400" indent="-228600">
              <a:defRPr sz="1600">
                <a:solidFill>
                  <a:schemeClr val="bg1"/>
                </a:solidFill>
                <a:latin typeface="Arial" pitchFamily="34" charset="0"/>
              </a:defRPr>
            </a:lvl5pPr>
            <a:lvl6pPr marL="2514600" indent="-228600" eaLnBrk="0" hangingPunct="0">
              <a:defRPr sz="1600">
                <a:solidFill>
                  <a:schemeClr val="bg1"/>
                </a:solidFill>
                <a:latin typeface="Arial" pitchFamily="34" charset="0"/>
              </a:defRPr>
            </a:lvl6pPr>
            <a:lvl7pPr marL="2971800" indent="-228600" eaLnBrk="0" hangingPunct="0">
              <a:defRPr sz="1600">
                <a:solidFill>
                  <a:schemeClr val="bg1"/>
                </a:solidFill>
                <a:latin typeface="Arial" pitchFamily="34" charset="0"/>
              </a:defRPr>
            </a:lvl7pPr>
            <a:lvl8pPr marL="3429000" indent="-228600" eaLnBrk="0" hangingPunct="0">
              <a:defRPr sz="1600">
                <a:solidFill>
                  <a:schemeClr val="bg1"/>
                </a:solidFill>
                <a:latin typeface="Arial" pitchFamily="34" charset="0"/>
              </a:defRPr>
            </a:lvl8pPr>
            <a:lvl9pPr marL="3886200" indent="-228600" eaLnBrk="0" hangingPunct="0">
              <a:defRPr sz="1600">
                <a:solidFill>
                  <a:schemeClr val="bg1"/>
                </a:solidFill>
                <a:latin typeface="Arial" pitchFamily="34" charset="0"/>
              </a:defRPr>
            </a:lvl9pPr>
          </a:lstStyle>
          <a:p>
            <a:pPr defTabSz="914377">
              <a:lnSpc>
                <a:spcPct val="90000"/>
              </a:lnSpc>
              <a:spcBef>
                <a:spcPct val="50000"/>
              </a:spcBef>
              <a:defRPr/>
            </a:pPr>
            <a:r>
              <a:rPr lang="en-US" altLang="en-US" sz="2400" kern="0" dirty="0">
                <a:solidFill>
                  <a:srgbClr val="0070C0"/>
                </a:solidFill>
              </a:rPr>
              <a:t>Cloud Object Storage </a:t>
            </a:r>
            <a:r>
              <a:rPr lang="en-US" altLang="en-US" sz="2000" kern="0" dirty="0">
                <a:solidFill>
                  <a:srgbClr val="0070C0"/>
                </a:solidFill>
              </a:rPr>
              <a:t>-  Competitive Pricing and Metrics </a:t>
            </a:r>
            <a:endParaRPr lang="en-US" altLang="en-US" sz="1200" b="1" kern="0" baseline="30000" dirty="0">
              <a:solidFill>
                <a:srgbClr val="FF0000"/>
              </a:solidFill>
            </a:endParaRPr>
          </a:p>
        </p:txBody>
      </p:sp>
      <p:graphicFrame>
        <p:nvGraphicFramePr>
          <p:cNvPr id="6" name="Table 5">
            <a:extLst>
              <a:ext uri="{FF2B5EF4-FFF2-40B4-BE49-F238E27FC236}">
                <a16:creationId xmlns:a16="http://schemas.microsoft.com/office/drawing/2014/main" id="{3E6A7CCC-63A0-7B4B-89A7-3E687A83EDD0}"/>
              </a:ext>
            </a:extLst>
          </p:cNvPr>
          <p:cNvGraphicFramePr>
            <a:graphicFrameLocks noGrp="1"/>
          </p:cNvGraphicFramePr>
          <p:nvPr>
            <p:extLst>
              <p:ext uri="{D42A27DB-BD31-4B8C-83A1-F6EECF244321}">
                <p14:modId xmlns:p14="http://schemas.microsoft.com/office/powerpoint/2010/main" val="142566679"/>
              </p:ext>
            </p:extLst>
          </p:nvPr>
        </p:nvGraphicFramePr>
        <p:xfrm>
          <a:off x="66453" y="401300"/>
          <a:ext cx="12123102" cy="5793162"/>
        </p:xfrm>
        <a:graphic>
          <a:graphicData uri="http://schemas.openxmlformats.org/drawingml/2006/table">
            <a:tbl>
              <a:tblPr firstRow="1" bandRow="1">
                <a:tableStyleId>{7DF18680-E054-41AD-8BC1-D1AEF772440D}</a:tableStyleId>
              </a:tblPr>
              <a:tblGrid>
                <a:gridCol w="731520">
                  <a:extLst>
                    <a:ext uri="{9D8B030D-6E8A-4147-A177-3AD203B41FA5}">
                      <a16:colId xmlns:a16="http://schemas.microsoft.com/office/drawing/2014/main" val="2163225468"/>
                    </a:ext>
                  </a:extLst>
                </a:gridCol>
                <a:gridCol w="731520">
                  <a:extLst>
                    <a:ext uri="{9D8B030D-6E8A-4147-A177-3AD203B41FA5}">
                      <a16:colId xmlns:a16="http://schemas.microsoft.com/office/drawing/2014/main" val="3714910533"/>
                    </a:ext>
                  </a:extLst>
                </a:gridCol>
                <a:gridCol w="548640">
                  <a:extLst>
                    <a:ext uri="{9D8B030D-6E8A-4147-A177-3AD203B41FA5}">
                      <a16:colId xmlns:a16="http://schemas.microsoft.com/office/drawing/2014/main" val="4122591681"/>
                    </a:ext>
                  </a:extLst>
                </a:gridCol>
                <a:gridCol w="594360">
                  <a:extLst>
                    <a:ext uri="{9D8B030D-6E8A-4147-A177-3AD203B41FA5}">
                      <a16:colId xmlns:a16="http://schemas.microsoft.com/office/drawing/2014/main" val="1345663922"/>
                    </a:ext>
                  </a:extLst>
                </a:gridCol>
                <a:gridCol w="588867">
                  <a:extLst>
                    <a:ext uri="{9D8B030D-6E8A-4147-A177-3AD203B41FA5}">
                      <a16:colId xmlns:a16="http://schemas.microsoft.com/office/drawing/2014/main" val="586579178"/>
                    </a:ext>
                  </a:extLst>
                </a:gridCol>
                <a:gridCol w="731520">
                  <a:extLst>
                    <a:ext uri="{9D8B030D-6E8A-4147-A177-3AD203B41FA5}">
                      <a16:colId xmlns:a16="http://schemas.microsoft.com/office/drawing/2014/main" val="3532329319"/>
                    </a:ext>
                  </a:extLst>
                </a:gridCol>
                <a:gridCol w="640080">
                  <a:extLst>
                    <a:ext uri="{9D8B030D-6E8A-4147-A177-3AD203B41FA5}">
                      <a16:colId xmlns:a16="http://schemas.microsoft.com/office/drawing/2014/main" val="3746168141"/>
                    </a:ext>
                  </a:extLst>
                </a:gridCol>
                <a:gridCol w="640080">
                  <a:extLst>
                    <a:ext uri="{9D8B030D-6E8A-4147-A177-3AD203B41FA5}">
                      <a16:colId xmlns:a16="http://schemas.microsoft.com/office/drawing/2014/main" val="104364445"/>
                    </a:ext>
                  </a:extLst>
                </a:gridCol>
                <a:gridCol w="594360">
                  <a:extLst>
                    <a:ext uri="{9D8B030D-6E8A-4147-A177-3AD203B41FA5}">
                      <a16:colId xmlns:a16="http://schemas.microsoft.com/office/drawing/2014/main" val="4058332195"/>
                    </a:ext>
                  </a:extLst>
                </a:gridCol>
                <a:gridCol w="588867">
                  <a:extLst>
                    <a:ext uri="{9D8B030D-6E8A-4147-A177-3AD203B41FA5}">
                      <a16:colId xmlns:a16="http://schemas.microsoft.com/office/drawing/2014/main" val="1213959032"/>
                    </a:ext>
                  </a:extLst>
                </a:gridCol>
                <a:gridCol w="548640">
                  <a:extLst>
                    <a:ext uri="{9D8B030D-6E8A-4147-A177-3AD203B41FA5}">
                      <a16:colId xmlns:a16="http://schemas.microsoft.com/office/drawing/2014/main" val="907055971"/>
                    </a:ext>
                  </a:extLst>
                </a:gridCol>
                <a:gridCol w="640080">
                  <a:extLst>
                    <a:ext uri="{9D8B030D-6E8A-4147-A177-3AD203B41FA5}">
                      <a16:colId xmlns:a16="http://schemas.microsoft.com/office/drawing/2014/main" val="63147995"/>
                    </a:ext>
                  </a:extLst>
                </a:gridCol>
                <a:gridCol w="548640">
                  <a:extLst>
                    <a:ext uri="{9D8B030D-6E8A-4147-A177-3AD203B41FA5}">
                      <a16:colId xmlns:a16="http://schemas.microsoft.com/office/drawing/2014/main" val="611512236"/>
                    </a:ext>
                  </a:extLst>
                </a:gridCol>
                <a:gridCol w="594360">
                  <a:extLst>
                    <a:ext uri="{9D8B030D-6E8A-4147-A177-3AD203B41FA5}">
                      <a16:colId xmlns:a16="http://schemas.microsoft.com/office/drawing/2014/main" val="2264905920"/>
                    </a:ext>
                  </a:extLst>
                </a:gridCol>
                <a:gridCol w="548640">
                  <a:extLst>
                    <a:ext uri="{9D8B030D-6E8A-4147-A177-3AD203B41FA5}">
                      <a16:colId xmlns:a16="http://schemas.microsoft.com/office/drawing/2014/main" val="3209449903"/>
                    </a:ext>
                  </a:extLst>
                </a:gridCol>
                <a:gridCol w="658368">
                  <a:extLst>
                    <a:ext uri="{9D8B030D-6E8A-4147-A177-3AD203B41FA5}">
                      <a16:colId xmlns:a16="http://schemas.microsoft.com/office/drawing/2014/main" val="214166143"/>
                    </a:ext>
                  </a:extLst>
                </a:gridCol>
                <a:gridCol w="557784">
                  <a:extLst>
                    <a:ext uri="{9D8B030D-6E8A-4147-A177-3AD203B41FA5}">
                      <a16:colId xmlns:a16="http://schemas.microsoft.com/office/drawing/2014/main" val="532221775"/>
                    </a:ext>
                  </a:extLst>
                </a:gridCol>
                <a:gridCol w="457200">
                  <a:extLst>
                    <a:ext uri="{9D8B030D-6E8A-4147-A177-3AD203B41FA5}">
                      <a16:colId xmlns:a16="http://schemas.microsoft.com/office/drawing/2014/main" val="3845731773"/>
                    </a:ext>
                  </a:extLst>
                </a:gridCol>
                <a:gridCol w="594360">
                  <a:extLst>
                    <a:ext uri="{9D8B030D-6E8A-4147-A177-3AD203B41FA5}">
                      <a16:colId xmlns:a16="http://schemas.microsoft.com/office/drawing/2014/main" val="1161839917"/>
                    </a:ext>
                  </a:extLst>
                </a:gridCol>
                <a:gridCol w="585216">
                  <a:extLst>
                    <a:ext uri="{9D8B030D-6E8A-4147-A177-3AD203B41FA5}">
                      <a16:colId xmlns:a16="http://schemas.microsoft.com/office/drawing/2014/main" val="3769338658"/>
                    </a:ext>
                  </a:extLst>
                </a:gridCol>
              </a:tblGrid>
              <a:tr h="607858">
                <a:tc gridSpan="5">
                  <a:txBody>
                    <a:bodyPr/>
                    <a:lstStyle>
                      <a:lvl1pPr marL="0" algn="l" defTabSz="457189" rtl="0" eaLnBrk="1" latinLnBrk="0" hangingPunct="1">
                        <a:defRPr sz="1800" b="1" kern="1200">
                          <a:solidFill>
                            <a:schemeClr val="lt1"/>
                          </a:solidFill>
                          <a:latin typeface="HelvNeue Bold for IBM"/>
                          <a:ea typeface="HelvNeue Bold for IBM"/>
                          <a:cs typeface="HelvNeue Bold for IBM"/>
                        </a:defRPr>
                      </a:lvl1pPr>
                      <a:lvl2pPr marL="457189" algn="l" defTabSz="457189" rtl="0" eaLnBrk="1" latinLnBrk="0" hangingPunct="1">
                        <a:defRPr sz="1800" b="1" kern="1200">
                          <a:solidFill>
                            <a:schemeClr val="lt1"/>
                          </a:solidFill>
                          <a:latin typeface="HelvNeue Bold for IBM"/>
                          <a:ea typeface="HelvNeue Bold for IBM"/>
                          <a:cs typeface="HelvNeue Bold for IBM"/>
                        </a:defRPr>
                      </a:lvl2pPr>
                      <a:lvl3pPr marL="914378" algn="l" defTabSz="457189" rtl="0" eaLnBrk="1" latinLnBrk="0" hangingPunct="1">
                        <a:defRPr sz="1800" b="1" kern="1200">
                          <a:solidFill>
                            <a:schemeClr val="lt1"/>
                          </a:solidFill>
                          <a:latin typeface="HelvNeue Bold for IBM"/>
                          <a:ea typeface="HelvNeue Bold for IBM"/>
                          <a:cs typeface="HelvNeue Bold for IBM"/>
                        </a:defRPr>
                      </a:lvl3pPr>
                      <a:lvl4pPr marL="1371566" algn="l" defTabSz="457189" rtl="0" eaLnBrk="1" latinLnBrk="0" hangingPunct="1">
                        <a:defRPr sz="1800" b="1" kern="1200">
                          <a:solidFill>
                            <a:schemeClr val="lt1"/>
                          </a:solidFill>
                          <a:latin typeface="HelvNeue Bold for IBM"/>
                          <a:ea typeface="HelvNeue Bold for IBM"/>
                          <a:cs typeface="HelvNeue Bold for IBM"/>
                        </a:defRPr>
                      </a:lvl4pPr>
                      <a:lvl5pPr marL="1828754" algn="l" defTabSz="457189" rtl="0" eaLnBrk="1" latinLnBrk="0" hangingPunct="1">
                        <a:defRPr sz="1800" b="1" kern="1200">
                          <a:solidFill>
                            <a:schemeClr val="lt1"/>
                          </a:solidFill>
                          <a:latin typeface="HelvNeue Bold for IBM"/>
                          <a:ea typeface="HelvNeue Bold for IBM"/>
                          <a:cs typeface="HelvNeue Bold for IBM"/>
                        </a:defRPr>
                      </a:lvl5pPr>
                      <a:lvl6pPr marL="2285943" algn="l" defTabSz="457189" rtl="0" eaLnBrk="1" latinLnBrk="0" hangingPunct="1">
                        <a:defRPr sz="1800" b="1" kern="1200">
                          <a:solidFill>
                            <a:schemeClr val="lt1"/>
                          </a:solidFill>
                          <a:latin typeface="HelvNeue Bold for IBM"/>
                          <a:ea typeface="HelvNeue Bold for IBM"/>
                          <a:cs typeface="HelvNeue Bold for IBM"/>
                        </a:defRPr>
                      </a:lvl6pPr>
                      <a:lvl7pPr marL="2743132" algn="l" defTabSz="457189" rtl="0" eaLnBrk="1" latinLnBrk="0" hangingPunct="1">
                        <a:defRPr sz="1800" b="1" kern="1200">
                          <a:solidFill>
                            <a:schemeClr val="lt1"/>
                          </a:solidFill>
                          <a:latin typeface="HelvNeue Bold for IBM"/>
                          <a:ea typeface="HelvNeue Bold for IBM"/>
                          <a:cs typeface="HelvNeue Bold for IBM"/>
                        </a:defRPr>
                      </a:lvl7pPr>
                      <a:lvl8pPr marL="3200320" algn="l" defTabSz="457189" rtl="0" eaLnBrk="1" latinLnBrk="0" hangingPunct="1">
                        <a:defRPr sz="1800" b="1" kern="1200">
                          <a:solidFill>
                            <a:schemeClr val="lt1"/>
                          </a:solidFill>
                          <a:latin typeface="HelvNeue Bold for IBM"/>
                          <a:ea typeface="HelvNeue Bold for IBM"/>
                          <a:cs typeface="HelvNeue Bold for IBM"/>
                        </a:defRPr>
                      </a:lvl8pPr>
                      <a:lvl9pPr marL="3657509" algn="l" defTabSz="457189" rtl="0" eaLnBrk="1" latinLnBrk="0" hangingPunct="1">
                        <a:defRPr sz="1800" b="1" kern="1200">
                          <a:solidFill>
                            <a:schemeClr val="lt1"/>
                          </a:solidFill>
                          <a:latin typeface="HelvNeue Bold for IBM"/>
                          <a:ea typeface="HelvNeue Bold for IBM"/>
                          <a:cs typeface="HelvNeue Bold for IBM"/>
                        </a:defRPr>
                      </a:lvl9pPr>
                    </a:lstStyle>
                    <a:p>
                      <a:pPr algn="ctr"/>
                      <a:r>
                        <a:rPr lang="en-US" sz="1600" dirty="0"/>
                        <a:t>IBM (COS)</a:t>
                      </a: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lnL w="28575" cap="flat" cmpd="sng" algn="ctr">
                      <a:no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tc>
                <a:tc hMerge="1">
                  <a:txBody>
                    <a:bodyPr/>
                    <a:lstStyle/>
                    <a:p>
                      <a:pPr algn="ct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tc>
                <a:tc gridSpan="5">
                  <a:txBody>
                    <a:bodyPr/>
                    <a:lstStyle>
                      <a:lvl1pPr marL="0" algn="l" defTabSz="457189" rtl="0" eaLnBrk="1" latinLnBrk="0" hangingPunct="1">
                        <a:defRPr sz="1800" b="1" kern="1200">
                          <a:solidFill>
                            <a:schemeClr val="lt1"/>
                          </a:solidFill>
                          <a:latin typeface="HelvNeue Bold for IBM"/>
                          <a:ea typeface="HelvNeue Bold for IBM"/>
                          <a:cs typeface="HelvNeue Bold for IBM"/>
                        </a:defRPr>
                      </a:lvl1pPr>
                      <a:lvl2pPr marL="457189" algn="l" defTabSz="457189" rtl="0" eaLnBrk="1" latinLnBrk="0" hangingPunct="1">
                        <a:defRPr sz="1800" b="1" kern="1200">
                          <a:solidFill>
                            <a:schemeClr val="lt1"/>
                          </a:solidFill>
                          <a:latin typeface="HelvNeue Bold for IBM"/>
                          <a:ea typeface="HelvNeue Bold for IBM"/>
                          <a:cs typeface="HelvNeue Bold for IBM"/>
                        </a:defRPr>
                      </a:lvl2pPr>
                      <a:lvl3pPr marL="914378" algn="l" defTabSz="457189" rtl="0" eaLnBrk="1" latinLnBrk="0" hangingPunct="1">
                        <a:defRPr sz="1800" b="1" kern="1200">
                          <a:solidFill>
                            <a:schemeClr val="lt1"/>
                          </a:solidFill>
                          <a:latin typeface="HelvNeue Bold for IBM"/>
                          <a:ea typeface="HelvNeue Bold for IBM"/>
                          <a:cs typeface="HelvNeue Bold for IBM"/>
                        </a:defRPr>
                      </a:lvl3pPr>
                      <a:lvl4pPr marL="1371566" algn="l" defTabSz="457189" rtl="0" eaLnBrk="1" latinLnBrk="0" hangingPunct="1">
                        <a:defRPr sz="1800" b="1" kern="1200">
                          <a:solidFill>
                            <a:schemeClr val="lt1"/>
                          </a:solidFill>
                          <a:latin typeface="HelvNeue Bold for IBM"/>
                          <a:ea typeface="HelvNeue Bold for IBM"/>
                          <a:cs typeface="HelvNeue Bold for IBM"/>
                        </a:defRPr>
                      </a:lvl4pPr>
                      <a:lvl5pPr marL="1828754" algn="l" defTabSz="457189" rtl="0" eaLnBrk="1" latinLnBrk="0" hangingPunct="1">
                        <a:defRPr sz="1800" b="1" kern="1200">
                          <a:solidFill>
                            <a:schemeClr val="lt1"/>
                          </a:solidFill>
                          <a:latin typeface="HelvNeue Bold for IBM"/>
                          <a:ea typeface="HelvNeue Bold for IBM"/>
                          <a:cs typeface="HelvNeue Bold for IBM"/>
                        </a:defRPr>
                      </a:lvl5pPr>
                      <a:lvl6pPr marL="2285943" algn="l" defTabSz="457189" rtl="0" eaLnBrk="1" latinLnBrk="0" hangingPunct="1">
                        <a:defRPr sz="1800" b="1" kern="1200">
                          <a:solidFill>
                            <a:schemeClr val="lt1"/>
                          </a:solidFill>
                          <a:latin typeface="HelvNeue Bold for IBM"/>
                          <a:ea typeface="HelvNeue Bold for IBM"/>
                          <a:cs typeface="HelvNeue Bold for IBM"/>
                        </a:defRPr>
                      </a:lvl6pPr>
                      <a:lvl7pPr marL="2743132" algn="l" defTabSz="457189" rtl="0" eaLnBrk="1" latinLnBrk="0" hangingPunct="1">
                        <a:defRPr sz="1800" b="1" kern="1200">
                          <a:solidFill>
                            <a:schemeClr val="lt1"/>
                          </a:solidFill>
                          <a:latin typeface="HelvNeue Bold for IBM"/>
                          <a:ea typeface="HelvNeue Bold for IBM"/>
                          <a:cs typeface="HelvNeue Bold for IBM"/>
                        </a:defRPr>
                      </a:lvl7pPr>
                      <a:lvl8pPr marL="3200320" algn="l" defTabSz="457189" rtl="0" eaLnBrk="1" latinLnBrk="0" hangingPunct="1">
                        <a:defRPr sz="1800" b="1" kern="1200">
                          <a:solidFill>
                            <a:schemeClr val="lt1"/>
                          </a:solidFill>
                          <a:latin typeface="HelvNeue Bold for IBM"/>
                          <a:ea typeface="HelvNeue Bold for IBM"/>
                          <a:cs typeface="HelvNeue Bold for IBM"/>
                        </a:defRPr>
                      </a:lvl8pPr>
                      <a:lvl9pPr marL="3657509" algn="l" defTabSz="457189" rtl="0" eaLnBrk="1" latinLnBrk="0" hangingPunct="1">
                        <a:defRPr sz="1800" b="1" kern="1200">
                          <a:solidFill>
                            <a:schemeClr val="lt1"/>
                          </a:solidFill>
                          <a:latin typeface="HelvNeue Bold for IBM"/>
                          <a:ea typeface="HelvNeue Bold for IBM"/>
                          <a:cs typeface="HelvNeue Bold for IBM"/>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latin typeface="Calibri" panose="020F0502020204030204" pitchFamily="34" charset="0"/>
                        <a:cs typeface="Calibri" panose="020F0502020204030204" pitchFamily="34" charset="0"/>
                      </a:endParaRPr>
                    </a:p>
                  </a:txBody>
                  <a:tcPr marL="121920" marR="121920" marT="60960" marB="60960" anchor="ctr">
                    <a:lnL w="28575" cap="flat" cmpd="sng" algn="ctr">
                      <a:solidFill>
                        <a:schemeClr val="tx1">
                          <a:lumMod val="50000"/>
                          <a:lumOff val="50000"/>
                        </a:schemeClr>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hMerge="1">
                  <a:txBody>
                    <a:bodyPr/>
                    <a:lstStyle/>
                    <a:p>
                      <a:pPr algn="ctr"/>
                      <a:endParaRPr lang="en-US" dirty="0"/>
                    </a:p>
                  </a:txBody>
                  <a:tcPr anchor="ctr"/>
                </a:tc>
                <a:tc hMerge="1">
                  <a:txBody>
                    <a:bodyPr/>
                    <a:lstStyle/>
                    <a:p>
                      <a:pPr algn="ctr"/>
                      <a:endParaRPr lang="en-US" dirty="0"/>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tc>
                <a:tc gridSpan="5">
                  <a:txBody>
                    <a:bodyPr/>
                    <a:lstStyle>
                      <a:lvl1pPr marL="0" algn="l" defTabSz="457189" rtl="0" eaLnBrk="1" latinLnBrk="0" hangingPunct="1">
                        <a:defRPr sz="1800" b="1" kern="1200">
                          <a:solidFill>
                            <a:schemeClr val="lt1"/>
                          </a:solidFill>
                          <a:latin typeface="HelvNeue Bold for IBM"/>
                          <a:ea typeface="HelvNeue Bold for IBM"/>
                          <a:cs typeface="HelvNeue Bold for IBM"/>
                        </a:defRPr>
                      </a:lvl1pPr>
                      <a:lvl2pPr marL="457189" algn="l" defTabSz="457189" rtl="0" eaLnBrk="1" latinLnBrk="0" hangingPunct="1">
                        <a:defRPr sz="1800" b="1" kern="1200">
                          <a:solidFill>
                            <a:schemeClr val="lt1"/>
                          </a:solidFill>
                          <a:latin typeface="HelvNeue Bold for IBM"/>
                          <a:ea typeface="HelvNeue Bold for IBM"/>
                          <a:cs typeface="HelvNeue Bold for IBM"/>
                        </a:defRPr>
                      </a:lvl2pPr>
                      <a:lvl3pPr marL="914378" algn="l" defTabSz="457189" rtl="0" eaLnBrk="1" latinLnBrk="0" hangingPunct="1">
                        <a:defRPr sz="1800" b="1" kern="1200">
                          <a:solidFill>
                            <a:schemeClr val="lt1"/>
                          </a:solidFill>
                          <a:latin typeface="HelvNeue Bold for IBM"/>
                          <a:ea typeface="HelvNeue Bold for IBM"/>
                          <a:cs typeface="HelvNeue Bold for IBM"/>
                        </a:defRPr>
                      </a:lvl3pPr>
                      <a:lvl4pPr marL="1371566" algn="l" defTabSz="457189" rtl="0" eaLnBrk="1" latinLnBrk="0" hangingPunct="1">
                        <a:defRPr sz="1800" b="1" kern="1200">
                          <a:solidFill>
                            <a:schemeClr val="lt1"/>
                          </a:solidFill>
                          <a:latin typeface="HelvNeue Bold for IBM"/>
                          <a:ea typeface="HelvNeue Bold for IBM"/>
                          <a:cs typeface="HelvNeue Bold for IBM"/>
                        </a:defRPr>
                      </a:lvl4pPr>
                      <a:lvl5pPr marL="1828754" algn="l" defTabSz="457189" rtl="0" eaLnBrk="1" latinLnBrk="0" hangingPunct="1">
                        <a:defRPr sz="1800" b="1" kern="1200">
                          <a:solidFill>
                            <a:schemeClr val="lt1"/>
                          </a:solidFill>
                          <a:latin typeface="HelvNeue Bold for IBM"/>
                          <a:ea typeface="HelvNeue Bold for IBM"/>
                          <a:cs typeface="HelvNeue Bold for IBM"/>
                        </a:defRPr>
                      </a:lvl5pPr>
                      <a:lvl6pPr marL="2285943" algn="l" defTabSz="457189" rtl="0" eaLnBrk="1" latinLnBrk="0" hangingPunct="1">
                        <a:defRPr sz="1800" b="1" kern="1200">
                          <a:solidFill>
                            <a:schemeClr val="lt1"/>
                          </a:solidFill>
                          <a:latin typeface="HelvNeue Bold for IBM"/>
                          <a:ea typeface="HelvNeue Bold for IBM"/>
                          <a:cs typeface="HelvNeue Bold for IBM"/>
                        </a:defRPr>
                      </a:lvl6pPr>
                      <a:lvl7pPr marL="2743132" algn="l" defTabSz="457189" rtl="0" eaLnBrk="1" latinLnBrk="0" hangingPunct="1">
                        <a:defRPr sz="1800" b="1" kern="1200">
                          <a:solidFill>
                            <a:schemeClr val="lt1"/>
                          </a:solidFill>
                          <a:latin typeface="HelvNeue Bold for IBM"/>
                          <a:ea typeface="HelvNeue Bold for IBM"/>
                          <a:cs typeface="HelvNeue Bold for IBM"/>
                        </a:defRPr>
                      </a:lvl7pPr>
                      <a:lvl8pPr marL="3200320" algn="l" defTabSz="457189" rtl="0" eaLnBrk="1" latinLnBrk="0" hangingPunct="1">
                        <a:defRPr sz="1800" b="1" kern="1200">
                          <a:solidFill>
                            <a:schemeClr val="lt1"/>
                          </a:solidFill>
                          <a:latin typeface="HelvNeue Bold for IBM"/>
                          <a:ea typeface="HelvNeue Bold for IBM"/>
                          <a:cs typeface="HelvNeue Bold for IBM"/>
                        </a:defRPr>
                      </a:lvl8pPr>
                      <a:lvl9pPr marL="3657509" algn="l" defTabSz="457189" rtl="0" eaLnBrk="1" latinLnBrk="0" hangingPunct="1">
                        <a:defRPr sz="1800" b="1" kern="1200">
                          <a:solidFill>
                            <a:schemeClr val="lt1"/>
                          </a:solidFill>
                          <a:latin typeface="HelvNeue Bold for IBM"/>
                          <a:ea typeface="HelvNeue Bold for IBM"/>
                          <a:cs typeface="HelvNeue Bold for IBM"/>
                        </a:defRPr>
                      </a:lvl9pPr>
                    </a:lstStyle>
                    <a:p>
                      <a:pPr marL="0" algn="ctr" defTabSz="457189" rtl="0" eaLnBrk="1" latinLnBrk="0" hangingPunct="1"/>
                      <a:endParaRPr lang="en-US" sz="1600" b="1" kern="1200" dirty="0">
                        <a:solidFill>
                          <a:schemeClr val="tx1"/>
                        </a:solidFill>
                        <a:latin typeface="Calibri" panose="020F0502020204030204" pitchFamily="34" charset="0"/>
                        <a:cs typeface="Calibri" panose="020F0502020204030204" pitchFamily="34" charset="0"/>
                      </a:endParaRPr>
                    </a:p>
                  </a:txBody>
                  <a:tcPr marL="121920" marR="121920" marT="60960" marB="60960" anchor="ctr">
                    <a:lnL w="28575" cap="flat" cmpd="sng" algn="ctr">
                      <a:solidFill>
                        <a:schemeClr val="tx1">
                          <a:lumMod val="50000"/>
                          <a:lumOff val="50000"/>
                        </a:schemeClr>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tc>
                <a:tc hMerge="1">
                  <a:txBody>
                    <a:bodyPr/>
                    <a:lstStyle/>
                    <a:p>
                      <a:pPr algn="ctr"/>
                      <a:endParaRPr lang="en-US" sz="1600" dirty="0">
                        <a:solidFill>
                          <a:srgbClr val="FFFFFF"/>
                        </a:solidFill>
                        <a:latin typeface="Calibri" panose="020F0502020204030204" pitchFamily="34" charset="0"/>
                        <a:cs typeface="Calibri" panose="020F0502020204030204" pitchFamily="34" charset="0"/>
                      </a:endParaRPr>
                    </a:p>
                  </a:txBody>
                  <a:tcPr marL="121920" marR="121920" marT="60960" marB="60960" anchor="ctr"/>
                </a:tc>
                <a:tc gridSpan="5">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1600" kern="1200" noProof="0" dirty="0"/>
                        <a:t>Google</a:t>
                      </a:r>
                      <a:endParaRPr lang="en-US" sz="1600" b="1" kern="1200" noProof="0" dirty="0">
                        <a:solidFill>
                          <a:srgbClr val="FFFFFF"/>
                        </a:solidFill>
                        <a:latin typeface="Calibri" panose="020F0502020204030204" pitchFamily="34" charset="0"/>
                        <a:ea typeface="+mn-ea"/>
                        <a:cs typeface="Calibri" panose="020F0502020204030204" pitchFamily="34" charset="0"/>
                      </a:endParaRPr>
                    </a:p>
                  </a:txBody>
                  <a:tcPr marL="121920" marR="121920" marT="60960" marB="60960" anchor="ctr">
                    <a:lnL w="28575" cap="flat" cmpd="sng" algn="ctr">
                      <a:solidFill>
                        <a:schemeClr val="tx1">
                          <a:lumMod val="50000"/>
                          <a:lumOff val="50000"/>
                        </a:schemeClr>
                      </a:solid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bg1"/>
                    </a:solidFill>
                  </a:tcPr>
                </a:tc>
                <a:tc hMerge="1">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US" sz="1600" b="1" kern="1200" noProof="0" dirty="0">
                        <a:solidFill>
                          <a:srgbClr val="FFFFFF"/>
                        </a:solidFill>
                        <a:latin typeface="Calibri" panose="020F0502020204030204" pitchFamily="34" charset="0"/>
                        <a:ea typeface="+mn-ea"/>
                        <a:cs typeface="Calibri" panose="020F0502020204030204" pitchFamily="34" charset="0"/>
                      </a:endParaRPr>
                    </a:p>
                  </a:txBody>
                  <a:tcPr marL="121920" marR="121920" marT="60960" marB="60960" anchor="ctr"/>
                </a:tc>
                <a:tc hMerge="1">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txBody>
                  <a:tcPr marL="121920" marR="121920" marT="60960" marB="60960" anchor="ctr"/>
                </a:tc>
                <a:tc hMerge="1">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txBody>
                  <a:tcPr marL="121920" marR="121920" marT="60960" marB="60960" anchor="ctr"/>
                </a:tc>
                <a:tc hMerge="1">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txBody>
                  <a:tcPr marL="121920" marR="121920" marT="60960" marB="60960" anchor="ctr"/>
                </a:tc>
                <a:extLst>
                  <a:ext uri="{0D108BD9-81ED-4DB2-BD59-A6C34878D82A}">
                    <a16:rowId xmlns:a16="http://schemas.microsoft.com/office/drawing/2014/main" val="4283221669"/>
                  </a:ext>
                </a:extLst>
              </a:tr>
              <a:tr h="465463">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1100" dirty="0">
                          <a:solidFill>
                            <a:schemeClr val="bg1"/>
                          </a:solidFill>
                          <a:latin typeface="Calibri" panose="020F0502020204030204" pitchFamily="34" charset="0"/>
                          <a:cs typeface="Calibri" panose="020F0502020204030204" pitchFamily="34" charset="0"/>
                        </a:rPr>
                        <a:t>Tier</a:t>
                      </a:r>
                      <a:endParaRPr lang="en-US" sz="1100" b="1" dirty="0">
                        <a:solidFill>
                          <a:schemeClr val="bg1"/>
                        </a:solidFill>
                        <a:latin typeface="Calibri" panose="020F0502020204030204" pitchFamily="34" charset="0"/>
                        <a:cs typeface="Calibri" panose="020F0502020204030204" pitchFamily="34" charset="0"/>
                      </a:endParaRPr>
                    </a:p>
                  </a:txBody>
                  <a:tcPr marL="9144" marR="9144" marT="9144" marB="9144" anchor="ctr">
                    <a:lnL w="28575" cap="flat" cmpd="sng" algn="ctr">
                      <a:noFill/>
                      <a:prstDash val="solid"/>
                      <a:round/>
                      <a:headEnd type="none" w="med" len="med"/>
                      <a:tailEnd type="none" w="med" len="med"/>
                    </a:lnL>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800" dirty="0">
                          <a:solidFill>
                            <a:schemeClr val="bg1"/>
                          </a:solidFill>
                          <a:latin typeface="Calibri" panose="020F0502020204030204" pitchFamily="34" charset="0"/>
                          <a:cs typeface="Calibri" panose="020F0502020204030204" pitchFamily="34" charset="0"/>
                        </a:rPr>
                        <a:t>Store ($/GB/ month)</a:t>
                      </a:r>
                      <a:endParaRPr lang="en-US" sz="800" b="1" dirty="0">
                        <a:solidFill>
                          <a:schemeClr val="bg1"/>
                        </a:solidFill>
                        <a:latin typeface="Calibri" panose="020F0502020204030204" pitchFamily="34" charset="0"/>
                        <a:cs typeface="Calibri" panose="020F0502020204030204" pitchFamily="34" charset="0"/>
                      </a:endParaRPr>
                    </a:p>
                  </a:txBody>
                  <a:tcPr marL="9144" marR="9144" marT="9144" marB="9144" anchor="ctr">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800" dirty="0">
                          <a:solidFill>
                            <a:schemeClr val="bg1"/>
                          </a:solidFill>
                          <a:latin typeface="Calibri" panose="020F0502020204030204" pitchFamily="34" charset="0"/>
                          <a:cs typeface="Calibri" panose="020F0502020204030204" pitchFamily="34" charset="0"/>
                        </a:rPr>
                        <a:t>Retrieve/ Restore ($/GB)</a:t>
                      </a:r>
                      <a:endParaRPr lang="en-US" sz="800" b="1" dirty="0">
                        <a:solidFill>
                          <a:schemeClr val="bg1"/>
                        </a:solidFill>
                        <a:latin typeface="Calibri" panose="020F0502020204030204" pitchFamily="34" charset="0"/>
                        <a:cs typeface="Calibri" panose="020F0502020204030204" pitchFamily="34" charset="0"/>
                      </a:endParaRPr>
                    </a:p>
                  </a:txBody>
                  <a:tcPr marL="9144" marR="9144" marT="9144" marB="9144" anchor="ctr">
                    <a:solidFill>
                      <a:srgbClr val="1A3D6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Class A/B ops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10,000 Requests)</a:t>
                      </a:r>
                      <a:endParaRPr lang="en-US" sz="800" b="1" kern="1200" dirty="0">
                        <a:solidFill>
                          <a:schemeClr val="bg1"/>
                        </a:solidFill>
                        <a:latin typeface="Calibri" panose="020F0502020204030204" pitchFamily="34" charset="0"/>
                        <a:ea typeface="+mn-ea"/>
                        <a:cs typeface="Calibri" panose="020F0502020204030204" pitchFamily="34" charset="0"/>
                      </a:endParaRPr>
                    </a:p>
                  </a:txBody>
                  <a:tcPr marL="9144" marR="9144" marT="9144" marB="9144" anchor="ctr">
                    <a:solidFill>
                      <a:srgbClr val="1A3D6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BW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GB)</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lnR w="28575" cap="flat" cmpd="sng" algn="ctr">
                      <a:solidFill>
                        <a:schemeClr val="bg1"/>
                      </a:solidFill>
                      <a:prstDash val="solid"/>
                      <a:round/>
                      <a:headEnd type="none" w="med" len="med"/>
                      <a:tailEnd type="none" w="med" len="med"/>
                    </a:lnR>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457189" rtl="0" eaLnBrk="1" latinLnBrk="0" hangingPunct="1"/>
                      <a:r>
                        <a:rPr lang="en-US" sz="1100" kern="1200" dirty="0">
                          <a:solidFill>
                            <a:schemeClr val="bg1"/>
                          </a:solidFill>
                          <a:latin typeface="Calibri" panose="020F0502020204030204" pitchFamily="34" charset="0"/>
                          <a:cs typeface="Calibri" panose="020F0502020204030204" pitchFamily="34" charset="0"/>
                        </a:rPr>
                        <a:t>Tier</a:t>
                      </a:r>
                      <a:endParaRPr lang="en-US" sz="1100" b="1" kern="1200" dirty="0">
                        <a:solidFill>
                          <a:schemeClr val="bg1"/>
                        </a:solidFill>
                        <a:latin typeface="Calibri" panose="020F0502020204030204" pitchFamily="34" charset="0"/>
                        <a:cs typeface="Calibri" panose="020F0502020204030204" pitchFamily="34" charset="0"/>
                      </a:endParaRPr>
                    </a:p>
                  </a:txBody>
                  <a:tcPr marL="9144" marR="9144" marT="9144" marB="9144" anchor="ctr">
                    <a:lnL w="28575" cap="flat" cmpd="sng" algn="ctr">
                      <a:solidFill>
                        <a:schemeClr val="bg1"/>
                      </a:solidFill>
                      <a:prstDash val="solid"/>
                      <a:round/>
                      <a:headEnd type="none" w="med" len="med"/>
                      <a:tailEnd type="none" w="med" len="med"/>
                    </a:lnL>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800" dirty="0">
                          <a:solidFill>
                            <a:schemeClr val="bg1"/>
                          </a:solidFill>
                          <a:latin typeface="Calibri" panose="020F0502020204030204" pitchFamily="34" charset="0"/>
                          <a:cs typeface="Calibri" panose="020F0502020204030204" pitchFamily="34" charset="0"/>
                        </a:rPr>
                        <a:t>Store ($/GB/ month)</a:t>
                      </a:r>
                      <a:endParaRPr lang="en-US" sz="800" b="1" dirty="0">
                        <a:solidFill>
                          <a:schemeClr val="bg1"/>
                        </a:solidFill>
                        <a:latin typeface="Calibri" panose="020F0502020204030204" pitchFamily="34" charset="0"/>
                        <a:cs typeface="Calibri" panose="020F0502020204030204" pitchFamily="34" charset="0"/>
                      </a:endParaRPr>
                    </a:p>
                  </a:txBody>
                  <a:tcPr marL="9144" marR="9144" marT="9144" marB="9144" anchor="ctr">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914400" rtl="0" eaLnBrk="1" latinLnBrk="0" hangingPunct="1"/>
                      <a:r>
                        <a:rPr lang="en-US" sz="800" dirty="0">
                          <a:solidFill>
                            <a:schemeClr val="bg1"/>
                          </a:solidFill>
                          <a:latin typeface="Calibri" panose="020F0502020204030204" pitchFamily="34" charset="0"/>
                          <a:cs typeface="Calibri" panose="020F0502020204030204" pitchFamily="34" charset="0"/>
                        </a:rPr>
                        <a:t>Retrieve/ Restore </a:t>
                      </a:r>
                      <a:r>
                        <a:rPr lang="en-US" sz="800" kern="1200" dirty="0">
                          <a:solidFill>
                            <a:schemeClr val="bg1"/>
                          </a:solidFill>
                          <a:latin typeface="Calibri" panose="020F0502020204030204" pitchFamily="34" charset="0"/>
                          <a:cs typeface="Calibri" panose="020F0502020204030204" pitchFamily="34" charset="0"/>
                        </a:rPr>
                        <a:t>($/GB)</a:t>
                      </a:r>
                      <a:endParaRPr lang="en-US" sz="800" b="1" kern="1200" dirty="0">
                        <a:solidFill>
                          <a:schemeClr val="bg1"/>
                        </a:solidFill>
                        <a:latin typeface="Calibri" panose="020F0502020204030204" pitchFamily="34" charset="0"/>
                        <a:ea typeface="+mn-ea"/>
                        <a:cs typeface="Calibri" panose="020F0502020204030204" pitchFamily="34" charset="0"/>
                      </a:endParaRPr>
                    </a:p>
                  </a:txBody>
                  <a:tcPr marL="9144" marR="9144" marT="9144" marB="9144" anchor="ctr">
                    <a:solidFill>
                      <a:srgbClr val="1A3D6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Class A/B ops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10,000 Requests)</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solidFill>
                      <a:srgbClr val="1A3D6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BW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GB)</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lnR w="28575" cap="flat" cmpd="sng" algn="ctr">
                      <a:solidFill>
                        <a:schemeClr val="bg1"/>
                      </a:solidFill>
                      <a:prstDash val="solid"/>
                      <a:round/>
                      <a:headEnd type="none" w="med" len="med"/>
                      <a:tailEnd type="none" w="med" len="med"/>
                    </a:lnR>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1100" dirty="0">
                          <a:solidFill>
                            <a:schemeClr val="bg1"/>
                          </a:solidFill>
                          <a:latin typeface="Calibri" panose="020F0502020204030204" pitchFamily="34" charset="0"/>
                          <a:cs typeface="Calibri" panose="020F0502020204030204" pitchFamily="34" charset="0"/>
                        </a:rPr>
                        <a:t>Tier</a:t>
                      </a:r>
                      <a:endParaRPr lang="en-US" sz="1100" b="1" dirty="0">
                        <a:solidFill>
                          <a:schemeClr val="bg1"/>
                        </a:solidFill>
                        <a:latin typeface="Calibri" panose="020F0502020204030204" pitchFamily="34" charset="0"/>
                        <a:cs typeface="Calibri" panose="020F0502020204030204" pitchFamily="34" charset="0"/>
                      </a:endParaRPr>
                    </a:p>
                  </a:txBody>
                  <a:tcPr marL="9144" marR="9144" marT="9144" marB="9144" anchor="ctr">
                    <a:lnL w="28575" cap="flat" cmpd="sng" algn="ctr">
                      <a:solidFill>
                        <a:schemeClr val="bg1"/>
                      </a:solidFill>
                      <a:prstDash val="solid"/>
                      <a:round/>
                      <a:headEnd type="none" w="med" len="med"/>
                      <a:tailEnd type="none" w="med" len="med"/>
                    </a:lnL>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800" dirty="0">
                          <a:solidFill>
                            <a:schemeClr val="bg1"/>
                          </a:solidFill>
                          <a:latin typeface="Calibri" panose="020F0502020204030204" pitchFamily="34" charset="0"/>
                          <a:cs typeface="Calibri" panose="020F0502020204030204" pitchFamily="34" charset="0"/>
                        </a:rPr>
                        <a:t>Store ($/GB/ month)</a:t>
                      </a:r>
                      <a:endParaRPr lang="en-US" sz="800" b="1" dirty="0">
                        <a:solidFill>
                          <a:schemeClr val="bg1"/>
                        </a:solidFill>
                        <a:latin typeface="Calibri" panose="020F0502020204030204" pitchFamily="34" charset="0"/>
                        <a:cs typeface="Calibri" panose="020F0502020204030204" pitchFamily="34" charset="0"/>
                      </a:endParaRPr>
                    </a:p>
                  </a:txBody>
                  <a:tcPr marL="9144" marR="9144" marT="9144" marB="9144" anchor="ctr">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914400" rtl="0" eaLnBrk="1" latinLnBrk="0" hangingPunct="1"/>
                      <a:r>
                        <a:rPr lang="en-US" sz="800" dirty="0">
                          <a:solidFill>
                            <a:schemeClr val="bg1"/>
                          </a:solidFill>
                          <a:latin typeface="Calibri" panose="020F0502020204030204" pitchFamily="34" charset="0"/>
                          <a:cs typeface="Calibri" panose="020F0502020204030204" pitchFamily="34" charset="0"/>
                        </a:rPr>
                        <a:t>Retrieve/ Restore </a:t>
                      </a:r>
                      <a:r>
                        <a:rPr lang="en-US" sz="800" kern="1200" dirty="0">
                          <a:solidFill>
                            <a:schemeClr val="bg1"/>
                          </a:solidFill>
                          <a:latin typeface="Calibri" panose="020F0502020204030204" pitchFamily="34" charset="0"/>
                          <a:cs typeface="Calibri" panose="020F0502020204030204" pitchFamily="34" charset="0"/>
                        </a:rPr>
                        <a:t>($/GB)</a:t>
                      </a:r>
                      <a:endParaRPr lang="en-US" sz="800" b="1" kern="1200" dirty="0">
                        <a:solidFill>
                          <a:schemeClr val="bg1"/>
                        </a:solidFill>
                        <a:latin typeface="Calibri" panose="020F0502020204030204" pitchFamily="34" charset="0"/>
                        <a:ea typeface="+mn-ea"/>
                        <a:cs typeface="Calibri" panose="020F0502020204030204" pitchFamily="34" charset="0"/>
                      </a:endParaRPr>
                    </a:p>
                  </a:txBody>
                  <a:tcPr marL="9144" marR="9144" marT="9144" marB="9144" anchor="ctr">
                    <a:solidFill>
                      <a:srgbClr val="1A3D6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Class A/B ops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10,000 Requests)</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solidFill>
                      <a:srgbClr val="1A3D6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BW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GB)</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lnR w="28575" cap="flat" cmpd="sng" algn="ctr">
                      <a:solidFill>
                        <a:schemeClr val="bg1"/>
                      </a:solidFill>
                      <a:prstDash val="solid"/>
                      <a:round/>
                      <a:headEnd type="none" w="med" len="med"/>
                      <a:tailEnd type="none" w="med" len="med"/>
                    </a:lnR>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1100" dirty="0">
                          <a:solidFill>
                            <a:schemeClr val="bg1"/>
                          </a:solidFill>
                          <a:latin typeface="Calibri" panose="020F0502020204030204" pitchFamily="34" charset="0"/>
                          <a:cs typeface="Calibri" panose="020F0502020204030204" pitchFamily="34" charset="0"/>
                        </a:rPr>
                        <a:t>Tier</a:t>
                      </a:r>
                      <a:endParaRPr lang="en-US" sz="1100" b="1" dirty="0">
                        <a:solidFill>
                          <a:schemeClr val="bg1"/>
                        </a:solidFill>
                        <a:latin typeface="Calibri" panose="020F0502020204030204" pitchFamily="34" charset="0"/>
                        <a:cs typeface="Calibri" panose="020F0502020204030204" pitchFamily="34" charset="0"/>
                      </a:endParaRPr>
                    </a:p>
                  </a:txBody>
                  <a:tcPr marL="9144" marR="9144" marT="9144" marB="9144" anchor="ctr">
                    <a:lnL w="28575" cap="flat" cmpd="sng" algn="ctr">
                      <a:solidFill>
                        <a:schemeClr val="bg1"/>
                      </a:solidFill>
                      <a:prstDash val="solid"/>
                      <a:round/>
                      <a:headEnd type="none" w="med" len="med"/>
                      <a:tailEnd type="none" w="med" len="med"/>
                    </a:lnL>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800" dirty="0">
                          <a:solidFill>
                            <a:schemeClr val="bg1"/>
                          </a:solidFill>
                          <a:latin typeface="Calibri" panose="020F0502020204030204" pitchFamily="34" charset="0"/>
                          <a:cs typeface="Calibri" panose="020F0502020204030204" pitchFamily="34" charset="0"/>
                        </a:rPr>
                        <a:t>Store ($/GB/ month)</a:t>
                      </a:r>
                      <a:endParaRPr lang="en-US" sz="800" b="1" dirty="0">
                        <a:solidFill>
                          <a:schemeClr val="bg1"/>
                        </a:solidFill>
                        <a:latin typeface="Calibri" panose="020F0502020204030204" pitchFamily="34" charset="0"/>
                        <a:cs typeface="Calibri" panose="020F0502020204030204" pitchFamily="34" charset="0"/>
                      </a:endParaRPr>
                    </a:p>
                  </a:txBody>
                  <a:tcPr marL="9144" marR="9144" marT="9144" marB="9144" anchor="ctr">
                    <a:solidFill>
                      <a:srgbClr val="1C456E"/>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914400" rtl="0" eaLnBrk="1" latinLnBrk="0" hangingPunct="1"/>
                      <a:r>
                        <a:rPr lang="en-US" sz="800" dirty="0">
                          <a:solidFill>
                            <a:schemeClr val="bg1"/>
                          </a:solidFill>
                          <a:latin typeface="Calibri" panose="020F0502020204030204" pitchFamily="34" charset="0"/>
                          <a:cs typeface="Calibri" panose="020F0502020204030204" pitchFamily="34" charset="0"/>
                        </a:rPr>
                        <a:t>Retrieve/ Restore </a:t>
                      </a:r>
                      <a:r>
                        <a:rPr lang="en-US" sz="800" kern="1200" dirty="0">
                          <a:solidFill>
                            <a:schemeClr val="bg1"/>
                          </a:solidFill>
                          <a:latin typeface="Calibri" panose="020F0502020204030204" pitchFamily="34" charset="0"/>
                          <a:cs typeface="Calibri" panose="020F0502020204030204" pitchFamily="34" charset="0"/>
                        </a:rPr>
                        <a:t>($/GB)</a:t>
                      </a:r>
                      <a:endParaRPr lang="en-US" sz="800" b="1" kern="1200" dirty="0">
                        <a:solidFill>
                          <a:schemeClr val="bg1"/>
                        </a:solidFill>
                        <a:latin typeface="Calibri" panose="020F0502020204030204" pitchFamily="34" charset="0"/>
                        <a:ea typeface="+mn-ea"/>
                        <a:cs typeface="Calibri" panose="020F0502020204030204" pitchFamily="34" charset="0"/>
                      </a:endParaRPr>
                    </a:p>
                  </a:txBody>
                  <a:tcPr marL="9144" marR="9144" marT="9144" marB="9144" anchor="ctr">
                    <a:solidFill>
                      <a:srgbClr val="1C456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Class A/B ops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10,000 Requests)</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solidFill>
                      <a:srgbClr val="1C456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solidFill>
                          <a:latin typeface="Calibri" panose="020F0502020204030204" pitchFamily="34" charset="0"/>
                          <a:cs typeface="Calibri" panose="020F0502020204030204" pitchFamily="34" charset="0"/>
                        </a:rPr>
                        <a:t>BW </a:t>
                      </a:r>
                      <a:r>
                        <a:rPr kumimoji="0" lang="en-US" sz="800"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 per GB)</a:t>
                      </a:r>
                      <a:endParaRPr kumimoji="0" lang="en-US" sz="800" b="0" i="0" u="none" strike="noStrike" kern="1200" cap="none" spc="0" normalizeH="0" baseline="0" dirty="0">
                        <a:ln>
                          <a:noFill/>
                        </a:ln>
                        <a:solidFill>
                          <a:schemeClr val="bg1"/>
                        </a:solidFill>
                        <a:effectLst/>
                        <a:uLnTx/>
                        <a:uFillTx/>
                        <a:latin typeface="Calibri" panose="020F0502020204030204" pitchFamily="34" charset="0"/>
                        <a:ea typeface="+mn-ea"/>
                        <a:cs typeface="Calibri" panose="020F0502020204030204" pitchFamily="34" charset="0"/>
                      </a:endParaRPr>
                    </a:p>
                  </a:txBody>
                  <a:tcPr marL="9144" marR="9144" marT="9144" marB="9144" anchor="ctr">
                    <a:lnR w="28575" cap="flat" cmpd="sng" algn="ctr">
                      <a:noFill/>
                      <a:prstDash val="solid"/>
                      <a:round/>
                      <a:headEnd type="none" w="med" len="med"/>
                      <a:tailEnd type="none" w="med" len="med"/>
                    </a:lnR>
                    <a:solidFill>
                      <a:srgbClr val="1C456E"/>
                    </a:solidFill>
                  </a:tcPr>
                </a:tc>
                <a:extLst>
                  <a:ext uri="{0D108BD9-81ED-4DB2-BD59-A6C34878D82A}">
                    <a16:rowId xmlns:a16="http://schemas.microsoft.com/office/drawing/2014/main" val="3223401882"/>
                  </a:ext>
                </a:extLst>
              </a:tr>
              <a:tr h="518504">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dirty="0">
                          <a:solidFill>
                            <a:schemeClr val="bg1"/>
                          </a:solidFill>
                          <a:latin typeface="Calibri" panose="020F0502020204030204" pitchFamily="34" charset="0"/>
                          <a:cs typeface="Calibri" panose="020F0502020204030204" pitchFamily="34" charset="0"/>
                        </a:rPr>
                        <a:t>Standard</a:t>
                      </a:r>
                      <a:endParaRPr lang="en-US" sz="800" dirty="0">
                        <a:solidFill>
                          <a:schemeClr val="bg1"/>
                        </a:solidFill>
                        <a:latin typeface="Calibri" panose="020F0502020204030204" pitchFamily="34" charset="0"/>
                        <a:cs typeface="Calibri" panose="020F0502020204030204" pitchFamily="34" charset="0"/>
                      </a:endParaRPr>
                    </a:p>
                  </a:txBody>
                  <a:tcPr marL="60960" marR="121920" marT="60960" marB="60960" anchor="ctr">
                    <a:lnL w="28575" cap="flat" cmpd="sng" algn="ctr">
                      <a:noFill/>
                      <a:prstDash val="solid"/>
                      <a:round/>
                      <a:headEnd type="none" w="med" len="med"/>
                      <a:tailEnd type="none" w="med" len="med"/>
                    </a:lnL>
                    <a:lnB w="2857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Calibri" panose="020F0502020204030204" pitchFamily="34" charset="0"/>
                          <a:cs typeface="Calibri" panose="020F0502020204030204" pitchFamily="34" charset="0"/>
                        </a:rPr>
                        <a:t>$0.022</a:t>
                      </a: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lumMod val="65000"/>
                              <a:lumOff val="35000"/>
                            </a:schemeClr>
                          </a:solidFill>
                          <a:latin typeface="Calibri" panose="020F0502020204030204" pitchFamily="34" charset="0"/>
                          <a:ea typeface="+mn-ea"/>
                          <a:cs typeface="Calibri" panose="020F0502020204030204" pitchFamily="34" charset="0"/>
                        </a:rPr>
                        <a:t>-</a:t>
                      </a: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is-I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$0.004</a:t>
                      </a:r>
                      <a:endParaRPr kumimoji="0" lang="is-I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solidFill>
                      <a:srgbClr val="E6E8F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457189" rtl="0" eaLnBrk="1" latinLnBrk="0" hangingPunct="1"/>
                      <a:r>
                        <a:rPr lang="en-US" sz="900" kern="1200" dirty="0">
                          <a:solidFill>
                            <a:schemeClr val="bg1"/>
                          </a:solidFill>
                          <a:latin typeface="Calibri" panose="020F0502020204030204" pitchFamily="34" charset="0"/>
                          <a:cs typeface="Calibri" panose="020F0502020204030204" pitchFamily="34" charset="0"/>
                        </a:rPr>
                        <a:t>Standard</a:t>
                      </a:r>
                      <a:endParaRPr lang="en-US" sz="900" b="0" kern="1200" dirty="0">
                        <a:solidFill>
                          <a:schemeClr val="bg1"/>
                        </a:solidFill>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$0.023</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1">
                              <a:lumMod val="65000"/>
                            </a:schemeClr>
                          </a:solidFill>
                          <a:latin typeface="Calibri" panose="020F0502020204030204" pitchFamily="34" charset="0"/>
                          <a:ea typeface="+mn-ea"/>
                          <a:cs typeface="Calibri" panose="020F0502020204030204" pitchFamily="34" charset="0"/>
                        </a:rPr>
                        <a:t>-</a:t>
                      </a: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is-I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$0.004</a:t>
                      </a:r>
                      <a:endParaRPr kumimoji="0" lang="is-I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a:t>
                      </a:r>
                    </a:p>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(Tiered) </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solidFill>
                      <a:srgbClr val="E6E8F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solidFill>
                            <a:schemeClr val="bg1"/>
                          </a:solidFill>
                          <a:effectLst/>
                          <a:latin typeface="Calibri" panose="020F0502020204030204" pitchFamily="34" charset="0"/>
                          <a:cs typeface="Calibri" panose="020F0502020204030204" pitchFamily="34" charset="0"/>
                        </a:rPr>
                        <a:t>Block Blob Hot</a:t>
                      </a:r>
                      <a:endParaRPr lang="en-US" sz="900" b="0" dirty="0">
                        <a:solidFill>
                          <a:schemeClr val="bg1"/>
                        </a:solidFill>
                        <a:effectLst/>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latin typeface="Calibri" panose="020F0502020204030204" pitchFamily="34" charset="0"/>
                          <a:cs typeface="Calibri" panose="020F0502020204030204" pitchFamily="34" charset="0"/>
                        </a:rPr>
                        <a:t>$0.0184</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B w="9525" cap="flat" cmpd="sng" algn="ctr">
                      <a:solidFill>
                        <a:schemeClr val="bg1"/>
                      </a:solidFill>
                      <a:prstDash val="solid"/>
                      <a:round/>
                      <a:headEnd type="none" w="med" len="med"/>
                      <a:tailEnd type="none" w="med" len="med"/>
                    </a:lnB>
                    <a:solidFill>
                      <a:srgbClr val="E6E8F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kern="1200" dirty="0">
                          <a:solidFill>
                            <a:schemeClr val="bg1">
                              <a:lumMod val="65000"/>
                            </a:schemeClr>
                          </a:solidFill>
                          <a:latin typeface="Calibri" panose="020F0502020204030204" pitchFamily="34" charset="0"/>
                          <a:ea typeface="HelvNeue Bold for IBM"/>
                          <a:cs typeface="Calibri" panose="020F0502020204030204" pitchFamily="34" charset="0"/>
                        </a:rPr>
                        <a:t>-</a:t>
                      </a:r>
                    </a:p>
                  </a:txBody>
                  <a:tcPr marL="60960" marR="121920" marT="60960" marB="60960" anchor="ctr">
                    <a:lnB w="9525" cap="flat" cmpd="sng" algn="ctr">
                      <a:solidFill>
                        <a:schemeClr val="bg1"/>
                      </a:solidFill>
                      <a:prstDash val="solid"/>
                      <a:round/>
                      <a:headEnd type="none" w="med" len="med"/>
                      <a:tailEnd type="none" w="med" len="med"/>
                    </a:lnB>
                    <a:solidFill>
                      <a:srgbClr val="E6E8F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is-I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$0.004</a:t>
                      </a:r>
                      <a:endParaRPr kumimoji="0" lang="is-I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B w="9525" cap="flat" cmpd="sng" algn="ctr">
                      <a:solidFill>
                        <a:schemeClr val="bg1"/>
                      </a:solidFill>
                      <a:prstDash val="solid"/>
                      <a:round/>
                      <a:headEnd type="none" w="med" len="med"/>
                      <a:tailEnd type="none" w="med" len="med"/>
                    </a:lnB>
                    <a:solidFill>
                      <a:srgbClr val="E6E8F3"/>
                    </a:solidFill>
                  </a:tcPr>
                </a:tc>
                <a:tc>
                  <a:txBody>
                    <a:bodyPr/>
                    <a:lstStyle/>
                    <a:p>
                      <a:pPr marL="0" indent="0" algn="ctr">
                        <a:buFont typeface="Arial" panose="020B0604020202020204" pitchFamily="34" charset="0"/>
                        <a:buNone/>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0.087 - Tiered </a:t>
                      </a:r>
                      <a:endParaRPr lang="en-US" sz="900" kern="1200" dirty="0">
                        <a:solidFill>
                          <a:schemeClr val="tx1">
                            <a:lumMod val="50000"/>
                            <a:lumOff val="50000"/>
                          </a:schemeClr>
                        </a:solidFill>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B w="9525" cap="flat" cmpd="sng" algn="ctr">
                      <a:solidFill>
                        <a:schemeClr val="bg1"/>
                      </a:solidFill>
                      <a:prstDash val="solid"/>
                      <a:round/>
                      <a:headEnd type="none" w="med" len="med"/>
                      <a:tailEnd type="none" w="med" len="med"/>
                    </a:lnB>
                    <a:solidFill>
                      <a:srgbClr val="E6E8F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solidFill>
                            <a:schemeClr val="bg1"/>
                          </a:solidFill>
                          <a:effectLst/>
                          <a:latin typeface="Calibri" panose="020F0502020204030204" pitchFamily="34" charset="0"/>
                          <a:cs typeface="Calibri" panose="020F0502020204030204" pitchFamily="34" charset="0"/>
                        </a:rPr>
                        <a:t>GCS (Regional)</a:t>
                      </a:r>
                      <a:endParaRPr lang="en-US" sz="900" b="0" dirty="0">
                        <a:solidFill>
                          <a:schemeClr val="bg1"/>
                        </a:solidFill>
                        <a:effectLst/>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B w="6350" cap="flat" cmpd="sng" algn="ctr">
                      <a:solidFill>
                        <a:schemeClr val="bg1"/>
                      </a:solidFill>
                      <a:prstDash val="solid"/>
                      <a:round/>
                      <a:headEnd type="none" w="med" len="med"/>
                      <a:tailEnd type="none" w="med" len="med"/>
                    </a:lnB>
                    <a:solidFill>
                      <a:srgbClr val="1A3D63"/>
                    </a:solidFill>
                  </a:tcPr>
                </a:tc>
                <a:tc>
                  <a:txBody>
                    <a:bodyPr/>
                    <a:lstStyle/>
                    <a:p>
                      <a:pPr marL="0" indent="0" algn="ctr" defTabSz="457189" rtl="0" eaLnBrk="1" latinLnBrk="0" hangingPunct="1">
                        <a:buFont typeface="Arial" panose="020B0604020202020204" pitchFamily="34" charset="0"/>
                        <a:buNone/>
                      </a:pPr>
                      <a:r>
                        <a:rPr lang="en-US" sz="900" kern="1200" dirty="0">
                          <a:latin typeface="Calibri" panose="020F0502020204030204" pitchFamily="34" charset="0"/>
                          <a:cs typeface="Calibri" panose="020F0502020204030204" pitchFamily="34" charset="0"/>
                        </a:rPr>
                        <a:t>$0.02</a:t>
                      </a:r>
                      <a:endParaRPr lang="en-US" sz="900" kern="1200" dirty="0">
                        <a:solidFill>
                          <a:srgbClr val="0070C0"/>
                        </a:solidFill>
                        <a:latin typeface="Calibri" panose="020F0502020204030204" pitchFamily="34" charset="0"/>
                        <a:ea typeface="+mn-ea"/>
                        <a:cs typeface="Calibri" panose="020F0502020204030204" pitchFamily="34" charset="0"/>
                      </a:endParaRP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1">
                              <a:lumMod val="65000"/>
                            </a:schemeClr>
                          </a:solidFill>
                          <a:latin typeface="Calibri" panose="020F0502020204030204" pitchFamily="34" charset="0"/>
                          <a:ea typeface="+mn-ea"/>
                          <a:cs typeface="Calibri" panose="020F0502020204030204" pitchFamily="34" charset="0"/>
                        </a:rPr>
                        <a:t>-</a:t>
                      </a: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$0.004</a:t>
                      </a:r>
                      <a:endParaRPr kumimoji="0" lang="en-US" sz="900" b="0" i="0" u="none" strike="noStrike" kern="1200" cap="none" spc="0" normalizeH="0" baseline="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B w="28575" cap="flat" cmpd="sng" algn="ctr">
                      <a:solidFill>
                        <a:schemeClr val="bg1"/>
                      </a:solidFill>
                      <a:prstDash val="solid"/>
                      <a:round/>
                      <a:headEnd type="none" w="med" len="med"/>
                      <a:tailEnd type="none" w="med" len="med"/>
                    </a:lnB>
                    <a:solidFill>
                      <a:srgbClr val="E6E8F3"/>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$0.12 - $0.08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noFill/>
                      <a:prstDash val="solid"/>
                      <a:round/>
                      <a:headEnd type="none" w="med" len="med"/>
                      <a:tailEnd type="none" w="med" len="med"/>
                    </a:lnR>
                    <a:lnB w="28575" cap="flat" cmpd="sng" algn="ctr">
                      <a:solidFill>
                        <a:schemeClr val="bg1"/>
                      </a:solidFill>
                      <a:prstDash val="solid"/>
                      <a:round/>
                      <a:headEnd type="none" w="med" len="med"/>
                      <a:tailEnd type="none" w="med" len="med"/>
                    </a:lnB>
                    <a:solidFill>
                      <a:srgbClr val="E6E8F3"/>
                    </a:solidFill>
                  </a:tcPr>
                </a:tc>
                <a:extLst>
                  <a:ext uri="{0D108BD9-81ED-4DB2-BD59-A6C34878D82A}">
                    <a16:rowId xmlns:a16="http://schemas.microsoft.com/office/drawing/2014/main" val="540049008"/>
                  </a:ext>
                </a:extLst>
              </a:tr>
              <a:tr h="831184">
                <a:tc>
                  <a:txBody>
                    <a:bodyPr/>
                    <a:lstStyle/>
                    <a:p>
                      <a:pPr marL="0" algn="ctr" defTabSz="457189" rtl="0" eaLnBrk="1" latinLnBrk="0" hangingPunct="1"/>
                      <a:r>
                        <a:rPr lang="en-US" sz="900" kern="1200" dirty="0">
                          <a:solidFill>
                            <a:schemeClr val="bg1"/>
                          </a:solidFill>
                          <a:latin typeface="Calibri" panose="020F0502020204030204" pitchFamily="34" charset="0"/>
                          <a:cs typeface="Calibri" panose="020F0502020204030204" pitchFamily="34" charset="0"/>
                        </a:rPr>
                        <a:t>Smart Tier</a:t>
                      </a:r>
                    </a:p>
                  </a:txBody>
                  <a:tcPr marL="60960" marR="121920" marT="60960" marB="60960" anchor="ctr">
                    <a:lnL w="28575" cap="flat" cmpd="sng" algn="ctr">
                      <a:noFill/>
                      <a:prstDash val="solid"/>
                      <a:round/>
                      <a:headEnd type="none" w="med" len="med"/>
                      <a:tailEnd type="none" w="med" len="med"/>
                    </a:lnL>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lumMod val="85000"/>
                              <a:lumOff val="15000"/>
                            </a:schemeClr>
                          </a:solidFill>
                          <a:latin typeface="Calibri" panose="020F0502020204030204" pitchFamily="34" charset="0"/>
                          <a:cs typeface="Calibri" panose="020F0502020204030204" pitchFamily="34" charset="0"/>
                        </a:rPr>
                        <a:t>Hot: $0.021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lumMod val="85000"/>
                              <a:lumOff val="15000"/>
                            </a:schemeClr>
                          </a:solidFill>
                          <a:latin typeface="Calibri" panose="020F0502020204030204" pitchFamily="34" charset="0"/>
                          <a:cs typeface="Calibri" panose="020F0502020204030204" pitchFamily="34" charset="0"/>
                        </a:rPr>
                        <a:t>Cool: $0.012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lumMod val="85000"/>
                              <a:lumOff val="15000"/>
                            </a:schemeClr>
                          </a:solidFill>
                          <a:latin typeface="Calibri" panose="020F0502020204030204" pitchFamily="34" charset="0"/>
                          <a:cs typeface="Calibri" panose="020F0502020204030204" pitchFamily="34" charset="0"/>
                        </a:rPr>
                        <a:t>Cold: $0.0075</a:t>
                      </a:r>
                    </a:p>
                  </a:txBody>
                  <a:tcPr marL="0" marR="0" marT="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lumMod val="65000"/>
                              <a:lumOff val="35000"/>
                            </a:schemeClr>
                          </a:solidFill>
                          <a:latin typeface="Calibri" panose="020F0502020204030204" pitchFamily="34" charset="0"/>
                          <a:ea typeface="+mn-ea"/>
                          <a:cs typeface="Calibri" panose="020F0502020204030204" pitchFamily="34" charset="0"/>
                          <a:sym typeface="Wingdings" pitchFamily="2" charset="2"/>
                        </a:rPr>
                        <a:t>-</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is-I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$0.05</a:t>
                      </a:r>
                      <a:endParaRPr kumimoji="0" lang="is-I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457189" rtl="0" eaLnBrk="1" latinLnBrk="0" hangingPunct="1"/>
                      <a:r>
                        <a:rPr lang="en-US" sz="900" kern="1200" dirty="0">
                          <a:solidFill>
                            <a:schemeClr val="bg1"/>
                          </a:solidFill>
                          <a:latin typeface="Calibri" panose="020F0502020204030204" pitchFamily="34" charset="0"/>
                          <a:cs typeface="Calibri" panose="020F0502020204030204" pitchFamily="34" charset="0"/>
                        </a:rPr>
                        <a:t>Intelligent -Tiering</a:t>
                      </a:r>
                      <a:endParaRPr lang="en-US" sz="900" b="0" kern="1200" dirty="0">
                        <a:solidFill>
                          <a:schemeClr val="bg1"/>
                        </a:solidFill>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$0.023 / $0.0125 </a:t>
                      </a:r>
                      <a:r>
                        <a:rPr lang="en-US" sz="1100" baseline="30000" dirty="0">
                          <a:solidFill>
                            <a:srgbClr val="C00000"/>
                          </a:solidFill>
                          <a:latin typeface="Calibri" panose="020F0502020204030204" pitchFamily="34" charset="0"/>
                          <a:cs typeface="Calibri" panose="020F0502020204030204" pitchFamily="34" charset="0"/>
                        </a:rPr>
                        <a:t>2</a:t>
                      </a:r>
                      <a:r>
                        <a:rPr lang="en-US" sz="1100" dirty="0">
                          <a:solidFill>
                            <a:srgbClr val="C00000"/>
                          </a:solidFill>
                          <a:latin typeface="Calibri" panose="020F0502020204030204" pitchFamily="34" charset="0"/>
                          <a:cs typeface="Calibri" panose="020F0502020204030204" pitchFamily="34" charset="0"/>
                        </a:rPr>
                        <a:t> </a:t>
                      </a:r>
                      <a:r>
                        <a:rPr lang="en-US" sz="900" dirty="0">
                          <a:latin typeface="Calibri" panose="020F0502020204030204" pitchFamily="34" charset="0"/>
                          <a:cs typeface="Calibri" panose="020F0502020204030204" pitchFamily="34" charset="0"/>
                        </a:rPr>
                        <a:t>(&lt;/≥30 days)</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1">
                              <a:lumMod val="65000"/>
                            </a:schemeClr>
                          </a:solidFill>
                          <a:latin typeface="Calibri" panose="020F0502020204030204" pitchFamily="34" charset="0"/>
                          <a:ea typeface="+mn-ea"/>
                          <a:cs typeface="Calibri" panose="020F0502020204030204" pitchFamily="34" charset="0"/>
                        </a:rPr>
                        <a:t>-</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is-I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rPr>
                        <a:t>$0.05/ $0.004</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a:t>
                      </a:r>
                    </a:p>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(Tiered) </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endParaRPr lang="en-US" sz="900" b="0" dirty="0">
                        <a:solidFill>
                          <a:schemeClr val="bg1"/>
                        </a:solidFill>
                        <a:effectLst/>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gridSpan="4">
                  <a:txBody>
                    <a:bodyPr/>
                    <a:lstStyle/>
                    <a:p>
                      <a:pPr algn="ct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rgbClr val="942092"/>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kern="1200" dirty="0">
                        <a:solidFill>
                          <a:schemeClr val="tx1">
                            <a:lumMod val="50000"/>
                            <a:lumOff val="50000"/>
                          </a:schemeClr>
                        </a:solidFill>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dirty="0">
                        <a:solidFill>
                          <a:schemeClr val="bg1"/>
                        </a:solidFill>
                        <a:effectLst/>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A3D63"/>
                    </a:solidFill>
                  </a:tcPr>
                </a:tc>
                <a:tc gridSpan="4">
                  <a:txBody>
                    <a:bodyPr/>
                    <a:lstStyle/>
                    <a:p>
                      <a:pPr marL="0" indent="0" algn="ctr" defTabSz="457189" rtl="0" eaLnBrk="1" latinLnBrk="0" hangingPunct="1">
                        <a:buFont typeface="Arial" panose="020B0604020202020204" pitchFamily="34" charset="0"/>
                        <a:buNone/>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R w="12700" cmpd="sng">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a:txBody>
                    <a:bodyPr/>
                    <a:lstStyle/>
                    <a:p>
                      <a:pPr marL="0" marR="0" lvl="0" indent="0" algn="ctr" defTabSz="457189"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9144" marR="9144" marT="9144" marB="9144"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marL="0" marR="0" lvl="0" indent="0" algn="ctr" defTabSz="457189"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sz="900" kern="1200" noProof="0" dirty="0">
                        <a:solidFill>
                          <a:schemeClr val="tx1">
                            <a:lumMod val="50000"/>
                            <a:lumOff val="50000"/>
                          </a:schemeClr>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53308626"/>
                  </a:ext>
                </a:extLst>
              </a:tr>
              <a:tr h="553142">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900" dirty="0">
                          <a:solidFill>
                            <a:schemeClr val="bg1"/>
                          </a:solidFill>
                          <a:latin typeface="Calibri" panose="020F0502020204030204" pitchFamily="34" charset="0"/>
                          <a:cs typeface="Calibri" panose="020F0502020204030204" pitchFamily="34" charset="0"/>
                        </a:rPr>
                        <a:t>Vault </a:t>
                      </a:r>
                    </a:p>
                  </a:txBody>
                  <a:tcPr marL="60960" marR="121920" marT="60960" marB="60960" anchor="ctr">
                    <a:lnL w="28575" cap="flat" cmpd="sng" algn="ctr">
                      <a:no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$0.012</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$0.01</a:t>
                      </a:r>
                      <a:endParaRPr lang="en-US" sz="900" dirty="0">
                        <a:solidFill>
                          <a:srgbClr val="942092"/>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$0.1/ $0.01</a:t>
                      </a:r>
                      <a:endParaRPr kumimoji="0" lang="en-U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algn="ctr" defTabSz="457189" rtl="0" eaLnBrk="1" latinLnBrk="0" hangingPunct="1"/>
                      <a:r>
                        <a:rPr lang="en-US" sz="900" kern="1200" dirty="0">
                          <a:solidFill>
                            <a:schemeClr val="bg1"/>
                          </a:solidFill>
                          <a:latin typeface="Calibri" panose="020F0502020204030204" pitchFamily="34" charset="0"/>
                          <a:cs typeface="Calibri" panose="020F0502020204030204" pitchFamily="34" charset="0"/>
                        </a:rPr>
                        <a:t>Standard-IA</a:t>
                      </a:r>
                      <a:endParaRPr lang="en-US" sz="900" b="0" kern="1200" dirty="0">
                        <a:solidFill>
                          <a:schemeClr val="bg1"/>
                        </a:solidFill>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$0.0125</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kern="1200" dirty="0">
                          <a:latin typeface="Calibri" panose="020F0502020204030204" pitchFamily="34" charset="0"/>
                          <a:cs typeface="Calibri" panose="020F0502020204030204" pitchFamily="34" charset="0"/>
                        </a:rPr>
                        <a:t>$0.01</a:t>
                      </a:r>
                      <a:endParaRPr lang="en-US" sz="900" kern="1200" dirty="0">
                        <a:solidFill>
                          <a:srgbClr val="942092"/>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$0.1/ $0.01</a:t>
                      </a:r>
                      <a:endParaRPr kumimoji="0" lang="en-U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a:t>
                      </a:r>
                    </a:p>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solidFill>
                            <a:schemeClr val="bg1"/>
                          </a:solidFill>
                          <a:effectLst/>
                          <a:latin typeface="Calibri" panose="020F0502020204030204" pitchFamily="34" charset="0"/>
                          <a:cs typeface="Calibri" panose="020F0502020204030204" pitchFamily="34" charset="0"/>
                        </a:rPr>
                        <a:t>Block Blob Cool</a:t>
                      </a:r>
                      <a:endParaRPr lang="en-US" sz="900" b="0" dirty="0">
                        <a:solidFill>
                          <a:schemeClr val="bg1"/>
                        </a:solidFill>
                        <a:effectLst/>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latin typeface="Calibri" panose="020F0502020204030204" pitchFamily="34" charset="0"/>
                          <a:cs typeface="Calibri" panose="020F0502020204030204" pitchFamily="34" charset="0"/>
                        </a:rPr>
                        <a:t>$0.01</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latin typeface="Calibri" panose="020F0502020204030204" pitchFamily="34" charset="0"/>
                          <a:cs typeface="Calibri" panose="020F0502020204030204" pitchFamily="34" charset="0"/>
                        </a:rPr>
                        <a:t>$0.01</a:t>
                      </a:r>
                      <a:endParaRPr lang="en-US" sz="900" kern="1200" dirty="0">
                        <a:solidFill>
                          <a:srgbClr val="942092"/>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$0.1/ $0.01</a:t>
                      </a:r>
                      <a:endParaRPr kumimoji="0" lang="en-U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0.087 - Tiered </a:t>
                      </a:r>
                      <a:endParaRPr lang="en-US" sz="900" kern="1200" dirty="0">
                        <a:solidFill>
                          <a:schemeClr val="tx1">
                            <a:lumMod val="50000"/>
                            <a:lumOff val="50000"/>
                          </a:schemeClr>
                        </a:solidFill>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bg1"/>
                          </a:solidFill>
                          <a:effectLst/>
                          <a:latin typeface="Calibri" panose="020F0502020204030204" pitchFamily="34" charset="0"/>
                          <a:cs typeface="Calibri" panose="020F0502020204030204" pitchFamily="34" charset="0"/>
                        </a:rPr>
                        <a:t>Nearline</a:t>
                      </a:r>
                    </a:p>
                  </a:txBody>
                  <a:tcPr marL="60960" marR="121920" marT="60960" marB="60960" anchor="ctr">
                    <a:lnL w="28575"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A3D63"/>
                    </a:solidFill>
                  </a:tcPr>
                </a:tc>
                <a:tc>
                  <a:txBody>
                    <a:bodyPr/>
                    <a:lstStyle/>
                    <a:p>
                      <a:pPr marL="0" indent="0" algn="ctr" defTabSz="457189" rtl="0" eaLnBrk="1" latinLnBrk="0" hangingPunct="1">
                        <a:buFont typeface="Arial" panose="020B0604020202020204" pitchFamily="34" charset="0"/>
                        <a:buNone/>
                      </a:pPr>
                      <a:r>
                        <a:rPr lang="en-US" sz="900" kern="1200" dirty="0">
                          <a:solidFill>
                            <a:schemeClr val="dk1"/>
                          </a:solidFill>
                          <a:latin typeface="Calibri" panose="020F0502020204030204" pitchFamily="34" charset="0"/>
                          <a:ea typeface="+mn-ea"/>
                          <a:cs typeface="Calibri" panose="020F0502020204030204" pitchFamily="34" charset="0"/>
                        </a:rPr>
                        <a:t>$0.01</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45718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kern="1200" dirty="0">
                          <a:solidFill>
                            <a:schemeClr val="dk1"/>
                          </a:solidFill>
                          <a:latin typeface="Calibri" panose="020F0502020204030204" pitchFamily="34" charset="0"/>
                          <a:ea typeface="+mn-ea"/>
                          <a:cs typeface="Calibri" panose="020F0502020204030204" pitchFamily="34" charset="0"/>
                        </a:rPr>
                        <a:t>$0.01</a:t>
                      </a:r>
                    </a:p>
                  </a:txBody>
                  <a:tcPr marL="9144" marR="9144" marT="9144" marB="9144"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457189"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kern="1200" noProof="0" dirty="0">
                          <a:solidFill>
                            <a:schemeClr val="tx1">
                              <a:lumMod val="50000"/>
                              <a:lumOff val="50000"/>
                            </a:schemeClr>
                          </a:solidFill>
                          <a:latin typeface="Calibri" panose="020F0502020204030204" pitchFamily="34" charset="0"/>
                          <a:ea typeface="+mn-ea"/>
                          <a:cs typeface="Calibri" panose="020F0502020204030204" pitchFamily="34" charset="0"/>
                        </a:rPr>
                        <a:t>$0.1/ $0.01</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$0.12 - $0.08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34361107"/>
                  </a:ext>
                </a:extLst>
              </a:tr>
              <a:tr h="671513">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solidFill>
                            <a:schemeClr val="bg1"/>
                          </a:solidFill>
                          <a:latin typeface="Calibri" panose="020F0502020204030204" pitchFamily="34" charset="0"/>
                          <a:cs typeface="Calibri" panose="020F0502020204030204" pitchFamily="34" charset="0"/>
                        </a:rPr>
                        <a:t>Cold Vault </a:t>
                      </a:r>
                    </a:p>
                    <a:p>
                      <a:pPr algn="ctr"/>
                      <a:r>
                        <a:rPr lang="en-US" sz="900" i="0" dirty="0">
                          <a:solidFill>
                            <a:schemeClr val="bg1"/>
                          </a:solidFill>
                          <a:latin typeface="Calibri" panose="020F0502020204030204" pitchFamily="34" charset="0"/>
                          <a:cs typeface="Calibri" panose="020F0502020204030204" pitchFamily="34" charset="0"/>
                        </a:rPr>
                        <a:t>INLINE</a:t>
                      </a:r>
                    </a:p>
                  </a:txBody>
                  <a:tcPr marL="60960" marR="121920" marT="60960" marB="60960" anchor="ctr">
                    <a:lnL w="28575" cap="flat" cmpd="sng" algn="ctr">
                      <a:noFill/>
                      <a:prstDash val="solid"/>
                      <a:round/>
                      <a:headEnd type="none" w="med" len="med"/>
                      <a:tailEnd type="none" w="med" len="med"/>
                    </a:lnL>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1A3D63"/>
                    </a:solidFill>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sym typeface="Wingdings" pitchFamily="2" charset="2"/>
                        </a:rPr>
                        <a:t>$0.006</a:t>
                      </a:r>
                      <a:endParaRPr lang="en-US" sz="900" u="sng" dirty="0">
                        <a:solidFill>
                          <a:srgbClr val="0070C0"/>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sym typeface="Wingdings" pitchFamily="2" charset="2"/>
                        </a:rPr>
                        <a:t>$0.05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u="sng" dirty="0">
                          <a:solidFill>
                            <a:schemeClr val="tx1"/>
                          </a:solidFill>
                          <a:latin typeface="Calibri" panose="020F0502020204030204" pitchFamily="34" charset="0"/>
                          <a:cs typeface="Calibri" panose="020F0502020204030204" pitchFamily="34" charset="0"/>
                          <a:sym typeface="Wingdings" pitchFamily="2" charset="2"/>
                        </a:rPr>
                        <a:t>IMMED</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$0.25/ $0.025</a:t>
                      </a:r>
                      <a:endParaRPr kumimoji="0" lang="en-U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US"/>
                    </a:p>
                  </a:txBody>
                  <a:tcPr marL="60960" marR="121920" marT="60960" marB="60960" anchor="ctr">
                    <a:lnL w="28575" cap="flat" cmpd="sng" algn="ctr">
                      <a:solidFill>
                        <a:schemeClr val="bg1"/>
                      </a:solidFill>
                      <a:prstDash val="solid"/>
                      <a:round/>
                      <a:headEnd type="none" w="med" len="med"/>
                      <a:tailEnd type="none" w="med" len="med"/>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A3D63"/>
                    </a:solidFill>
                  </a:tcPr>
                </a:tc>
                <a:tc gridSpan="4">
                  <a:txBody>
                    <a:bodyPr/>
                    <a:lstStyle/>
                    <a:p>
                      <a:pPr marL="0" marR="0" lvl="0" indent="0" algn="l" defTabSz="685766" rtl="0" eaLnBrk="1" fontAlgn="auto" latinLnBrk="0" hangingPunct="1">
                        <a:lnSpc>
                          <a:spcPct val="100000"/>
                        </a:lnSpc>
                        <a:spcBef>
                          <a:spcPts val="0"/>
                        </a:spcBef>
                        <a:spcAft>
                          <a:spcPts val="0"/>
                        </a:spcAft>
                        <a:buClrTx/>
                        <a:buSzTx/>
                        <a:buFontTx/>
                        <a:buNone/>
                        <a:tabLst/>
                        <a:defRPr/>
                      </a:pPr>
                      <a:endParaRPr lang="en-US" sz="1400" dirty="0">
                        <a:latin typeface="Calibri" panose="020F0502020204030204" pitchFamily="34" charset="0"/>
                        <a:cs typeface="Calibri" panose="020F0502020204030204" pitchFamily="34" charset="0"/>
                      </a:endParaRPr>
                    </a:p>
                    <a:p>
                      <a:endParaRPr lang="en-US" dirty="0"/>
                    </a:p>
                  </a:txBody>
                  <a:tcPr marL="60960" marR="121920" marT="60960" marB="60960" anchor="ctr">
                    <a:lnL w="12700" cmpd="sng">
                      <a:noFill/>
                    </a:lnL>
                    <a:lnR w="952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1E0E4"/>
                    </a:solidFill>
                  </a:tcPr>
                </a:tc>
                <a:tc hMerge="1">
                  <a:txBody>
                    <a:bodyPr/>
                    <a:lstStyle/>
                    <a:p>
                      <a:endParaRPr lang="en-US"/>
                    </a:p>
                  </a:txBody>
                  <a:tcPr marT="64008" marB="640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1E0E4"/>
                    </a:solidFill>
                  </a:tcPr>
                </a:tc>
                <a:tc hMerge="1">
                  <a:txBody>
                    <a:bodyPr/>
                    <a:lstStyle/>
                    <a:p>
                      <a:endParaRPr lang="en-US"/>
                    </a:p>
                  </a:txBody>
                  <a:tcPr marL="60960" marR="121920" marT="60960" marB="6096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1E0E4"/>
                    </a:solidFill>
                  </a:tcPr>
                </a:tc>
                <a:tc hMerge="1">
                  <a:txBody>
                    <a:bodyPr/>
                    <a:lstStyle/>
                    <a:p>
                      <a:endParaRPr lang="en-US" dirty="0"/>
                    </a:p>
                  </a:txBody>
                  <a:tcPr marL="60960" marR="121920" marT="60960" marB="60960" anchor="ctr">
                    <a:lnL w="952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1E0E4"/>
                    </a:solidFill>
                  </a:tcPr>
                </a:tc>
                <a:tc>
                  <a:txBody>
                    <a:bodyPr/>
                    <a:lstStyle/>
                    <a:p>
                      <a:pPr algn="ctr"/>
                      <a:endParaRPr lang="en-US" sz="900" dirty="0">
                        <a:solidFill>
                          <a:schemeClr val="bg1"/>
                        </a:solidFill>
                        <a:latin typeface="Calibri" panose="020F0502020204030204" pitchFamily="34" charset="0"/>
                        <a:cs typeface="Calibri" panose="020F0502020204030204" pitchFamily="34" charset="0"/>
                      </a:endParaRPr>
                    </a:p>
                  </a:txBody>
                  <a:tcPr marL="60960" marR="121920" marT="60960" marB="60960" anchor="ctr">
                    <a:lnL w="28575" cap="flat" cmpd="sng" algn="ctr">
                      <a:noFill/>
                      <a:prstDash val="solid"/>
                      <a:round/>
                      <a:headEnd type="none" w="med" len="med"/>
                      <a:tailEnd type="none" w="med" len="med"/>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A3D63"/>
                    </a:solidFill>
                  </a:tcPr>
                </a:tc>
                <a:tc gridSpan="4">
                  <a:txBody>
                    <a:bodyPr/>
                    <a:lstStyle/>
                    <a:p>
                      <a:endParaRPr lang="en-US" sz="900" dirty="0">
                        <a:latin typeface="Calibri" panose="020F0502020204030204" pitchFamily="34" charset="0"/>
                        <a:cs typeface="Calibri" panose="020F0502020204030204" pitchFamily="34" charset="0"/>
                      </a:endParaRPr>
                    </a:p>
                  </a:txBody>
                  <a:tcPr marL="60960" marR="121920" marT="60960" marB="60960" anchor="ctr">
                    <a:lnL w="12700" cmpd="sng">
                      <a:noFill/>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sz="900" dirty="0">
                        <a:latin typeface="Calibri" panose="020F0502020204030204" pitchFamily="34" charset="0"/>
                        <a:cs typeface="Calibri" panose="020F0502020204030204" pitchFamily="34" charset="0"/>
                      </a:endParaRPr>
                    </a:p>
                  </a:txBody>
                  <a:tcPr marL="60960" marR="121920" marT="60960" marB="60960" anchor="ctr">
                    <a:lnL w="12700" cmpd="sng">
                      <a:noFill/>
                    </a:lnL>
                    <a:lnR w="12700" cmpd="sng">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C9C9C"/>
                    </a:solidFill>
                  </a:tcPr>
                </a:tc>
                <a:tc hMerge="1">
                  <a:txBody>
                    <a:bodyPr/>
                    <a:lstStyle/>
                    <a:p>
                      <a:endParaRPr lang="en-US" sz="900" dirty="0">
                        <a:solidFill>
                          <a:schemeClr val="tx1">
                            <a:lumMod val="50000"/>
                            <a:lumOff val="50000"/>
                          </a:schemeClr>
                        </a:solidFill>
                        <a:latin typeface="Calibri" panose="020F0502020204030204" pitchFamily="34" charset="0"/>
                        <a:cs typeface="Calibri" panose="020F0502020204030204" pitchFamily="34" charset="0"/>
                      </a:endParaRPr>
                    </a:p>
                  </a:txBody>
                  <a:tcPr marL="60960" marR="121920" marT="60960" marB="60960" anchor="ctr">
                    <a:lnL w="12700" cmpd="sng">
                      <a:noFill/>
                    </a:lnL>
                    <a:lnR w="12700" cmpd="sng">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C9C9C"/>
                    </a:solidFill>
                  </a:tcPr>
                </a:tc>
                <a:tc hMerge="1">
                  <a:txBody>
                    <a:bodyPr/>
                    <a:lstStyle/>
                    <a:p>
                      <a:endParaRPr lang="en-US" sz="900" dirty="0">
                        <a:solidFill>
                          <a:schemeClr val="tx1">
                            <a:lumMod val="50000"/>
                            <a:lumOff val="50000"/>
                          </a:schemeClr>
                        </a:solidFill>
                        <a:latin typeface="Calibri" panose="020F0502020204030204" pitchFamily="34" charset="0"/>
                        <a:cs typeface="Calibri" panose="020F0502020204030204" pitchFamily="34" charset="0"/>
                      </a:endParaRPr>
                    </a:p>
                  </a:txBody>
                  <a:tcPr marL="60960" marR="121920" marT="60960" marB="60960" anchor="ctr">
                    <a:lnL w="12700" cmpd="sng">
                      <a:noFill/>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C9C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err="1">
                          <a:solidFill>
                            <a:schemeClr val="bg1"/>
                          </a:solidFill>
                          <a:effectLst/>
                          <a:latin typeface="Calibri" panose="020F0502020204030204" pitchFamily="34" charset="0"/>
                          <a:ea typeface="+mn-ea"/>
                          <a:cs typeface="Calibri" panose="020F0502020204030204" pitchFamily="34" charset="0"/>
                        </a:rPr>
                        <a:t>Coldline</a:t>
                      </a:r>
                      <a:endParaRPr lang="en-US" sz="900" kern="1200" dirty="0">
                        <a:solidFill>
                          <a:schemeClr val="bg1"/>
                        </a:solidFill>
                        <a:effectLst/>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A3D63"/>
                    </a:solidFill>
                  </a:tcPr>
                </a:tc>
                <a:tc>
                  <a:txBody>
                    <a:bodyPr/>
                    <a:lstStyle/>
                    <a:p>
                      <a:pPr algn="ctr"/>
                      <a:r>
                        <a:rPr lang="en-US" sz="900" dirty="0">
                          <a:latin typeface="Calibri" panose="020F0502020204030204" pitchFamily="34" charset="0"/>
                          <a:cs typeface="Calibri" panose="020F0502020204030204" pitchFamily="34" charset="0"/>
                        </a:rPr>
                        <a:t>$0.004</a:t>
                      </a:r>
                    </a:p>
                  </a:txBody>
                  <a:tcPr marL="9144" marR="9144" marT="60960" marB="60960" anchor="ctr">
                    <a:lnT w="28575"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900" dirty="0">
                          <a:latin typeface="Calibri" panose="020F0502020204030204" pitchFamily="34" charset="0"/>
                          <a:cs typeface="Calibri" panose="020F0502020204030204" pitchFamily="34" charset="0"/>
                        </a:rPr>
                        <a:t>$0.02</a:t>
                      </a:r>
                    </a:p>
                  </a:txBody>
                  <a:tcPr marL="9144" marR="9144" marT="9144" marB="9144" anchor="ctr">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r>
                        <a:rPr lang="en-US" sz="900" dirty="0">
                          <a:solidFill>
                            <a:schemeClr val="tx1">
                              <a:lumMod val="50000"/>
                              <a:lumOff val="50000"/>
                            </a:schemeClr>
                          </a:solidFill>
                          <a:latin typeface="Calibri" panose="020F0502020204030204" pitchFamily="34" charset="0"/>
                          <a:cs typeface="Calibri" panose="020F0502020204030204" pitchFamily="34" charset="0"/>
                        </a:rPr>
                        <a:t>$0.1/ $0.05</a:t>
                      </a:r>
                    </a:p>
                  </a:txBody>
                  <a:tcPr marL="60960" marR="121920" marT="60960" marB="60960" anchor="ctr">
                    <a:lnL w="12700"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$0.12 - $0.08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1296689318"/>
                  </a:ext>
                </a:extLst>
              </a:tr>
              <a:tr h="485775">
                <a:tc>
                  <a:txBody>
                    <a:bodyPr/>
                    <a:lstStyle/>
                    <a:p>
                      <a:endParaRPr lang="en-US" sz="1100" dirty="0"/>
                    </a:p>
                  </a:txBody>
                  <a:tcPr marL="60960" marR="121920" marT="60960" marB="60960" anchor="ctr">
                    <a:lnL w="28575" cap="flat" cmpd="sng" algn="ctr">
                      <a:no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endParaRPr lang="en-US" sz="1100" dirty="0"/>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0" marR="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900" u="none" strike="noStrike" kern="1200" cap="none" spc="0" normalizeH="0" baseline="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algn="ctr" defTabSz="457189" rtl="0" eaLnBrk="1" latinLnBrk="0" hangingPunct="1"/>
                      <a:r>
                        <a:rPr lang="en-US" sz="900" b="0" kern="1200" dirty="0">
                          <a:solidFill>
                            <a:schemeClr val="bg1"/>
                          </a:solidFill>
                          <a:latin typeface="Calibri" panose="020F0502020204030204" pitchFamily="34" charset="0"/>
                          <a:cs typeface="Calibri" panose="020F0502020204030204" pitchFamily="34" charset="0"/>
                        </a:rPr>
                        <a:t>Glacier – </a:t>
                      </a:r>
                      <a:r>
                        <a:rPr lang="en-US" sz="800" b="0" kern="1200" dirty="0">
                          <a:solidFill>
                            <a:schemeClr val="bg1"/>
                          </a:solidFill>
                          <a:latin typeface="Calibri" panose="020F0502020204030204" pitchFamily="34" charset="0"/>
                          <a:cs typeface="Calibri" panose="020F0502020204030204" pitchFamily="34" charset="0"/>
                        </a:rPr>
                        <a:t>Expedited</a:t>
                      </a:r>
                    </a:p>
                    <a:p>
                      <a:pPr marL="0" algn="ctr" defTabSz="457189" rtl="0" eaLnBrk="1" latinLnBrk="0" hangingPunct="1"/>
                      <a:endParaRPr lang="en-US" sz="800" b="0" kern="1200" dirty="0">
                        <a:solidFill>
                          <a:schemeClr val="bg1"/>
                        </a:solidFill>
                        <a:latin typeface="Calibri" panose="020F0502020204030204" pitchFamily="34" charset="0"/>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cs typeface="Calibri" panose="020F0502020204030204" pitchFamily="34" charset="0"/>
                        </a:rPr>
                        <a:t>$0.004</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dirty="0">
                          <a:solidFill>
                            <a:schemeClr val="dk1"/>
                          </a:solidFill>
                          <a:latin typeface="Calibri" panose="020F0502020204030204" pitchFamily="34" charset="0"/>
                          <a:ea typeface="+mn-ea"/>
                          <a:cs typeface="Calibri" panose="020F0502020204030204" pitchFamily="34" charset="0"/>
                        </a:rPr>
                        <a:t>$0.03</a:t>
                      </a:r>
                      <a:r>
                        <a:rPr lang="en-US" sz="1100" b="0" kern="1200" dirty="0">
                          <a:solidFill>
                            <a:schemeClr val="dk1"/>
                          </a:solidFill>
                          <a:latin typeface="Calibri" panose="020F0502020204030204" pitchFamily="34" charset="0"/>
                          <a:ea typeface="+mn-ea"/>
                          <a:cs typeface="Calibri" panose="020F0502020204030204" pitchFamily="34" charset="0"/>
                        </a:rPr>
                        <a:t> </a:t>
                      </a:r>
                      <a:r>
                        <a:rPr lang="en-US" sz="1100" b="0" kern="1200" baseline="30000" dirty="0">
                          <a:solidFill>
                            <a:srgbClr val="FF0000"/>
                          </a:solidFill>
                          <a:latin typeface="Calibri" panose="020F0502020204030204" pitchFamily="34" charset="0"/>
                          <a:ea typeface="+mn-ea"/>
                          <a:cs typeface="Calibri" panose="020F0502020204030204" pitchFamily="34" charset="0"/>
                        </a:rPr>
                        <a:t>3</a:t>
                      </a:r>
                      <a:endParaRPr lang="en-US" sz="1100" b="0" kern="1200" dirty="0">
                        <a:solidFill>
                          <a:schemeClr val="dk1"/>
                        </a:solidFill>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kern="1200" dirty="0">
                          <a:solidFill>
                            <a:schemeClr val="dk1"/>
                          </a:solidFill>
                          <a:latin typeface="Calibri" panose="020F0502020204030204" pitchFamily="34" charset="0"/>
                          <a:ea typeface="+mn-ea"/>
                          <a:cs typeface="Calibri" panose="020F0502020204030204" pitchFamily="34" charset="0"/>
                        </a:rPr>
                        <a:t> </a:t>
                      </a:r>
                      <a:r>
                        <a:rPr lang="en-US" sz="900" i="1" kern="1200" dirty="0">
                          <a:solidFill>
                            <a:schemeClr val="dk1"/>
                          </a:solidFill>
                          <a:latin typeface="Calibri" panose="020F0502020204030204" pitchFamily="34" charset="0"/>
                          <a:ea typeface="+mn-ea"/>
                          <a:cs typeface="Calibri" panose="020F0502020204030204" pitchFamily="34" charset="0"/>
                        </a:rPr>
                        <a:t>(1-5 min)</a:t>
                      </a:r>
                    </a:p>
                  </a:txBody>
                  <a:tcPr marT="64008" marB="64008"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per 1,000 requests</a:t>
                      </a:r>
                      <a:endParaRPr lang="en-US" sz="900" b="0" kern="1200" dirty="0">
                        <a:solidFill>
                          <a:srgbClr val="FF0000"/>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a:t>
                      </a:r>
                    </a:p>
                    <a:p>
                      <a:pPr marL="0" marR="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US" sz="1100" dirty="0"/>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noProof="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bg1"/>
                        </a:solidFill>
                        <a:effectLst/>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A3D6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993413399"/>
                  </a:ext>
                </a:extLst>
              </a:tr>
              <a:tr h="600075">
                <a:tc>
                  <a:txBody>
                    <a:bodyPr/>
                    <a:lstStyle/>
                    <a:p>
                      <a:r>
                        <a:rPr lang="en-US" sz="900" i="1" dirty="0">
                          <a:solidFill>
                            <a:schemeClr val="tx1"/>
                          </a:solidFill>
                          <a:latin typeface="Calibri" panose="020F0502020204030204" pitchFamily="34" charset="0"/>
                          <a:cs typeface="Calibri" panose="020F0502020204030204" pitchFamily="34" charset="0"/>
                        </a:rPr>
                        <a:t>Archive – </a:t>
                      </a:r>
                      <a:r>
                        <a:rPr lang="en-US" sz="800" i="1" dirty="0">
                          <a:solidFill>
                            <a:schemeClr val="tx1"/>
                          </a:solidFill>
                          <a:latin typeface="Calibri" panose="020F0502020204030204" pitchFamily="34" charset="0"/>
                          <a:cs typeface="Calibri" panose="020F0502020204030204" pitchFamily="34" charset="0"/>
                        </a:rPr>
                        <a:t>Accelerated Restore</a:t>
                      </a:r>
                    </a:p>
                    <a:p>
                      <a:r>
                        <a:rPr lang="en-US" sz="800" i="1" dirty="0">
                          <a:solidFill>
                            <a:schemeClr val="tx1"/>
                          </a:solidFill>
                          <a:latin typeface="Calibri" panose="020F0502020204030204" pitchFamily="34" charset="0"/>
                          <a:cs typeface="Calibri" panose="020F0502020204030204" pitchFamily="34" charset="0"/>
                        </a:rPr>
                        <a:t>OFFLINE</a:t>
                      </a:r>
                      <a:endParaRPr lang="en-US" sz="1100" dirty="0"/>
                    </a:p>
                  </a:txBody>
                  <a:tcPr marL="60960" marR="121920" marT="60960" marB="60960" anchor="ctr">
                    <a:lnL w="28575" cap="flat" cmpd="sng" algn="ctr">
                      <a:no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r>
                        <a:rPr lang="en-US" sz="900" i="1" dirty="0">
                          <a:solidFill>
                            <a:schemeClr val="tx1"/>
                          </a:solidFill>
                          <a:latin typeface="Calibri" panose="020F0502020204030204" pitchFamily="34" charset="0"/>
                          <a:cs typeface="Calibri" panose="020F0502020204030204" pitchFamily="34" charset="0"/>
                        </a:rPr>
                        <a:t>$0.00099</a:t>
                      </a:r>
                      <a:endParaRPr lang="en-US" sz="1100" dirty="0"/>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$0.04</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(&lt;2 </a:t>
                      </a:r>
                      <a:r>
                        <a:rPr lang="en-US" sz="900" kern="1200" dirty="0" err="1">
                          <a:solidFill>
                            <a:schemeClr val="dk1"/>
                          </a:solidFill>
                          <a:latin typeface="Calibri" panose="020F0502020204030204" pitchFamily="34" charset="0"/>
                          <a:ea typeface="+mn-ea"/>
                          <a:cs typeface="Calibri" panose="020F0502020204030204" pitchFamily="34" charset="0"/>
                        </a:rPr>
                        <a:t>hrs</a:t>
                      </a:r>
                      <a:r>
                        <a:rPr lang="en-US" sz="900" kern="1200" dirty="0">
                          <a:solidFill>
                            <a:schemeClr val="dk1"/>
                          </a:solidFill>
                          <a:latin typeface="Calibri" panose="020F0502020204030204" pitchFamily="34" charset="0"/>
                          <a:ea typeface="+mn-ea"/>
                          <a:cs typeface="Calibri" panose="020F0502020204030204" pitchFamily="34" charset="0"/>
                        </a:rPr>
                        <a:t>)</a:t>
                      </a:r>
                    </a:p>
                  </a:txBody>
                  <a:tcPr marL="0" marR="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rPr>
                        <a:t>-</a:t>
                      </a:r>
                      <a:endParaRPr kumimoji="0" lang="en-US" sz="900" u="none" strike="noStrike" kern="1200" cap="none" spc="0" normalizeH="0" baseline="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rowSpan="3">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$0.090    - $0.050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2">
                  <a:txBody>
                    <a:bodyPr/>
                    <a:lstStyle/>
                    <a:p>
                      <a:r>
                        <a:rPr lang="en-US" sz="900" kern="1200" dirty="0">
                          <a:solidFill>
                            <a:schemeClr val="bg1"/>
                          </a:solidFill>
                          <a:latin typeface="Calibri" panose="020F0502020204030204" pitchFamily="34" charset="0"/>
                          <a:cs typeface="Calibri" panose="020F0502020204030204" pitchFamily="34" charset="0"/>
                        </a:rPr>
                        <a:t>Glacier – </a:t>
                      </a:r>
                      <a:r>
                        <a:rPr lang="en-US" sz="800" b="0" kern="1200" dirty="0">
                          <a:solidFill>
                            <a:schemeClr val="bg1"/>
                          </a:solidFill>
                          <a:latin typeface="+mj-lt"/>
                          <a:cs typeface="Calibri" panose="020F0502020204030204" pitchFamily="34" charset="0"/>
                        </a:rPr>
                        <a:t>Standard</a:t>
                      </a: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rowSpan="2">
                  <a:txBody>
                    <a:bodyPr/>
                    <a:lstStyle/>
                    <a:p>
                      <a:r>
                        <a:rPr lang="en-US" sz="900" dirty="0">
                          <a:latin typeface="Calibri" panose="020F0502020204030204" pitchFamily="34" charset="0"/>
                          <a:cs typeface="Calibri" panose="020F0502020204030204" pitchFamily="34" charset="0"/>
                        </a:rPr>
                        <a:t>$0.004</a:t>
                      </a:r>
                      <a:endParaRPr lang="en-US" sz="1100" dirty="0"/>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kern="1200" dirty="0">
                          <a:latin typeface="Calibri" panose="020F0502020204030204" pitchFamily="34" charset="0"/>
                          <a:cs typeface="Calibri" panose="020F0502020204030204" pitchFamily="34" charset="0"/>
                        </a:rPr>
                        <a:t>$0.01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mj-lt"/>
                          <a:ea typeface="+mn-ea"/>
                          <a:cs typeface="Calibri" panose="020F0502020204030204" pitchFamily="34" charset="0"/>
                        </a:rPr>
                        <a:t> (3-5 </a:t>
                      </a:r>
                      <a:r>
                        <a:rPr lang="en-US" sz="900" i="1" kern="1200" dirty="0" err="1">
                          <a:solidFill>
                            <a:schemeClr val="tx1"/>
                          </a:solidFill>
                          <a:latin typeface="+mj-lt"/>
                          <a:ea typeface="+mn-ea"/>
                          <a:cs typeface="Calibri" panose="020F0502020204030204" pitchFamily="34" charset="0"/>
                        </a:rPr>
                        <a:t>hrs</a:t>
                      </a:r>
                      <a:r>
                        <a:rPr lang="en-US" sz="900" i="1" kern="1200" dirty="0">
                          <a:solidFill>
                            <a:schemeClr val="tx1"/>
                          </a:solidFill>
                          <a:latin typeface="+mj-lt"/>
                          <a:ea typeface="+mn-ea"/>
                          <a:cs typeface="Calibri" panose="020F0502020204030204" pitchFamily="34" charset="0"/>
                        </a:rPr>
                        <a:t>)</a:t>
                      </a:r>
                      <a:endParaRPr lang="en-US" sz="1100" dirty="0"/>
                    </a:p>
                  </a:txBody>
                  <a:tcPr marT="64008" marB="64008"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3">
                  <a:txBody>
                    <a:bodyPr/>
                    <a:lstStyle/>
                    <a:p>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$0.05 per 1,000 requests </a:t>
                      </a:r>
                      <a:endParaRPr lang="en-US" sz="1100" dirty="0"/>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3">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50000"/>
                              <a:lumOff val="50000"/>
                            </a:prstClr>
                          </a:solidFill>
                          <a:effectLst/>
                          <a:uLnTx/>
                          <a:uFillTx/>
                          <a:latin typeface="Calibri" panose="020F0502020204030204" pitchFamily="34" charset="0"/>
                          <a:ea typeface="+mn-ea"/>
                          <a:cs typeface="Calibri" panose="020F0502020204030204" pitchFamily="34" charset="0"/>
                        </a:rPr>
                        <a:t>$0.090    - $0.050</a:t>
                      </a:r>
                    </a:p>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lumMod val="50000"/>
                              <a:lumOff val="50000"/>
                            </a:prstClr>
                          </a:solidFill>
                          <a:effectLst/>
                          <a:uLnTx/>
                          <a:uFillTx/>
                          <a:latin typeface="Calibri" panose="020F0502020204030204" pitchFamily="34" charset="0"/>
                          <a:ea typeface="+mn-ea"/>
                          <a:cs typeface="Calibri" panose="020F0502020204030204" pitchFamily="34" charset="0"/>
                        </a:rPr>
                        <a:t>(Tiered)</a:t>
                      </a: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Block Blob Archive</a:t>
                      </a:r>
                    </a:p>
                    <a:p>
                      <a:endParaRPr lang="en-US" sz="1100" dirty="0"/>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1A3D63"/>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noProof="0" dirty="0">
                          <a:solidFill>
                            <a:schemeClr val="dk1"/>
                          </a:solidFill>
                          <a:latin typeface="Calibri" panose="020F0502020204030204" pitchFamily="34" charset="0"/>
                          <a:ea typeface="+mn-ea"/>
                          <a:cs typeface="Calibri" panose="020F0502020204030204" pitchFamily="34" charset="0"/>
                        </a:rPr>
                        <a:t>$0.00099</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(&lt;1 </a:t>
                      </a:r>
                      <a:r>
                        <a:rPr lang="en-US" sz="900" kern="1200" dirty="0" err="1">
                          <a:solidFill>
                            <a:schemeClr val="dk1"/>
                          </a:solidFill>
                          <a:latin typeface="Calibri" panose="020F0502020204030204" pitchFamily="34" charset="0"/>
                          <a:ea typeface="+mn-ea"/>
                          <a:cs typeface="Calibri" panose="020F0502020204030204" pitchFamily="34" charset="0"/>
                        </a:rPr>
                        <a:t>hr</a:t>
                      </a:r>
                      <a:r>
                        <a:rPr lang="en-US" sz="900" kern="1200" dirty="0">
                          <a:solidFill>
                            <a:schemeClr val="dk1"/>
                          </a:solidFill>
                          <a:latin typeface="Calibri" panose="020F0502020204030204" pitchFamily="34" charset="0"/>
                          <a:ea typeface="+mn-ea"/>
                          <a:cs typeface="Calibri" panose="020F0502020204030204" pitchFamily="34" charset="0"/>
                        </a:rPr>
                        <a:t>) </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$0.1/ $25</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0.087 - Tiered</a:t>
                      </a:r>
                    </a:p>
                  </a:txBody>
                  <a:tcPr marL="60960" marR="121920" marT="60960" marB="60960" anchor="ctr">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1"/>
                          </a:solidFill>
                          <a:effectLst/>
                          <a:latin typeface="Calibri" panose="020F0502020204030204" pitchFamily="34" charset="0"/>
                          <a:ea typeface="+mn-ea"/>
                          <a:cs typeface="Calibri" panose="020F0502020204030204" pitchFamily="34" charset="0"/>
                        </a:rPr>
                        <a:t>Archive</a:t>
                      </a: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1A3D63"/>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$0.0012</a:t>
                      </a: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a:t>
                      </a:r>
                      <a:r>
                        <a:rPr lang="en-US" sz="900" kern="1200" dirty="0" err="1">
                          <a:solidFill>
                            <a:schemeClr val="dk1"/>
                          </a:solidFill>
                          <a:latin typeface="Calibri" panose="020F0502020204030204" pitchFamily="34" charset="0"/>
                          <a:ea typeface="+mn-ea"/>
                          <a:cs typeface="Calibri" panose="020F0502020204030204" pitchFamily="34" charset="0"/>
                        </a:rPr>
                        <a:t>ms</a:t>
                      </a:r>
                      <a:r>
                        <a:rPr lang="en-US" sz="900" kern="1200" dirty="0">
                          <a:solidFill>
                            <a:schemeClr val="dk1"/>
                          </a:solidFill>
                          <a:latin typeface="Calibri" panose="020F0502020204030204" pitchFamily="34" charset="0"/>
                          <a:ea typeface="+mn-ea"/>
                          <a:cs typeface="Calibri" panose="020F0502020204030204" pitchFamily="34" charset="0"/>
                        </a:rPr>
                        <a:t>)</a:t>
                      </a: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$0.5/ $0.5</a:t>
                      </a:r>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u="none" strike="noStrike" kern="1200" dirty="0">
                          <a:solidFill>
                            <a:schemeClr val="tx1">
                              <a:lumMod val="50000"/>
                              <a:lumOff val="50000"/>
                            </a:schemeClr>
                          </a:solidFill>
                          <a:effectLst/>
                          <a:latin typeface="Calibri" panose="020F0502020204030204" pitchFamily="34" charset="0"/>
                          <a:cs typeface="Calibri" panose="020F0502020204030204" pitchFamily="34" charset="0"/>
                        </a:rPr>
                        <a:t>$0.12 - $0.08 (Tiered)</a:t>
                      </a:r>
                      <a:endParaRPr lang="en-US" sz="900" b="0" i="0" u="none" strike="noStrike" kern="120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60960" marR="121920" marT="60960" marB="60960"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768443946"/>
                  </a:ext>
                </a:extLst>
              </a:tr>
              <a:tr h="20719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latin typeface="Calibri" panose="020F0502020204030204" pitchFamily="34" charset="0"/>
                          <a:cs typeface="Calibri" panose="020F0502020204030204" pitchFamily="34" charset="0"/>
                        </a:rPr>
                        <a:t>Archive – </a:t>
                      </a:r>
                      <a:r>
                        <a:rPr lang="en-US" sz="800" i="1" dirty="0">
                          <a:solidFill>
                            <a:schemeClr val="bg1"/>
                          </a:solidFill>
                          <a:latin typeface="Calibri" panose="020F0502020204030204" pitchFamily="34" charset="0"/>
                          <a:cs typeface="Calibri" panose="020F0502020204030204" pitchFamily="34" charset="0"/>
                        </a:rPr>
                        <a:t>Regular Restore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txBody>
                  <a:tcPr marL="60960" marR="121920" marT="60960" marB="60960" anchor="ctr">
                    <a:lnL w="28575" cap="flat" cmpd="sng" algn="ctr">
                      <a:no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1A3D63"/>
                    </a:solidFill>
                  </a:tcPr>
                </a:tc>
                <a:tc rowSpan="2">
                  <a:txBody>
                    <a:bodyPr/>
                    <a:lstStyle/>
                    <a:p>
                      <a:r>
                        <a:rPr lang="en-US" sz="900">
                          <a:latin typeface="Calibri" panose="020F0502020204030204" pitchFamily="34" charset="0"/>
                          <a:cs typeface="Calibri" panose="020F0502020204030204" pitchFamily="34" charset="0"/>
                        </a:rPr>
                        <a:t>$0.00099</a:t>
                      </a:r>
                      <a:endParaRPr lang="en-US" sz="1100" dirty="0"/>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rowSpan="2">
                  <a:txBody>
                    <a:bodyPr/>
                    <a:lstStyle/>
                    <a:p>
                      <a:pPr algn="ctr"/>
                      <a:r>
                        <a:rPr lang="en-US" sz="900">
                          <a:latin typeface="Calibri" panose="020F0502020204030204" pitchFamily="34" charset="0"/>
                          <a:cs typeface="Calibri" panose="020F0502020204030204" pitchFamily="34" charset="0"/>
                        </a:rPr>
                        <a:t>$0.02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kern="1200">
                          <a:solidFill>
                            <a:schemeClr val="tx1"/>
                          </a:solidFill>
                          <a:latin typeface="+mj-lt"/>
                          <a:ea typeface="+mn-ea"/>
                          <a:cs typeface="Calibri" panose="020F0502020204030204" pitchFamily="34" charset="0"/>
                        </a:rPr>
                        <a:t>(&lt;12 hrs)</a:t>
                      </a: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a:t>
                      </a:r>
                      <a:endParaRPr kumimoji="0" lang="en-US" sz="900" u="none" strike="noStrike" kern="1200" cap="none" spc="0" normalizeH="0" baseline="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0" marR="0" marT="0" marB="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20000"/>
                        <a:lumOff val="80000"/>
                      </a:schemeClr>
                    </a:solidFill>
                  </a:tcPr>
                </a:tc>
                <a:tc vMerge="1">
                  <a:txBody>
                    <a:bodyPr/>
                    <a:lstStyle/>
                    <a:p>
                      <a:endParaRPr lang="en-US"/>
                    </a:p>
                  </a:txBody>
                  <a:tcPr/>
                </a:tc>
                <a:tc vMerge="1">
                  <a:txBody>
                    <a:bodyPr/>
                    <a:lstStyle/>
                    <a:p>
                      <a:endParaRPr lang="en-US" sz="1100" dirty="0"/>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A3D63"/>
                    </a:solidFill>
                  </a:tcPr>
                </a:tc>
                <a:tc vMerge="1">
                  <a:txBody>
                    <a:bodyPr/>
                    <a:lstStyle/>
                    <a:p>
                      <a:endParaRPr lang="en-US" sz="1100" dirty="0"/>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dirty="0"/>
                    </a:p>
                  </a:txBody>
                  <a:tcPr marT="64008" marB="64008"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noProof="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Calibri" panose="020F0502020204030204" pitchFamily="34" charset="0"/>
                        <a:ea typeface="+mn-ea"/>
                        <a:cs typeface="Calibri" panose="020F0502020204030204" pitchFamily="34" charset="0"/>
                      </a:endParaRPr>
                    </a:p>
                  </a:txBody>
                  <a:tcPr marL="60960" marR="121920" marT="60960" marB="60960" anchor="ctr">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81508476"/>
                  </a:ext>
                </a:extLst>
              </a:tr>
              <a:tr h="6280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latin typeface="Calibri" panose="020F0502020204030204" pitchFamily="34" charset="0"/>
                          <a:cs typeface="Calibri" panose="020F0502020204030204" pitchFamily="34" charset="0"/>
                        </a:rPr>
                        <a:t>Archive – </a:t>
                      </a:r>
                      <a:r>
                        <a:rPr lang="en-US" sz="800" i="1" dirty="0">
                          <a:solidFill>
                            <a:schemeClr val="bg1"/>
                          </a:solidFill>
                          <a:latin typeface="Calibri" panose="020F0502020204030204" pitchFamily="34" charset="0"/>
                          <a:cs typeface="Calibri" panose="020F0502020204030204" pitchFamily="34" charset="0"/>
                        </a:rPr>
                        <a:t>Regular Restore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i="1" dirty="0">
                          <a:solidFill>
                            <a:schemeClr val="bg1"/>
                          </a:solidFill>
                          <a:latin typeface="Calibri" panose="020F0502020204030204" pitchFamily="34" charset="0"/>
                          <a:cs typeface="Calibri" panose="020F0502020204030204" pitchFamily="34" charset="0"/>
                        </a:rPr>
                        <a:t>OFFLINE</a:t>
                      </a:r>
                    </a:p>
                  </a:txBody>
                  <a:tcPr marL="60960" marR="121920" marT="60960" marB="60960" anchor="ctr">
                    <a:lnL w="28575" cap="flat" cmpd="sng" algn="ctr">
                      <a:no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1A3D63"/>
                    </a:solidFill>
                  </a:tcPr>
                </a:tc>
                <a:tc vMerge="1">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latin typeface="Calibri" panose="020F0502020204030204" pitchFamily="34" charset="0"/>
                          <a:cs typeface="Calibri" panose="020F0502020204030204" pitchFamily="34" charset="0"/>
                        </a:rPr>
                        <a:t>$0.00099</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lvl1pPr marL="0" algn="l" defTabSz="457189" rtl="0" eaLnBrk="1" latinLnBrk="0" hangingPunct="1">
                        <a:defRPr sz="1800" kern="1200">
                          <a:solidFill>
                            <a:schemeClr val="dk1"/>
                          </a:solidFill>
                          <a:latin typeface="HelvNeue Bold for IBM"/>
                          <a:ea typeface="HelvNeue Bold for IBM"/>
                          <a:cs typeface="HelvNeue Bold for IBM"/>
                        </a:defRPr>
                      </a:lvl1pPr>
                      <a:lvl2pPr marL="457189" algn="l" defTabSz="457189" rtl="0" eaLnBrk="1" latinLnBrk="0" hangingPunct="1">
                        <a:defRPr sz="1800" kern="1200">
                          <a:solidFill>
                            <a:schemeClr val="dk1"/>
                          </a:solidFill>
                          <a:latin typeface="HelvNeue Bold for IBM"/>
                          <a:ea typeface="HelvNeue Bold for IBM"/>
                          <a:cs typeface="HelvNeue Bold for IBM"/>
                        </a:defRPr>
                      </a:lvl2pPr>
                      <a:lvl3pPr marL="914378" algn="l" defTabSz="457189" rtl="0" eaLnBrk="1" latinLnBrk="0" hangingPunct="1">
                        <a:defRPr sz="1800" kern="1200">
                          <a:solidFill>
                            <a:schemeClr val="dk1"/>
                          </a:solidFill>
                          <a:latin typeface="HelvNeue Bold for IBM"/>
                          <a:ea typeface="HelvNeue Bold for IBM"/>
                          <a:cs typeface="HelvNeue Bold for IBM"/>
                        </a:defRPr>
                      </a:lvl3pPr>
                      <a:lvl4pPr marL="1371566" algn="l" defTabSz="457189" rtl="0" eaLnBrk="1" latinLnBrk="0" hangingPunct="1">
                        <a:defRPr sz="1800" kern="1200">
                          <a:solidFill>
                            <a:schemeClr val="dk1"/>
                          </a:solidFill>
                          <a:latin typeface="HelvNeue Bold for IBM"/>
                          <a:ea typeface="HelvNeue Bold for IBM"/>
                          <a:cs typeface="HelvNeue Bold for IBM"/>
                        </a:defRPr>
                      </a:lvl4pPr>
                      <a:lvl5pPr marL="1828754" algn="l" defTabSz="457189" rtl="0" eaLnBrk="1" latinLnBrk="0" hangingPunct="1">
                        <a:defRPr sz="1800" kern="1200">
                          <a:solidFill>
                            <a:schemeClr val="dk1"/>
                          </a:solidFill>
                          <a:latin typeface="HelvNeue Bold for IBM"/>
                          <a:ea typeface="HelvNeue Bold for IBM"/>
                          <a:cs typeface="HelvNeue Bold for IBM"/>
                        </a:defRPr>
                      </a:lvl5pPr>
                      <a:lvl6pPr marL="2285943" algn="l" defTabSz="457189" rtl="0" eaLnBrk="1" latinLnBrk="0" hangingPunct="1">
                        <a:defRPr sz="1800" kern="1200">
                          <a:solidFill>
                            <a:schemeClr val="dk1"/>
                          </a:solidFill>
                          <a:latin typeface="HelvNeue Bold for IBM"/>
                          <a:ea typeface="HelvNeue Bold for IBM"/>
                          <a:cs typeface="HelvNeue Bold for IBM"/>
                        </a:defRPr>
                      </a:lvl6pPr>
                      <a:lvl7pPr marL="2743132" algn="l" defTabSz="457189" rtl="0" eaLnBrk="1" latinLnBrk="0" hangingPunct="1">
                        <a:defRPr sz="1800" kern="1200">
                          <a:solidFill>
                            <a:schemeClr val="dk1"/>
                          </a:solidFill>
                          <a:latin typeface="HelvNeue Bold for IBM"/>
                          <a:ea typeface="HelvNeue Bold for IBM"/>
                          <a:cs typeface="HelvNeue Bold for IBM"/>
                        </a:defRPr>
                      </a:lvl7pPr>
                      <a:lvl8pPr marL="3200320" algn="l" defTabSz="457189" rtl="0" eaLnBrk="1" latinLnBrk="0" hangingPunct="1">
                        <a:defRPr sz="1800" kern="1200">
                          <a:solidFill>
                            <a:schemeClr val="dk1"/>
                          </a:solidFill>
                          <a:latin typeface="HelvNeue Bold for IBM"/>
                          <a:ea typeface="HelvNeue Bold for IBM"/>
                          <a:cs typeface="HelvNeue Bold for IBM"/>
                        </a:defRPr>
                      </a:lvl8pPr>
                      <a:lvl9pPr marL="3657509" algn="l" defTabSz="457189" rtl="0" eaLnBrk="1" latinLnBrk="0" hangingPunct="1">
                        <a:defRPr sz="1800" kern="1200">
                          <a:solidFill>
                            <a:schemeClr val="dk1"/>
                          </a:solidFill>
                          <a:latin typeface="HelvNeue Bold for IBM"/>
                          <a:ea typeface="HelvNeue Bold for IBM"/>
                          <a:cs typeface="HelvNeue Bold for IBM"/>
                        </a:defRPr>
                      </a:lvl9pPr>
                    </a:lstStyle>
                    <a:p>
                      <a:pPr algn="ctr"/>
                      <a:r>
                        <a:rPr lang="en-US" sz="900" dirty="0">
                          <a:latin typeface="Calibri" panose="020F0502020204030204" pitchFamily="34" charset="0"/>
                          <a:cs typeface="Calibri" panose="020F0502020204030204" pitchFamily="34" charset="0"/>
                        </a:rPr>
                        <a:t>$0.02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i="1" kern="1200" dirty="0">
                          <a:solidFill>
                            <a:schemeClr val="tx1"/>
                          </a:solidFill>
                          <a:latin typeface="+mj-lt"/>
                          <a:ea typeface="+mn-ea"/>
                          <a:cs typeface="Calibri" panose="020F0502020204030204" pitchFamily="34" charset="0"/>
                        </a:rPr>
                        <a:t>(&lt;12 </a:t>
                      </a:r>
                      <a:r>
                        <a:rPr lang="en-US" sz="800" i="1" kern="1200" dirty="0" err="1">
                          <a:solidFill>
                            <a:schemeClr val="tx1"/>
                          </a:solidFill>
                          <a:latin typeface="+mj-lt"/>
                          <a:ea typeface="+mn-ea"/>
                          <a:cs typeface="Calibri" panose="020F0502020204030204" pitchFamily="34" charset="0"/>
                        </a:rPr>
                        <a:t>hrs</a:t>
                      </a:r>
                      <a:r>
                        <a:rPr lang="en-US" sz="800" i="1" kern="1200" dirty="0">
                          <a:solidFill>
                            <a:schemeClr val="tx1"/>
                          </a:solidFill>
                          <a:latin typeface="+mj-lt"/>
                          <a:ea typeface="+mn-ea"/>
                          <a:cs typeface="Calibri" panose="020F0502020204030204" pitchFamily="34" charset="0"/>
                        </a:rPr>
                        <a:t>)</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cs typeface="Calibri" panose="020F0502020204030204" pitchFamily="34" charset="0"/>
                        </a:rPr>
                        <a:t>-</a:t>
                      </a:r>
                      <a:endParaRPr kumimoji="0" lang="en-US" sz="900" b="0" i="0" u="none" strike="noStrike" kern="1200" cap="none" spc="0" normalizeH="0" baseline="0" noProof="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0" marR="0" marT="0" marB="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noProof="0" dirty="0">
                        <a:solidFill>
                          <a:schemeClr val="tx1">
                            <a:lumMod val="50000"/>
                            <a:lumOff val="50000"/>
                          </a:schemeClr>
                        </a:solidFill>
                        <a:effectLst/>
                        <a:latin typeface="Calibri" panose="020F0502020204030204" pitchFamily="34" charset="0"/>
                        <a:ea typeface="+mn-ea"/>
                        <a:cs typeface="Calibri" panose="020F0502020204030204" pitchFamily="34" charset="0"/>
                      </a:endParaRPr>
                    </a:p>
                  </a:txBody>
                  <a:tcPr marL="0" marR="0" marT="0" marB="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457189" rtl="0" eaLnBrk="1" latinLnBrk="0" hangingPunct="1"/>
                      <a:r>
                        <a:rPr lang="en-US" sz="900" kern="1200" dirty="0">
                          <a:solidFill>
                            <a:schemeClr val="bg1"/>
                          </a:solidFill>
                          <a:latin typeface="Calibri" panose="020F0502020204030204" pitchFamily="34" charset="0"/>
                          <a:cs typeface="Calibri" panose="020F0502020204030204" pitchFamily="34" charset="0"/>
                        </a:rPr>
                        <a:t>Glacier – </a:t>
                      </a:r>
                      <a:r>
                        <a:rPr lang="en-US" sz="800" kern="1200" dirty="0">
                          <a:solidFill>
                            <a:schemeClr val="bg1"/>
                          </a:solidFill>
                          <a:latin typeface="+mj-lt"/>
                          <a:cs typeface="Calibri" panose="020F0502020204030204" pitchFamily="34" charset="0"/>
                        </a:rPr>
                        <a:t>Deep Archive</a:t>
                      </a:r>
                    </a:p>
                    <a:p>
                      <a:pPr marL="0" algn="ctr" defTabSz="457189" rtl="0" eaLnBrk="1" latinLnBrk="0" hangingPunct="1"/>
                      <a:endParaRPr lang="en-US" sz="800" b="0" kern="1200" dirty="0">
                        <a:solidFill>
                          <a:schemeClr val="bg1"/>
                        </a:solidFill>
                        <a:latin typeface="+mj-lt"/>
                        <a:cs typeface="Calibri" panose="020F0502020204030204" pitchFamily="34" charset="0"/>
                      </a:endParaRPr>
                    </a:p>
                  </a:txBody>
                  <a:tcPr marL="60960" marR="121920" marT="60960" marB="60960" anchor="ctr">
                    <a:lnL w="2857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1A3D63"/>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$ 0.00099</a:t>
                      </a:r>
                      <a:endParaRPr lang="en-US" sz="900" dirty="0">
                        <a:solidFill>
                          <a:srgbClr val="0070C0"/>
                        </a:solidFill>
                        <a:latin typeface="Calibri" panose="020F0502020204030204" pitchFamily="34" charset="0"/>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kern="1200" dirty="0">
                          <a:latin typeface="Calibri" panose="020F0502020204030204" pitchFamily="34" charset="0"/>
                          <a:cs typeface="Calibri" panose="020F0502020204030204" pitchFamily="34" charset="0"/>
                        </a:rPr>
                        <a:t>$0.0025</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i="1" kern="1200" dirty="0">
                          <a:latin typeface="Calibri" panose="020F0502020204030204" pitchFamily="34" charset="0"/>
                          <a:cs typeface="Calibri" panose="020F0502020204030204" pitchFamily="34" charset="0"/>
                        </a:rPr>
                        <a:t>(5-12 </a:t>
                      </a:r>
                      <a:r>
                        <a:rPr lang="en-US" sz="900" i="1" kern="1200" dirty="0" err="1">
                          <a:latin typeface="Calibri" panose="020F0502020204030204" pitchFamily="34" charset="0"/>
                          <a:cs typeface="Calibri" panose="020F0502020204030204" pitchFamily="34" charset="0"/>
                        </a:rPr>
                        <a:t>hrs</a:t>
                      </a:r>
                      <a:r>
                        <a:rPr lang="en-US" sz="900" i="1" kern="1200" dirty="0">
                          <a:latin typeface="Calibri" panose="020F0502020204030204" pitchFamily="34" charset="0"/>
                          <a:cs typeface="Calibri" panose="020F0502020204030204" pitchFamily="34" charset="0"/>
                        </a:rPr>
                        <a:t>)</a:t>
                      </a:r>
                      <a:endParaRPr lang="en-US" sz="900" i="1" kern="1200" dirty="0">
                        <a:solidFill>
                          <a:srgbClr val="942092"/>
                        </a:solidFill>
                        <a:latin typeface="Calibri" panose="020F0502020204030204" pitchFamily="34" charset="0"/>
                        <a:ea typeface="+mn-ea"/>
                        <a:cs typeface="Calibri" panose="020F0502020204030204" pitchFamily="34" charset="0"/>
                      </a:endParaRPr>
                    </a:p>
                  </a:txBody>
                  <a:tcPr marT="64008" marB="64008"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dirty="0">
                        <a:ln>
                          <a:noFill/>
                        </a:ln>
                        <a:solidFill>
                          <a:schemeClr val="tx1">
                            <a:lumMod val="50000"/>
                            <a:lumOff val="50000"/>
                          </a:schemeClr>
                        </a:solidFill>
                        <a:effectLst/>
                        <a:uLnTx/>
                        <a:uFillTx/>
                        <a:latin typeface="Calibri" panose="020F0502020204030204" pitchFamily="34" charset="0"/>
                        <a:ea typeface="+mn-ea"/>
                        <a:cs typeface="Calibri" panose="020F0502020204030204" pitchFamily="34" charset="0"/>
                      </a:endParaRP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pPr marL="0" marR="0" lvl="0" indent="0" algn="ctr" defTabSz="457189"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kern="1200" dirty="0">
                        <a:solidFill>
                          <a:schemeClr val="tx1">
                            <a:lumMod val="50000"/>
                            <a:lumOff val="50000"/>
                          </a:schemeClr>
                        </a:solidFill>
                        <a:latin typeface="Calibri" panose="020F0502020204030204" pitchFamily="34" charset="0"/>
                        <a:ea typeface="+mn-ea"/>
                        <a:cs typeface="Calibri" panose="020F0502020204030204" pitchFamily="34" charset="0"/>
                      </a:endParaRPr>
                    </a:p>
                  </a:txBody>
                  <a:tcPr marL="60960" marR="121920" marT="60960" marB="6096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endParaRPr lang="en-US"/>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noProof="0" dirty="0">
                          <a:solidFill>
                            <a:schemeClr val="dk1"/>
                          </a:solidFill>
                          <a:latin typeface="Calibri" panose="020F0502020204030204" pitchFamily="34" charset="0"/>
                          <a:ea typeface="+mn-ea"/>
                          <a:cs typeface="Calibri" panose="020F0502020204030204" pitchFamily="34" charset="0"/>
                        </a:rPr>
                        <a:t>$0.00099</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(&lt;15 hrs) </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$0.1/$5</a:t>
                      </a:r>
                    </a:p>
                  </a:txBody>
                  <a:tcPr marL="60960" marR="121920" marT="60960" marB="60960" anchor="ct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Calibri" panose="020F0502020204030204" pitchFamily="34" charset="0"/>
                          <a:ea typeface="+mn-ea"/>
                          <a:cs typeface="Calibri" panose="020F0502020204030204" pitchFamily="34" charset="0"/>
                        </a:rPr>
                        <a:t>0.087 - Tiered</a:t>
                      </a:r>
                    </a:p>
                  </a:txBody>
                  <a:tcPr marL="60960" marR="121920" marT="60960" marB="60960" anchor="ctr">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vMerge="1">
                  <a:txBody>
                    <a:bodyPr/>
                    <a:lstStyle/>
                    <a:p>
                      <a:endParaRPr lang="en-US" dirty="0"/>
                    </a:p>
                  </a:txBody>
                  <a:tcPr marL="6096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19191"/>
                    </a:solidFill>
                  </a:tcPr>
                </a:tc>
                <a:tc vMerge="1">
                  <a:txBody>
                    <a:bodyPr/>
                    <a:lstStyle/>
                    <a:p>
                      <a:endParaRPr lang="en-US" dirty="0"/>
                    </a:p>
                  </a:txBody>
                  <a:tcPr marL="60960" marR="121920" marT="60960" marB="60960" anchor="ctr">
                    <a:lnL w="12700" cap="flat" cmpd="sng" algn="ctr">
                      <a:solidFill>
                        <a:schemeClr val="bg1"/>
                      </a:solidFill>
                      <a:prstDash val="solid"/>
                      <a:round/>
                      <a:headEnd type="none" w="med" len="med"/>
                      <a:tailEnd type="none" w="med" len="med"/>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19191"/>
                    </a:solidFill>
                  </a:tcPr>
                </a:tc>
                <a:tc vMerge="1">
                  <a:txBody>
                    <a:bodyPr/>
                    <a:lstStyle/>
                    <a:p>
                      <a:endParaRPr lang="en-US" dirty="0"/>
                    </a:p>
                  </a:txBody>
                  <a:tcPr marL="60960" marR="121920" marT="60960" marB="60960" anchor="ctr">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19191"/>
                    </a:solidFill>
                  </a:tcPr>
                </a:tc>
                <a:tc vMerge="1">
                  <a:txBody>
                    <a:bodyPr/>
                    <a:lstStyle/>
                    <a:p>
                      <a:endParaRPr lang="en-US" dirty="0"/>
                    </a:p>
                  </a:txBody>
                  <a:tcPr marL="60960" marR="121920" marT="60960" marB="60960" anchor="ctr">
                    <a:lnL w="12700" cmpd="sng">
                      <a:noFill/>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19191"/>
                    </a:solidFill>
                  </a:tcPr>
                </a:tc>
                <a:tc vMerge="1">
                  <a:txBody>
                    <a:bodyPr/>
                    <a:lstStyle/>
                    <a:p>
                      <a:endParaRPr lang="en-US" dirty="0"/>
                    </a:p>
                  </a:txBody>
                  <a:tcPr marL="60960" marR="121920" marT="60960" marB="60960" anchor="ctr">
                    <a:lnL w="12700" cmpd="sng">
                      <a:noFill/>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19191"/>
                    </a:solidFill>
                  </a:tcPr>
                </a:tc>
                <a:extLst>
                  <a:ext uri="{0D108BD9-81ED-4DB2-BD59-A6C34878D82A}">
                    <a16:rowId xmlns:a16="http://schemas.microsoft.com/office/drawing/2014/main" val="967294533"/>
                  </a:ext>
                </a:extLst>
              </a:tr>
            </a:tbl>
          </a:graphicData>
        </a:graphic>
      </p:graphicFrame>
      <p:sp>
        <p:nvSpPr>
          <p:cNvPr id="7" name="Rectangle 6">
            <a:extLst>
              <a:ext uri="{FF2B5EF4-FFF2-40B4-BE49-F238E27FC236}">
                <a16:creationId xmlns:a16="http://schemas.microsoft.com/office/drawing/2014/main" id="{F9637FAE-52D9-3A4E-8541-0EA375528E0E}"/>
              </a:ext>
            </a:extLst>
          </p:cNvPr>
          <p:cNvSpPr/>
          <p:nvPr/>
        </p:nvSpPr>
        <p:spPr>
          <a:xfrm>
            <a:off x="66453" y="6201410"/>
            <a:ext cx="5447379" cy="656590"/>
          </a:xfrm>
          <a:prstGeom prst="rect">
            <a:avLst/>
          </a:prstGeom>
        </p:spPr>
        <p:txBody>
          <a:bodyPr wrap="square">
            <a:spAutoFit/>
          </a:bodyPr>
          <a:lstStyle/>
          <a:p>
            <a:pPr defTabSz="914377">
              <a:defRPr/>
            </a:pPr>
            <a:r>
              <a:rPr lang="en-US" sz="1000" i="1" baseline="30000" dirty="0">
                <a:solidFill>
                  <a:prstClr val="black">
                    <a:lumMod val="50000"/>
                    <a:lumOff val="50000"/>
                  </a:prstClr>
                </a:solidFill>
                <a:latin typeface="Calibri" panose="020F0502020204030204" pitchFamily="34" charset="0"/>
              </a:rPr>
              <a:t>1</a:t>
            </a:r>
            <a:r>
              <a:rPr lang="en-US" sz="1000" i="1" dirty="0">
                <a:solidFill>
                  <a:prstClr val="black">
                    <a:lumMod val="50000"/>
                    <a:lumOff val="50000"/>
                  </a:prstClr>
                </a:solidFill>
                <a:latin typeface="Calibri" panose="020F0502020204030204" pitchFamily="34" charset="0"/>
              </a:rPr>
              <a:t> Pricing comparison based on US – </a:t>
            </a:r>
            <a:r>
              <a:rPr lang="en-US" sz="1000" i="1" dirty="0">
                <a:solidFill>
                  <a:prstClr val="black">
                    <a:lumMod val="50000"/>
                    <a:lumOff val="50000"/>
                  </a:prstClr>
                </a:solidFill>
                <a:latin typeface="Calibri" panose="020F0502020204030204"/>
              </a:rPr>
              <a:t>Regional </a:t>
            </a:r>
            <a:r>
              <a:rPr lang="en-US" sz="1000" i="1" dirty="0">
                <a:solidFill>
                  <a:prstClr val="black">
                    <a:lumMod val="50000"/>
                    <a:lumOff val="50000"/>
                  </a:prstClr>
                </a:solidFill>
                <a:latin typeface="Calibri" panose="020F0502020204030204" pitchFamily="34" charset="0"/>
              </a:rPr>
              <a:t>offering</a:t>
            </a:r>
          </a:p>
          <a:p>
            <a:pPr defTabSz="914377">
              <a:defRPr/>
            </a:pPr>
            <a:r>
              <a:rPr lang="en-US" sz="1000" i="1" baseline="30000" dirty="0">
                <a:solidFill>
                  <a:prstClr val="black">
                    <a:lumMod val="50000"/>
                    <a:lumOff val="50000"/>
                  </a:prstClr>
                </a:solidFill>
                <a:latin typeface="Calibri" panose="020F0502020204030204" pitchFamily="34" charset="0"/>
              </a:rPr>
              <a:t>2 </a:t>
            </a:r>
            <a:r>
              <a:rPr lang="en-US" sz="1000" i="1" dirty="0">
                <a:solidFill>
                  <a:prstClr val="black">
                    <a:lumMod val="50000"/>
                    <a:lumOff val="50000"/>
                  </a:prstClr>
                </a:solidFill>
                <a:latin typeface="Calibri" panose="020F0502020204030204" pitchFamily="34" charset="0"/>
              </a:rPr>
              <a:t>Monitoring and Automation, all storage/month = $0.0025 per 1,000 objects</a:t>
            </a:r>
          </a:p>
          <a:p>
            <a:pPr defTabSz="914377">
              <a:defRPr/>
            </a:pPr>
            <a:r>
              <a:rPr lang="en-US" sz="1000" i="1" baseline="30000" dirty="0">
                <a:solidFill>
                  <a:prstClr val="black">
                    <a:lumMod val="50000"/>
                    <a:lumOff val="50000"/>
                  </a:prstClr>
                </a:solidFill>
                <a:latin typeface="Calibri" panose="020F0502020204030204" pitchFamily="34" charset="0"/>
              </a:rPr>
              <a:t>3  </a:t>
            </a:r>
            <a:r>
              <a:rPr lang="en-US" sz="1000" i="1" dirty="0">
                <a:solidFill>
                  <a:prstClr val="black">
                    <a:lumMod val="50000"/>
                    <a:lumOff val="50000"/>
                  </a:prstClr>
                </a:solidFill>
                <a:latin typeface="Calibri" panose="020F0502020204030204" pitchFamily="34" charset="0"/>
              </a:rPr>
              <a:t>Additional </a:t>
            </a:r>
            <a:r>
              <a:rPr lang="en-US" sz="1000" dirty="0">
                <a:solidFill>
                  <a:prstClr val="black">
                    <a:lumMod val="50000"/>
                    <a:lumOff val="50000"/>
                  </a:prstClr>
                </a:solidFill>
                <a:latin typeface="Calibri" panose="020F0502020204030204" pitchFamily="34" charset="0"/>
              </a:rPr>
              <a:t>On-Demand charge: $0.01 per request</a:t>
            </a:r>
          </a:p>
          <a:p>
            <a:pPr defTabSz="914377">
              <a:defRPr/>
            </a:pPr>
            <a:endParaRPr lang="en-US" sz="1000" i="1" baseline="30000" dirty="0">
              <a:solidFill>
                <a:prstClr val="black">
                  <a:lumMod val="50000"/>
                  <a:lumOff val="50000"/>
                </a:prstClr>
              </a:solidFill>
              <a:latin typeface="Calibri" panose="020F0502020204030204" pitchFamily="34" charset="0"/>
            </a:endParaRPr>
          </a:p>
        </p:txBody>
      </p:sp>
      <p:grpSp>
        <p:nvGrpSpPr>
          <p:cNvPr id="8" name="Group 7">
            <a:extLst>
              <a:ext uri="{FF2B5EF4-FFF2-40B4-BE49-F238E27FC236}">
                <a16:creationId xmlns:a16="http://schemas.microsoft.com/office/drawing/2014/main" id="{30B7BDD7-6E69-A24E-9665-CE78D47C7DE2}"/>
              </a:ext>
            </a:extLst>
          </p:cNvPr>
          <p:cNvGrpSpPr/>
          <p:nvPr/>
        </p:nvGrpSpPr>
        <p:grpSpPr>
          <a:xfrm>
            <a:off x="371110" y="464623"/>
            <a:ext cx="11449780" cy="578967"/>
            <a:chOff x="516848" y="1009906"/>
            <a:chExt cx="11449780" cy="578967"/>
          </a:xfrm>
        </p:grpSpPr>
        <p:pic>
          <p:nvPicPr>
            <p:cNvPr id="9" name="Picture 8">
              <a:extLst>
                <a:ext uri="{FF2B5EF4-FFF2-40B4-BE49-F238E27FC236}">
                  <a16:creationId xmlns:a16="http://schemas.microsoft.com/office/drawing/2014/main" id="{B0C12788-A458-7F47-82E8-35076B881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848" y="1070042"/>
              <a:ext cx="2192867" cy="497515"/>
            </a:xfrm>
            <a:prstGeom prst="rect">
              <a:avLst/>
            </a:prstGeom>
          </p:spPr>
        </p:pic>
        <p:pic>
          <p:nvPicPr>
            <p:cNvPr id="10" name="Picture 9" descr="A picture containing clipart&#13;&#10;&#13;&#10;Description automatically generated">
              <a:extLst>
                <a:ext uri="{FF2B5EF4-FFF2-40B4-BE49-F238E27FC236}">
                  <a16:creationId xmlns:a16="http://schemas.microsoft.com/office/drawing/2014/main" id="{EB664040-E787-8948-9C5F-A67E1F7D4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4613" y="1009906"/>
              <a:ext cx="2111022" cy="578967"/>
            </a:xfrm>
            <a:prstGeom prst="rect">
              <a:avLst/>
            </a:prstGeom>
          </p:spPr>
        </p:pic>
        <p:pic>
          <p:nvPicPr>
            <p:cNvPr id="11" name="Picture 10" descr="A close up of a logo&#13;&#10;&#13;&#10;Description automatically generated">
              <a:extLst>
                <a:ext uri="{FF2B5EF4-FFF2-40B4-BE49-F238E27FC236}">
                  <a16:creationId xmlns:a16="http://schemas.microsoft.com/office/drawing/2014/main" id="{AE6E7880-7C89-E140-8FBF-D5C9C44C2E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6584" y="1024022"/>
              <a:ext cx="2576994" cy="543535"/>
            </a:xfrm>
            <a:prstGeom prst="rect">
              <a:avLst/>
            </a:prstGeom>
          </p:spPr>
        </p:pic>
        <p:pic>
          <p:nvPicPr>
            <p:cNvPr id="12" name="Picture 11">
              <a:extLst>
                <a:ext uri="{FF2B5EF4-FFF2-40B4-BE49-F238E27FC236}">
                  <a16:creationId xmlns:a16="http://schemas.microsoft.com/office/drawing/2014/main" id="{B6B72926-E0CD-A24D-8502-5AE0097647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5513" y="1100429"/>
              <a:ext cx="2461115" cy="375057"/>
            </a:xfrm>
            <a:prstGeom prst="rect">
              <a:avLst/>
            </a:prstGeom>
          </p:spPr>
        </p:pic>
      </p:grpSp>
      <p:sp>
        <p:nvSpPr>
          <p:cNvPr id="14" name="TextBox 13">
            <a:extLst>
              <a:ext uri="{FF2B5EF4-FFF2-40B4-BE49-F238E27FC236}">
                <a16:creationId xmlns:a16="http://schemas.microsoft.com/office/drawing/2014/main" id="{3316810A-BD44-8440-A978-75566CE482BD}"/>
              </a:ext>
            </a:extLst>
          </p:cNvPr>
          <p:cNvSpPr txBox="1"/>
          <p:nvPr/>
        </p:nvSpPr>
        <p:spPr>
          <a:xfrm>
            <a:off x="7004304" y="154819"/>
            <a:ext cx="242374" cy="230832"/>
          </a:xfrm>
          <a:prstGeom prst="rect">
            <a:avLst/>
          </a:prstGeom>
          <a:noFill/>
        </p:spPr>
        <p:txBody>
          <a:bodyPr wrap="none" rtlCol="0">
            <a:spAutoFit/>
          </a:bodyPr>
          <a:lstStyle/>
          <a:p>
            <a:pPr defTabSz="914377" eaLnBrk="0" fontAlgn="base" hangingPunct="0">
              <a:spcBef>
                <a:spcPct val="0"/>
              </a:spcBef>
              <a:spcAft>
                <a:spcPct val="0"/>
              </a:spcAft>
              <a:defRPr/>
            </a:pPr>
            <a:r>
              <a:rPr lang="en-US" sz="900" dirty="0">
                <a:solidFill>
                  <a:prstClr val="black">
                    <a:lumMod val="50000"/>
                    <a:lumOff val="50000"/>
                  </a:prstClr>
                </a:solidFill>
                <a:latin typeface="Calibri" panose="020F0502020204030204" pitchFamily="34" charset="0"/>
              </a:rPr>
              <a:t>1</a:t>
            </a:r>
          </a:p>
        </p:txBody>
      </p:sp>
    </p:spTree>
    <p:extLst>
      <p:ext uri="{BB962C8B-B14F-4D97-AF65-F5344CB8AC3E}">
        <p14:creationId xmlns:p14="http://schemas.microsoft.com/office/powerpoint/2010/main" val="915024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2026B-0FFC-1C49-BC31-D14BC941E49E}"/>
              </a:ext>
            </a:extLst>
          </p:cNvPr>
          <p:cNvSpPr>
            <a:spLocks noGrp="1"/>
          </p:cNvSpPr>
          <p:nvPr>
            <p:ph type="title"/>
          </p:nvPr>
        </p:nvSpPr>
        <p:spPr>
          <a:xfrm>
            <a:off x="331120" y="164811"/>
            <a:ext cx="11529761" cy="523220"/>
          </a:xfrm>
        </p:spPr>
        <p:txBody>
          <a:bodyPr/>
          <a:lstStyle/>
          <a:p>
            <a:r>
              <a:rPr lang="en-US" sz="3200" dirty="0">
                <a:solidFill>
                  <a:schemeClr val="accent3">
                    <a:lumMod val="60000"/>
                    <a:lumOff val="40000"/>
                  </a:schemeClr>
                </a:solidFill>
              </a:rPr>
              <a:t>Public Cloud Archive Pricing Comparison – </a:t>
            </a:r>
            <a:br>
              <a:rPr lang="en-US" sz="3200" dirty="0">
                <a:solidFill>
                  <a:schemeClr val="accent3">
                    <a:lumMod val="60000"/>
                    <a:lumOff val="40000"/>
                  </a:schemeClr>
                </a:solidFill>
              </a:rPr>
            </a:br>
            <a:r>
              <a:rPr lang="en-US" sz="2667" dirty="0">
                <a:solidFill>
                  <a:schemeClr val="accent3">
                    <a:lumMod val="60000"/>
                    <a:lumOff val="40000"/>
                  </a:schemeClr>
                </a:solidFill>
              </a:rPr>
              <a:t>Industry’s lowest cost public cloud storage options</a:t>
            </a:r>
          </a:p>
        </p:txBody>
      </p:sp>
      <p:graphicFrame>
        <p:nvGraphicFramePr>
          <p:cNvPr id="6" name="Table 5">
            <a:extLst>
              <a:ext uri="{FF2B5EF4-FFF2-40B4-BE49-F238E27FC236}">
                <a16:creationId xmlns:a16="http://schemas.microsoft.com/office/drawing/2014/main" id="{B8C57A2C-A458-644B-A5C9-12F9BC603709}"/>
              </a:ext>
            </a:extLst>
          </p:cNvPr>
          <p:cNvGraphicFramePr>
            <a:graphicFrameLocks noGrp="1"/>
          </p:cNvGraphicFramePr>
          <p:nvPr/>
        </p:nvGraphicFramePr>
        <p:xfrm>
          <a:off x="331121" y="1195629"/>
          <a:ext cx="11681208" cy="5404988"/>
        </p:xfrm>
        <a:graphic>
          <a:graphicData uri="http://schemas.openxmlformats.org/drawingml/2006/table">
            <a:tbl>
              <a:tblPr firstRow="1" bandRow="1">
                <a:tableStyleId>{5C22544A-7EE6-4342-B048-85BDC9FD1C3A}</a:tableStyleId>
              </a:tblPr>
              <a:tblGrid>
                <a:gridCol w="2176359">
                  <a:extLst>
                    <a:ext uri="{9D8B030D-6E8A-4147-A177-3AD203B41FA5}">
                      <a16:colId xmlns:a16="http://schemas.microsoft.com/office/drawing/2014/main" val="4038861641"/>
                    </a:ext>
                  </a:extLst>
                </a:gridCol>
                <a:gridCol w="2164717">
                  <a:extLst>
                    <a:ext uri="{9D8B030D-6E8A-4147-A177-3AD203B41FA5}">
                      <a16:colId xmlns:a16="http://schemas.microsoft.com/office/drawing/2014/main" val="1834088331"/>
                    </a:ext>
                  </a:extLst>
                </a:gridCol>
                <a:gridCol w="2785860">
                  <a:extLst>
                    <a:ext uri="{9D8B030D-6E8A-4147-A177-3AD203B41FA5}">
                      <a16:colId xmlns:a16="http://schemas.microsoft.com/office/drawing/2014/main" val="1438263185"/>
                    </a:ext>
                  </a:extLst>
                </a:gridCol>
                <a:gridCol w="2277136">
                  <a:extLst>
                    <a:ext uri="{9D8B030D-6E8A-4147-A177-3AD203B41FA5}">
                      <a16:colId xmlns:a16="http://schemas.microsoft.com/office/drawing/2014/main" val="4184854745"/>
                    </a:ext>
                  </a:extLst>
                </a:gridCol>
                <a:gridCol w="2277136">
                  <a:extLst>
                    <a:ext uri="{9D8B030D-6E8A-4147-A177-3AD203B41FA5}">
                      <a16:colId xmlns:a16="http://schemas.microsoft.com/office/drawing/2014/main" val="1403066806"/>
                    </a:ext>
                  </a:extLst>
                </a:gridCol>
              </a:tblGrid>
              <a:tr h="582743">
                <a:tc>
                  <a:txBody>
                    <a:bodyPr/>
                    <a:lstStyle/>
                    <a:p>
                      <a:endParaRPr lang="en-US" sz="1600" dirty="0"/>
                    </a:p>
                  </a:txBody>
                  <a:tcPr marL="121920" marR="121920" marT="60960" marB="60960"/>
                </a:tc>
                <a:tc>
                  <a:txBody>
                    <a:bodyPr/>
                    <a:lstStyle/>
                    <a:p>
                      <a:pPr algn="ctr"/>
                      <a:r>
                        <a:rPr lang="en-US" sz="1600" dirty="0"/>
                        <a:t>AWS</a:t>
                      </a:r>
                    </a:p>
                  </a:txBody>
                  <a:tcPr marL="121920" marR="121920" marT="60960" marB="60960" anchor="ctr"/>
                </a:tc>
                <a:tc>
                  <a:txBody>
                    <a:bodyPr/>
                    <a:lstStyle/>
                    <a:p>
                      <a:pPr algn="ctr"/>
                      <a:r>
                        <a:rPr lang="en-US" sz="1600" dirty="0"/>
                        <a:t>Azure</a:t>
                      </a:r>
                    </a:p>
                  </a:txBody>
                  <a:tcPr marL="121920" marR="121920" marT="60960" marB="60960" anchor="ctr"/>
                </a:tc>
                <a:tc>
                  <a:txBody>
                    <a:bodyPr/>
                    <a:lstStyle/>
                    <a:p>
                      <a:pPr algn="ctr"/>
                      <a:r>
                        <a:rPr lang="en-US" sz="1600" dirty="0"/>
                        <a:t>IBM Cloud</a:t>
                      </a:r>
                    </a:p>
                  </a:txBody>
                  <a:tcPr marL="121920" marR="121920" marT="60960" marB="60960" anchor="ctr"/>
                </a:tc>
                <a:tc>
                  <a:txBody>
                    <a:bodyPr/>
                    <a:lstStyle/>
                    <a:p>
                      <a:pPr algn="ctr"/>
                      <a:r>
                        <a:rPr lang="en-US" sz="1600" dirty="0"/>
                        <a:t>Google</a:t>
                      </a:r>
                    </a:p>
                  </a:txBody>
                  <a:tcPr marL="121920" marR="121920" marT="60960" marB="60960" anchor="ctr"/>
                </a:tc>
                <a:extLst>
                  <a:ext uri="{0D108BD9-81ED-4DB2-BD59-A6C34878D82A}">
                    <a16:rowId xmlns:a16="http://schemas.microsoft.com/office/drawing/2014/main" val="3242458373"/>
                  </a:ext>
                </a:extLst>
              </a:tr>
              <a:tr h="576284">
                <a:tc>
                  <a:txBody>
                    <a:bodyPr/>
                    <a:lstStyle/>
                    <a:p>
                      <a:r>
                        <a:rPr lang="en-US" sz="1300" dirty="0"/>
                        <a:t>Offering</a:t>
                      </a:r>
                    </a:p>
                  </a:txBody>
                  <a:tcPr marL="121920" marR="121920" marT="60960" marB="60960" anchor="ctr"/>
                </a:tc>
                <a:tc>
                  <a:txBody>
                    <a:bodyPr/>
                    <a:lstStyle/>
                    <a:p>
                      <a:r>
                        <a:rPr lang="en-US" sz="1300" b="1" dirty="0"/>
                        <a:t>Glacier Deep Archive</a:t>
                      </a:r>
                    </a:p>
                  </a:txBody>
                  <a:tcPr marL="121920" marR="121920" marT="60960" marB="60960" anchor="ctr"/>
                </a:tc>
                <a:tc>
                  <a:txBody>
                    <a:bodyPr/>
                    <a:lstStyle/>
                    <a:p>
                      <a:r>
                        <a:rPr lang="en-US" sz="1300" b="1" dirty="0"/>
                        <a:t>Storage Blobs Archive</a:t>
                      </a:r>
                    </a:p>
                  </a:txBody>
                  <a:tcPr marL="121920" marR="121920" marT="60960" marB="60960" anchor="ctr"/>
                </a:tc>
                <a:tc>
                  <a:txBody>
                    <a:bodyPr/>
                    <a:lstStyle/>
                    <a:p>
                      <a:r>
                        <a:rPr lang="en-US" sz="1300" b="1" dirty="0"/>
                        <a:t>COS Archive</a:t>
                      </a:r>
                    </a:p>
                  </a:txBody>
                  <a:tcPr marL="121920" marR="121920" marT="60960" marB="60960" anchor="ctr"/>
                </a:tc>
                <a:tc>
                  <a:txBody>
                    <a:bodyPr/>
                    <a:lstStyle/>
                    <a:p>
                      <a:r>
                        <a:rPr lang="en-US" sz="1300" b="1" dirty="0"/>
                        <a:t>Archive</a:t>
                      </a:r>
                    </a:p>
                  </a:txBody>
                  <a:tcPr marL="121920" marR="121920" marT="60960" marB="60960" anchor="ctr"/>
                </a:tc>
                <a:extLst>
                  <a:ext uri="{0D108BD9-81ED-4DB2-BD59-A6C34878D82A}">
                    <a16:rowId xmlns:a16="http://schemas.microsoft.com/office/drawing/2014/main" val="3387524844"/>
                  </a:ext>
                </a:extLst>
              </a:tr>
              <a:tr h="731520">
                <a:tc>
                  <a:txBody>
                    <a:bodyPr/>
                    <a:lstStyle/>
                    <a:p>
                      <a:r>
                        <a:rPr lang="en-US" sz="1300" dirty="0"/>
                        <a:t>Storage per GB</a:t>
                      </a:r>
                    </a:p>
                  </a:txBody>
                  <a:tcPr marL="121920" marR="121920" marT="60960" marB="60960" anchor="ctr"/>
                </a:tc>
                <a:tc>
                  <a:txBody>
                    <a:bodyPr/>
                    <a:lstStyle/>
                    <a:p>
                      <a:r>
                        <a:rPr lang="en-US" sz="1300" dirty="0">
                          <a:highlight>
                            <a:srgbClr val="FFFF00"/>
                          </a:highlight>
                        </a:rPr>
                        <a:t>$0.00099</a:t>
                      </a:r>
                    </a:p>
                  </a:txBody>
                  <a:tcPr marL="121920" marR="121920" marT="60960" marB="60960" anchor="ctr"/>
                </a:tc>
                <a:tc>
                  <a:txBody>
                    <a:bodyPr/>
                    <a:lstStyle/>
                    <a:p>
                      <a:r>
                        <a:rPr lang="en-US" sz="1300" dirty="0"/>
                        <a:t>$0.001 (LRS single DC)</a:t>
                      </a:r>
                    </a:p>
                    <a:p>
                      <a:r>
                        <a:rPr lang="en-US" sz="1300" dirty="0"/>
                        <a:t>$0.003 (multi region 2 DC)</a:t>
                      </a:r>
                      <a:br>
                        <a:rPr lang="en-US" sz="1300" dirty="0"/>
                      </a:br>
                      <a:r>
                        <a:rPr lang="en-US" sz="1300" dirty="0"/>
                        <a:t>    +$0.02/GB data transfer</a:t>
                      </a:r>
                    </a:p>
                  </a:txBody>
                  <a:tcPr marL="121920" marR="121920" marT="60960" marB="60960" anchor="ctr"/>
                </a:tc>
                <a:tc>
                  <a:txBody>
                    <a:bodyPr/>
                    <a:lstStyle/>
                    <a:p>
                      <a:r>
                        <a:rPr lang="en-US" sz="1300" dirty="0">
                          <a:highlight>
                            <a:srgbClr val="FFFF00"/>
                          </a:highlight>
                        </a:rPr>
                        <a:t>$0.00099 MZR</a:t>
                      </a:r>
                      <a:br>
                        <a:rPr lang="en-US" sz="1300" dirty="0">
                          <a:solidFill>
                            <a:srgbClr val="00B050"/>
                          </a:solidFill>
                        </a:rPr>
                      </a:br>
                      <a:r>
                        <a:rPr lang="en-US" sz="1300" dirty="0">
                          <a:solidFill>
                            <a:schemeClr val="tx1"/>
                          </a:solidFill>
                        </a:rPr>
                        <a:t>Cross region TBD</a:t>
                      </a:r>
                      <a:endParaRPr lang="en-US" sz="1300" dirty="0">
                        <a:solidFill>
                          <a:schemeClr val="tx1"/>
                        </a:solidFill>
                        <a:highlight>
                          <a:srgbClr val="FFFF00"/>
                        </a:highlight>
                      </a:endParaRPr>
                    </a:p>
                  </a:txBody>
                  <a:tcPr marL="121920" marR="121920" marT="60960" marB="60960" anchor="ctr"/>
                </a:tc>
                <a:tc>
                  <a:txBody>
                    <a:bodyPr/>
                    <a:lstStyle/>
                    <a:p>
                      <a:r>
                        <a:rPr lang="en-US" sz="1300" dirty="0">
                          <a:solidFill>
                            <a:schemeClr val="tx1"/>
                          </a:solidFill>
                        </a:rPr>
                        <a:t>$0.0012+ MZR</a:t>
                      </a:r>
                    </a:p>
                    <a:p>
                      <a:r>
                        <a:rPr lang="en-US" sz="1300" dirty="0">
                          <a:solidFill>
                            <a:schemeClr val="tx1"/>
                          </a:solidFill>
                        </a:rPr>
                        <a:t>$0.004+ Multi Region</a:t>
                      </a:r>
                    </a:p>
                    <a:p>
                      <a:r>
                        <a:rPr lang="en-US" sz="1300" dirty="0">
                          <a:solidFill>
                            <a:schemeClr val="tx1"/>
                          </a:solidFill>
                        </a:rPr>
                        <a:t>+ $0.01+/GB data xfer</a:t>
                      </a:r>
                    </a:p>
                  </a:txBody>
                  <a:tcPr marL="121920" marR="121920" marT="60960" marB="60960" anchor="ctr"/>
                </a:tc>
                <a:extLst>
                  <a:ext uri="{0D108BD9-81ED-4DB2-BD59-A6C34878D82A}">
                    <a16:rowId xmlns:a16="http://schemas.microsoft.com/office/drawing/2014/main" val="2001416410"/>
                  </a:ext>
                </a:extLst>
              </a:tr>
              <a:tr h="654517">
                <a:tc>
                  <a:txBody>
                    <a:bodyPr/>
                    <a:lstStyle/>
                    <a:p>
                      <a:r>
                        <a:rPr lang="en-US" sz="1300" dirty="0"/>
                        <a:t>Requests (per 1k)</a:t>
                      </a:r>
                    </a:p>
                  </a:txBody>
                  <a:tcPr marL="121920" marR="121920" marT="60960" marB="60960" anchor="ctr"/>
                </a:tc>
                <a:tc>
                  <a:txBody>
                    <a:bodyPr/>
                    <a:lstStyle/>
                    <a:p>
                      <a:r>
                        <a:rPr lang="en-US" sz="1300" dirty="0"/>
                        <a:t>PUTs, </a:t>
                      </a:r>
                      <a:r>
                        <a:rPr lang="en-US" sz="1300" dirty="0" err="1"/>
                        <a:t>etc</a:t>
                      </a:r>
                      <a:r>
                        <a:rPr lang="en-US" sz="1300" dirty="0"/>
                        <a:t> $0.05</a:t>
                      </a:r>
                    </a:p>
                    <a:p>
                      <a:r>
                        <a:rPr lang="en-US" sz="1300" dirty="0"/>
                        <a:t>GETs, </a:t>
                      </a:r>
                      <a:r>
                        <a:rPr lang="en-US" sz="1300" dirty="0" err="1"/>
                        <a:t>etc</a:t>
                      </a:r>
                      <a:r>
                        <a:rPr lang="en-US" sz="1300" dirty="0"/>
                        <a:t> $0.0004</a:t>
                      </a:r>
                    </a:p>
                  </a:txBody>
                  <a:tcPr marL="121920" marR="121920" marT="60960" marB="60960" anchor="ctr"/>
                </a:tc>
                <a:tc>
                  <a:txBody>
                    <a:bodyPr/>
                    <a:lstStyle/>
                    <a:p>
                      <a:r>
                        <a:rPr lang="en-US" sz="1300" dirty="0"/>
                        <a:t>Writes $1 ($10 per 10k)</a:t>
                      </a:r>
                    </a:p>
                  </a:txBody>
                  <a:tcPr marL="121920" marR="121920" marT="60960" marB="60960" anchor="ctr"/>
                </a:tc>
                <a:tc>
                  <a:txBody>
                    <a:bodyPr/>
                    <a:lstStyle/>
                    <a:p>
                      <a:r>
                        <a:rPr lang="en-US" sz="1300" dirty="0">
                          <a:highlight>
                            <a:srgbClr val="FFFF00"/>
                          </a:highlight>
                        </a:rPr>
                        <a:t>None   </a:t>
                      </a:r>
                    </a:p>
                  </a:txBody>
                  <a:tcPr marL="121920" marR="121920" marT="60960" marB="60960" anchor="ctr"/>
                </a:tc>
                <a:tc>
                  <a:txBody>
                    <a:bodyPr/>
                    <a:lstStyle/>
                    <a:p>
                      <a:r>
                        <a:rPr lang="en-US" sz="1300" dirty="0"/>
                        <a:t>PUTs, </a:t>
                      </a:r>
                      <a:r>
                        <a:rPr lang="en-US" sz="1300" dirty="0" err="1"/>
                        <a:t>etc</a:t>
                      </a:r>
                      <a:r>
                        <a:rPr lang="en-US" sz="1300" dirty="0"/>
                        <a:t> $0.05</a:t>
                      </a:r>
                    </a:p>
                    <a:p>
                      <a:r>
                        <a:rPr lang="en-US" sz="1300" dirty="0"/>
                        <a:t>GETs, </a:t>
                      </a:r>
                      <a:r>
                        <a:rPr lang="en-US" sz="1300" dirty="0" err="1"/>
                        <a:t>etc</a:t>
                      </a:r>
                      <a:r>
                        <a:rPr lang="en-US" sz="1300" dirty="0"/>
                        <a:t> $0.05</a:t>
                      </a:r>
                    </a:p>
                  </a:txBody>
                  <a:tcPr marL="121920" marR="121920" marT="60960" marB="60960" anchor="ctr"/>
                </a:tc>
                <a:extLst>
                  <a:ext uri="{0D108BD9-81ED-4DB2-BD59-A6C34878D82A}">
                    <a16:rowId xmlns:a16="http://schemas.microsoft.com/office/drawing/2014/main" val="2278092917"/>
                  </a:ext>
                </a:extLst>
              </a:tr>
              <a:tr h="667247">
                <a:tc>
                  <a:txBody>
                    <a:bodyPr/>
                    <a:lstStyle/>
                    <a:p>
                      <a:r>
                        <a:rPr lang="en-US" sz="1300" dirty="0"/>
                        <a:t>Data Retrieval Requests</a:t>
                      </a:r>
                    </a:p>
                  </a:txBody>
                  <a:tcPr marL="121920" marR="121920" marT="60960" marB="60960" anchor="ctr"/>
                </a:tc>
                <a:tc>
                  <a:txBody>
                    <a:bodyPr/>
                    <a:lstStyle/>
                    <a:p>
                      <a:r>
                        <a:rPr lang="en-US" sz="1300" dirty="0"/>
                        <a:t>Standard = $0.10 per 1k</a:t>
                      </a:r>
                    </a:p>
                    <a:p>
                      <a:r>
                        <a:rPr lang="en-US" sz="1300" dirty="0"/>
                        <a:t>Bulk = $0.025 per 1k</a:t>
                      </a:r>
                    </a:p>
                  </a:txBody>
                  <a:tcPr marL="121920" marR="121920" marT="60960" marB="60960" anchor="ctr"/>
                </a:tc>
                <a:tc>
                  <a:txBody>
                    <a:bodyPr/>
                    <a:lstStyle/>
                    <a:p>
                      <a:r>
                        <a:rPr lang="en-US" sz="1300" dirty="0"/>
                        <a:t>$5 per 10k</a:t>
                      </a:r>
                    </a:p>
                    <a:p>
                      <a:r>
                        <a:rPr lang="en-US" sz="1300" dirty="0"/>
                        <a:t>$25 per 10k High Priority</a:t>
                      </a:r>
                    </a:p>
                  </a:txBody>
                  <a:tcPr marL="121920" marR="121920" marT="60960" marB="60960" anchor="ctr"/>
                </a:tc>
                <a:tc>
                  <a:txBody>
                    <a:bodyPr/>
                    <a:lstStyle/>
                    <a:p>
                      <a:r>
                        <a:rPr lang="en-US" sz="1300" dirty="0">
                          <a:highlight>
                            <a:srgbClr val="FFFF00"/>
                          </a:highlight>
                        </a:rPr>
                        <a:t>None</a:t>
                      </a:r>
                    </a:p>
                  </a:txBody>
                  <a:tcPr marL="121920" marR="121920" marT="60960" marB="60960" anchor="ctr"/>
                </a:tc>
                <a:tc>
                  <a:txBody>
                    <a:bodyPr/>
                    <a:lstStyle/>
                    <a:p>
                      <a:r>
                        <a:rPr lang="en-US" sz="1300" dirty="0">
                          <a:solidFill>
                            <a:schemeClr val="tx1"/>
                          </a:solidFill>
                        </a:rPr>
                        <a:t>$0.50 per 10k</a:t>
                      </a:r>
                    </a:p>
                  </a:txBody>
                  <a:tcPr marL="121920" marR="121920" marT="60960" marB="60960" anchor="ctr"/>
                </a:tc>
                <a:extLst>
                  <a:ext uri="{0D108BD9-81ED-4DB2-BD59-A6C34878D82A}">
                    <a16:rowId xmlns:a16="http://schemas.microsoft.com/office/drawing/2014/main" val="316570655"/>
                  </a:ext>
                </a:extLst>
              </a:tr>
              <a:tr h="700877">
                <a:tc>
                  <a:txBody>
                    <a:bodyPr/>
                    <a:lstStyle/>
                    <a:p>
                      <a:r>
                        <a:rPr lang="en-US" sz="1300" dirty="0"/>
                        <a:t>Lifecycle Transition Requests (per 1k)</a:t>
                      </a:r>
                    </a:p>
                  </a:txBody>
                  <a:tcPr marL="121920" marR="121920" marT="60960" marB="60960" anchor="ctr"/>
                </a:tc>
                <a:tc>
                  <a:txBody>
                    <a:bodyPr/>
                    <a:lstStyle/>
                    <a:p>
                      <a:r>
                        <a:rPr lang="en-US" sz="1300" dirty="0"/>
                        <a:t>$0.05</a:t>
                      </a:r>
                    </a:p>
                  </a:txBody>
                  <a:tcPr marL="121920" marR="121920" marT="60960" marB="60960" anchor="ctr"/>
                </a:tc>
                <a:tc>
                  <a:txBody>
                    <a:bodyPr/>
                    <a:lstStyle/>
                    <a:p>
                      <a:r>
                        <a:rPr lang="en-US" sz="1300" dirty="0">
                          <a:highlight>
                            <a:srgbClr val="FFFF00"/>
                          </a:highlight>
                        </a:rPr>
                        <a:t>None</a:t>
                      </a:r>
                    </a:p>
                  </a:txBody>
                  <a:tcPr marL="121920" marR="121920" marT="60960" marB="60960" anchor="ctr"/>
                </a:tc>
                <a:tc>
                  <a:txBody>
                    <a:bodyPr/>
                    <a:lstStyle/>
                    <a:p>
                      <a:r>
                        <a:rPr lang="en-US" sz="1300" dirty="0">
                          <a:highlight>
                            <a:srgbClr val="FFFF00"/>
                          </a:highlight>
                        </a:rPr>
                        <a:t>None</a:t>
                      </a:r>
                    </a:p>
                  </a:txBody>
                  <a:tcPr marL="121920" marR="121920" marT="60960" marB="6096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dirty="0"/>
                        <a:t>$0.05 ($0.50 per 10k)</a:t>
                      </a:r>
                    </a:p>
                  </a:txBody>
                  <a:tcPr marL="121920" marR="121920" marT="60960" marB="60960" anchor="ctr"/>
                </a:tc>
                <a:extLst>
                  <a:ext uri="{0D108BD9-81ED-4DB2-BD59-A6C34878D82A}">
                    <a16:rowId xmlns:a16="http://schemas.microsoft.com/office/drawing/2014/main" val="3885744570"/>
                  </a:ext>
                </a:extLst>
              </a:tr>
              <a:tr h="731520">
                <a:tc>
                  <a:txBody>
                    <a:bodyPr/>
                    <a:lstStyle/>
                    <a:p>
                      <a:r>
                        <a:rPr lang="en-US" sz="1300" dirty="0"/>
                        <a:t>Restores</a:t>
                      </a:r>
                    </a:p>
                  </a:txBody>
                  <a:tcPr marL="121920" marR="121920" marT="60960" marB="60960" anchor="ctr"/>
                </a:tc>
                <a:tc>
                  <a:txBody>
                    <a:bodyPr/>
                    <a:lstStyle/>
                    <a:p>
                      <a:r>
                        <a:rPr lang="en-US" sz="1300" dirty="0"/>
                        <a:t>$0.02/GB &lt; 12 hours</a:t>
                      </a:r>
                    </a:p>
                  </a:txBody>
                  <a:tcPr marL="121920" marR="121920" marT="60960" marB="60960" anchor="ctr"/>
                </a:tc>
                <a:tc>
                  <a:txBody>
                    <a:bodyPr/>
                    <a:lstStyle/>
                    <a:p>
                      <a:r>
                        <a:rPr lang="en-US" sz="1300" dirty="0"/>
                        <a:t>$0.02/GB &lt; 15 </a:t>
                      </a:r>
                      <a:r>
                        <a:rPr lang="en-US" sz="1300" dirty="0" err="1"/>
                        <a:t>hrs</a:t>
                      </a:r>
                      <a:endParaRPr lang="en-US" sz="1300" dirty="0"/>
                    </a:p>
                    <a:p>
                      <a:r>
                        <a:rPr lang="en-US" sz="1300" dirty="0">
                          <a:highlight>
                            <a:srgbClr val="FFFF00"/>
                          </a:highlight>
                        </a:rPr>
                        <a:t>$0.05/GB &lt; ~1 </a:t>
                      </a:r>
                      <a:r>
                        <a:rPr lang="en-US" sz="1300" dirty="0" err="1">
                          <a:highlight>
                            <a:srgbClr val="FFFF00"/>
                          </a:highlight>
                        </a:rPr>
                        <a:t>hrs</a:t>
                      </a:r>
                      <a:endParaRPr lang="en-US" sz="1300" dirty="0">
                        <a:highlight>
                          <a:srgbClr val="FFFF00"/>
                        </a:highlight>
                      </a:endParaRPr>
                    </a:p>
                    <a:p>
                      <a:endParaRPr lang="en-US" sz="1300" dirty="0"/>
                    </a:p>
                  </a:txBody>
                  <a:tcPr marL="121920" marR="121920" marT="60960" marB="60960" anchor="ctr"/>
                </a:tc>
                <a:tc>
                  <a:txBody>
                    <a:bodyPr/>
                    <a:lstStyle/>
                    <a:p>
                      <a:r>
                        <a:rPr lang="en-US" sz="1300" dirty="0"/>
                        <a:t>$0.02/GB &lt; 12 </a:t>
                      </a:r>
                      <a:r>
                        <a:rPr lang="en-US" sz="1300" dirty="0" err="1"/>
                        <a:t>hrs</a:t>
                      </a:r>
                      <a:endParaRPr lang="en-US" sz="1300" dirty="0"/>
                    </a:p>
                    <a:p>
                      <a:r>
                        <a:rPr lang="en-US" sz="1300" dirty="0">
                          <a:highlight>
                            <a:srgbClr val="FFFF00"/>
                          </a:highlight>
                        </a:rPr>
                        <a:t>$0.04/GB &lt; 2 </a:t>
                      </a:r>
                      <a:r>
                        <a:rPr lang="en-US" sz="1300" dirty="0" err="1">
                          <a:highlight>
                            <a:srgbClr val="FFFF00"/>
                          </a:highlight>
                        </a:rPr>
                        <a:t>hrs</a:t>
                      </a:r>
                      <a:endParaRPr lang="en-US" sz="1300" dirty="0">
                        <a:highlight>
                          <a:srgbClr val="FFFF00"/>
                        </a:highlight>
                      </a:endParaRPr>
                    </a:p>
                  </a:txBody>
                  <a:tcPr marL="121920" marR="121920" marT="60960" marB="60960" anchor="ctr"/>
                </a:tc>
                <a:tc>
                  <a:txBody>
                    <a:bodyPr/>
                    <a:lstStyle/>
                    <a:p>
                      <a:r>
                        <a:rPr lang="en-US" sz="1300" dirty="0">
                          <a:solidFill>
                            <a:schemeClr val="tx1"/>
                          </a:solidFill>
                        </a:rPr>
                        <a:t>$0.05/GB in </a:t>
                      </a:r>
                      <a:r>
                        <a:rPr lang="en-US" sz="1300" dirty="0">
                          <a:solidFill>
                            <a:schemeClr val="tx1"/>
                          </a:solidFill>
                          <a:highlight>
                            <a:srgbClr val="FFFF00"/>
                          </a:highlight>
                        </a:rPr>
                        <a:t>milliseconds</a:t>
                      </a:r>
                    </a:p>
                  </a:txBody>
                  <a:tcPr marL="121920" marR="121920" marT="60960" marB="60960" anchor="ctr"/>
                </a:tc>
                <a:extLst>
                  <a:ext uri="{0D108BD9-81ED-4DB2-BD59-A6C34878D82A}">
                    <a16:rowId xmlns:a16="http://schemas.microsoft.com/office/drawing/2014/main" val="2625604093"/>
                  </a:ext>
                </a:extLst>
              </a:tr>
              <a:tr h="380140">
                <a:tc>
                  <a:txBody>
                    <a:bodyPr/>
                    <a:lstStyle/>
                    <a:p>
                      <a:r>
                        <a:rPr lang="en-US" sz="1300" dirty="0"/>
                        <a:t>Availability SLA</a:t>
                      </a:r>
                    </a:p>
                  </a:txBody>
                  <a:tcPr marL="121920" marR="121920" marT="60960" marB="60960" anchor="ctr"/>
                </a:tc>
                <a:tc>
                  <a:txBody>
                    <a:bodyPr/>
                    <a:lstStyle/>
                    <a:p>
                      <a:r>
                        <a:rPr lang="en-US" sz="1300" dirty="0"/>
                        <a:t>99.9%</a:t>
                      </a:r>
                    </a:p>
                  </a:txBody>
                  <a:tcPr marL="121920" marR="121920" marT="60960" marB="60960" anchor="ctr"/>
                </a:tc>
                <a:tc>
                  <a:txBody>
                    <a:bodyPr/>
                    <a:lstStyle/>
                    <a:p>
                      <a:r>
                        <a:rPr lang="en-US" sz="1300" dirty="0"/>
                        <a:t>99.9%</a:t>
                      </a:r>
                    </a:p>
                  </a:txBody>
                  <a:tcPr marL="121920" marR="121920" marT="60960" marB="60960" anchor="ctr"/>
                </a:tc>
                <a:tc>
                  <a:txBody>
                    <a:bodyPr/>
                    <a:lstStyle/>
                    <a:p>
                      <a:r>
                        <a:rPr lang="en-US" sz="1300" dirty="0">
                          <a:highlight>
                            <a:srgbClr val="FFFF00"/>
                          </a:highlight>
                        </a:rPr>
                        <a:t>99.95%</a:t>
                      </a:r>
                    </a:p>
                  </a:txBody>
                  <a:tcPr marL="121920" marR="121920" marT="60960" marB="60960" anchor="ctr"/>
                </a:tc>
                <a:tc>
                  <a:txBody>
                    <a:bodyPr/>
                    <a:lstStyle/>
                    <a:p>
                      <a:r>
                        <a:rPr lang="en-US" sz="1300" dirty="0"/>
                        <a:t>None</a:t>
                      </a:r>
                    </a:p>
                  </a:txBody>
                  <a:tcPr marL="121920" marR="121920" marT="60960" marB="60960" anchor="ctr"/>
                </a:tc>
                <a:extLst>
                  <a:ext uri="{0D108BD9-81ED-4DB2-BD59-A6C34878D82A}">
                    <a16:rowId xmlns:a16="http://schemas.microsoft.com/office/drawing/2014/main" val="3172112346"/>
                  </a:ext>
                </a:extLst>
              </a:tr>
              <a:tr h="380140">
                <a:tc>
                  <a:txBody>
                    <a:bodyPr/>
                    <a:lstStyle/>
                    <a:p>
                      <a:r>
                        <a:rPr lang="en-US" sz="1300" dirty="0"/>
                        <a:t>Minimum Duration</a:t>
                      </a:r>
                    </a:p>
                  </a:txBody>
                  <a:tcPr marL="121920" marR="121920" marT="60960" marB="60960" anchor="ctr"/>
                </a:tc>
                <a:tc>
                  <a:txBody>
                    <a:bodyPr/>
                    <a:lstStyle/>
                    <a:p>
                      <a:r>
                        <a:rPr lang="en-US" sz="1300" dirty="0"/>
                        <a:t>180 days</a:t>
                      </a:r>
                    </a:p>
                  </a:txBody>
                  <a:tcPr marL="121920" marR="121920" marT="60960" marB="60960" anchor="ctr"/>
                </a:tc>
                <a:tc>
                  <a:txBody>
                    <a:bodyPr/>
                    <a:lstStyle/>
                    <a:p>
                      <a:r>
                        <a:rPr lang="en-US" sz="1300" dirty="0"/>
                        <a:t>180 days</a:t>
                      </a:r>
                    </a:p>
                  </a:txBody>
                  <a:tcPr marL="121920" marR="121920" marT="60960" marB="60960" anchor="ctr"/>
                </a:tc>
                <a:tc>
                  <a:txBody>
                    <a:bodyPr/>
                    <a:lstStyle/>
                    <a:p>
                      <a:r>
                        <a:rPr lang="en-US" sz="1300" dirty="0">
                          <a:highlight>
                            <a:srgbClr val="FFFF00"/>
                          </a:highlight>
                        </a:rPr>
                        <a:t>90 days</a:t>
                      </a:r>
                    </a:p>
                  </a:txBody>
                  <a:tcPr marL="121920" marR="121920" marT="60960" marB="60960" anchor="ctr"/>
                </a:tc>
                <a:tc>
                  <a:txBody>
                    <a:bodyPr/>
                    <a:lstStyle/>
                    <a:p>
                      <a:r>
                        <a:rPr lang="en-US" sz="1300" dirty="0"/>
                        <a:t>365 days</a:t>
                      </a:r>
                    </a:p>
                  </a:txBody>
                  <a:tcPr marL="121920" marR="121920" marT="60960" marB="60960" anchor="ctr"/>
                </a:tc>
                <a:extLst>
                  <a:ext uri="{0D108BD9-81ED-4DB2-BD59-A6C34878D82A}">
                    <a16:rowId xmlns:a16="http://schemas.microsoft.com/office/drawing/2014/main" val="3443261063"/>
                  </a:ext>
                </a:extLst>
              </a:tr>
            </a:tbl>
          </a:graphicData>
        </a:graphic>
      </p:graphicFrame>
      <p:sp>
        <p:nvSpPr>
          <p:cNvPr id="9" name="TextBox 8">
            <a:extLst>
              <a:ext uri="{FF2B5EF4-FFF2-40B4-BE49-F238E27FC236}">
                <a16:creationId xmlns:a16="http://schemas.microsoft.com/office/drawing/2014/main" id="{DD286655-8CC5-6B41-889D-800286F8A393}"/>
              </a:ext>
            </a:extLst>
          </p:cNvPr>
          <p:cNvSpPr txBox="1"/>
          <p:nvPr/>
        </p:nvSpPr>
        <p:spPr>
          <a:xfrm>
            <a:off x="9233834" y="2404775"/>
            <a:ext cx="39784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0" name="TextBox 9">
            <a:extLst>
              <a:ext uri="{FF2B5EF4-FFF2-40B4-BE49-F238E27FC236}">
                <a16:creationId xmlns:a16="http://schemas.microsoft.com/office/drawing/2014/main" id="{3986A62C-47E5-C444-90BE-FFABDD87E071}"/>
              </a:ext>
            </a:extLst>
          </p:cNvPr>
          <p:cNvSpPr txBox="1"/>
          <p:nvPr/>
        </p:nvSpPr>
        <p:spPr>
          <a:xfrm>
            <a:off x="9169669" y="3829973"/>
            <a:ext cx="39784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1" name="TextBox 10">
            <a:extLst>
              <a:ext uri="{FF2B5EF4-FFF2-40B4-BE49-F238E27FC236}">
                <a16:creationId xmlns:a16="http://schemas.microsoft.com/office/drawing/2014/main" id="{1CA4A1A2-47FA-A944-977A-55BF882E9B1B}"/>
              </a:ext>
            </a:extLst>
          </p:cNvPr>
          <p:cNvSpPr txBox="1"/>
          <p:nvPr/>
        </p:nvSpPr>
        <p:spPr>
          <a:xfrm>
            <a:off x="9169665" y="4527862"/>
            <a:ext cx="39784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3" name="TextBox 12">
            <a:extLst>
              <a:ext uri="{FF2B5EF4-FFF2-40B4-BE49-F238E27FC236}">
                <a16:creationId xmlns:a16="http://schemas.microsoft.com/office/drawing/2014/main" id="{553FA8E7-93AB-3644-84DA-BA46E6595BB0}"/>
              </a:ext>
            </a:extLst>
          </p:cNvPr>
          <p:cNvSpPr txBox="1"/>
          <p:nvPr/>
        </p:nvSpPr>
        <p:spPr>
          <a:xfrm>
            <a:off x="8784653" y="3104541"/>
            <a:ext cx="116786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4" name="TextBox 13">
            <a:extLst>
              <a:ext uri="{FF2B5EF4-FFF2-40B4-BE49-F238E27FC236}">
                <a16:creationId xmlns:a16="http://schemas.microsoft.com/office/drawing/2014/main" id="{AA8DA2FB-C82C-F747-84DA-78907523E001}"/>
              </a:ext>
            </a:extLst>
          </p:cNvPr>
          <p:cNvSpPr txBox="1"/>
          <p:nvPr/>
        </p:nvSpPr>
        <p:spPr>
          <a:xfrm>
            <a:off x="8842406" y="5759765"/>
            <a:ext cx="39784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7" name="TextBox 16">
            <a:extLst>
              <a:ext uri="{FF2B5EF4-FFF2-40B4-BE49-F238E27FC236}">
                <a16:creationId xmlns:a16="http://schemas.microsoft.com/office/drawing/2014/main" id="{8D2C48AA-D63C-4E45-BE16-519C0963B51A}"/>
              </a:ext>
            </a:extLst>
          </p:cNvPr>
          <p:cNvSpPr txBox="1"/>
          <p:nvPr/>
        </p:nvSpPr>
        <p:spPr>
          <a:xfrm>
            <a:off x="8829573" y="6097713"/>
            <a:ext cx="39784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8" name="TextBox 17">
            <a:extLst>
              <a:ext uri="{FF2B5EF4-FFF2-40B4-BE49-F238E27FC236}">
                <a16:creationId xmlns:a16="http://schemas.microsoft.com/office/drawing/2014/main" id="{B5EBCE6D-41E5-A24A-9E11-7BF543B6FE0B}"/>
              </a:ext>
            </a:extLst>
          </p:cNvPr>
          <p:cNvSpPr txBox="1"/>
          <p:nvPr/>
        </p:nvSpPr>
        <p:spPr>
          <a:xfrm>
            <a:off x="9965349" y="272529"/>
            <a:ext cx="397844" cy="584775"/>
          </a:xfrm>
          <a:prstGeom prst="rect">
            <a:avLst/>
          </a:prstGeom>
          <a:noFill/>
        </p:spPr>
        <p:txBody>
          <a:bodyPr wrap="square" rtlCol="0">
            <a:spAutoFit/>
          </a:bodyPr>
          <a:lstStyle/>
          <a:p>
            <a:pPr algn="ctr" defTabSz="914377"/>
            <a:r>
              <a:rPr lang="en-US" sz="3200" b="1" dirty="0">
                <a:solidFill>
                  <a:srgbClr val="00B050"/>
                </a:solidFill>
                <a:latin typeface="Arial"/>
              </a:rPr>
              <a:t>✓</a:t>
            </a:r>
          </a:p>
        </p:txBody>
      </p:sp>
      <p:sp>
        <p:nvSpPr>
          <p:cNvPr id="19" name="TextBox 18">
            <a:extLst>
              <a:ext uri="{FF2B5EF4-FFF2-40B4-BE49-F238E27FC236}">
                <a16:creationId xmlns:a16="http://schemas.microsoft.com/office/drawing/2014/main" id="{EF35E02F-70EB-0042-AC1E-1F577C2FDA49}"/>
              </a:ext>
            </a:extLst>
          </p:cNvPr>
          <p:cNvSpPr txBox="1"/>
          <p:nvPr/>
        </p:nvSpPr>
        <p:spPr>
          <a:xfrm>
            <a:off x="10363192" y="309013"/>
            <a:ext cx="1238459" cy="646331"/>
          </a:xfrm>
          <a:prstGeom prst="rect">
            <a:avLst/>
          </a:prstGeom>
          <a:noFill/>
        </p:spPr>
        <p:txBody>
          <a:bodyPr wrap="square" rtlCol="0">
            <a:spAutoFit/>
          </a:bodyPr>
          <a:lstStyle/>
          <a:p>
            <a:pPr defTabSz="914377"/>
            <a:r>
              <a:rPr lang="en-US" dirty="0">
                <a:solidFill>
                  <a:srgbClr val="000000"/>
                </a:solidFill>
                <a:latin typeface="Arial"/>
              </a:rPr>
              <a:t>= On Par or Better</a:t>
            </a:r>
          </a:p>
        </p:txBody>
      </p:sp>
    </p:spTree>
    <p:extLst>
      <p:ext uri="{BB962C8B-B14F-4D97-AF65-F5344CB8AC3E}">
        <p14:creationId xmlns:p14="http://schemas.microsoft.com/office/powerpoint/2010/main" val="4177218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90577" y="790818"/>
            <a:ext cx="10588623" cy="478144"/>
          </a:xfrm>
        </p:spPr>
        <p:txBody>
          <a:bodyPr/>
          <a:lstStyle/>
          <a:p>
            <a:r>
              <a:rPr lang="en-US" sz="3200" dirty="0"/>
              <a:t>IBM COS Cloud Competitive Mapping </a:t>
            </a:r>
            <a:r>
              <a:rPr lang="mr-IN" sz="3200" dirty="0"/>
              <a:t>–</a:t>
            </a:r>
            <a:r>
              <a:rPr lang="en-US" sz="3200" dirty="0"/>
              <a:t> Resiliency</a:t>
            </a:r>
          </a:p>
        </p:txBody>
      </p:sp>
      <p:graphicFrame>
        <p:nvGraphicFramePr>
          <p:cNvPr id="5" name="Content Placeholder 4"/>
          <p:cNvGraphicFramePr>
            <a:graphicFrameLocks noGrp="1"/>
          </p:cNvGraphicFramePr>
          <p:nvPr>
            <p:ph sz="quarter" idx="10"/>
          </p:nvPr>
        </p:nvGraphicFramePr>
        <p:xfrm>
          <a:off x="791633" y="1388535"/>
          <a:ext cx="10587568" cy="4614109"/>
        </p:xfrm>
        <a:graphic>
          <a:graphicData uri="http://schemas.openxmlformats.org/drawingml/2006/table">
            <a:tbl>
              <a:tblPr firstRow="1" bandRow="1">
                <a:tableStyleId>{5C22544A-7EE6-4342-B048-85BDC9FD1C3A}</a:tableStyleId>
              </a:tblPr>
              <a:tblGrid>
                <a:gridCol w="1811056">
                  <a:extLst>
                    <a:ext uri="{9D8B030D-6E8A-4147-A177-3AD203B41FA5}">
                      <a16:colId xmlns:a16="http://schemas.microsoft.com/office/drawing/2014/main" val="20000"/>
                    </a:ext>
                  </a:extLst>
                </a:gridCol>
                <a:gridCol w="2194128">
                  <a:extLst>
                    <a:ext uri="{9D8B030D-6E8A-4147-A177-3AD203B41FA5}">
                      <a16:colId xmlns:a16="http://schemas.microsoft.com/office/drawing/2014/main" val="20001"/>
                    </a:ext>
                  </a:extLst>
                </a:gridCol>
                <a:gridCol w="2194128">
                  <a:extLst>
                    <a:ext uri="{9D8B030D-6E8A-4147-A177-3AD203B41FA5}">
                      <a16:colId xmlns:a16="http://schemas.microsoft.com/office/drawing/2014/main" val="20002"/>
                    </a:ext>
                  </a:extLst>
                </a:gridCol>
                <a:gridCol w="2194128">
                  <a:extLst>
                    <a:ext uri="{9D8B030D-6E8A-4147-A177-3AD203B41FA5}">
                      <a16:colId xmlns:a16="http://schemas.microsoft.com/office/drawing/2014/main" val="20003"/>
                    </a:ext>
                  </a:extLst>
                </a:gridCol>
                <a:gridCol w="2194128">
                  <a:extLst>
                    <a:ext uri="{9D8B030D-6E8A-4147-A177-3AD203B41FA5}">
                      <a16:colId xmlns:a16="http://schemas.microsoft.com/office/drawing/2014/main" val="20004"/>
                    </a:ext>
                  </a:extLst>
                </a:gridCol>
              </a:tblGrid>
              <a:tr h="379975">
                <a:tc>
                  <a:txBody>
                    <a:bodyPr/>
                    <a:lstStyle/>
                    <a:p>
                      <a:pPr algn="ctr" fontAlgn="ctr"/>
                      <a:endParaRPr lang="en-US" sz="1500" b="0" i="0" u="none" strike="noStrike" dirty="0">
                        <a:solidFill>
                          <a:srgbClr val="000000"/>
                        </a:solidFill>
                        <a:effectLst/>
                        <a:latin typeface="+mn-lt"/>
                      </a:endParaRPr>
                    </a:p>
                  </a:txBody>
                  <a:tcPr marL="8467" marR="8467" marT="12192" marB="12192" anchor="ctr">
                    <a:lnL w="12700" cmpd="sng">
                      <a:noFill/>
                    </a:lnL>
                    <a:lnR w="12700" cap="flat" cmpd="sng" algn="ctr">
                      <a:solidFill>
                        <a:schemeClr val="bg2">
                          <a:lumMod val="40000"/>
                          <a:lumOff val="60000"/>
                        </a:schemeClr>
                      </a:solidFill>
                      <a:prstDash val="solid"/>
                      <a:round/>
                      <a:headEnd type="none" w="med" len="med"/>
                      <a:tailEnd type="none" w="med" len="med"/>
                    </a:lnR>
                    <a:lnT w="12700" cmpd="sng">
                      <a:noFill/>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500" b="1" i="0" u="none" strike="noStrike" dirty="0">
                          <a:solidFill>
                            <a:schemeClr val="tx2">
                              <a:lumMod val="20000"/>
                              <a:lumOff val="80000"/>
                            </a:schemeClr>
                          </a:solidFill>
                          <a:effectLst/>
                          <a:latin typeface="+mn-lt"/>
                        </a:rPr>
                        <a:t>IBM</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mpd="sng">
                      <a:noFill/>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fontAlgn="ctr"/>
                      <a:r>
                        <a:rPr lang="en-US" sz="1500" b="1" i="0" u="none" strike="noStrike" dirty="0">
                          <a:solidFill>
                            <a:schemeClr val="tx2">
                              <a:lumMod val="20000"/>
                              <a:lumOff val="80000"/>
                            </a:schemeClr>
                          </a:solidFill>
                          <a:effectLst/>
                          <a:latin typeface="+mn-lt"/>
                        </a:rPr>
                        <a:t>AWS</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mpd="sng">
                      <a:noFill/>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pPr algn="ctr" fontAlgn="ctr"/>
                      <a:r>
                        <a:rPr lang="en-US" sz="1500" b="1" i="0" u="none" strike="noStrike" dirty="0">
                          <a:solidFill>
                            <a:schemeClr val="tx2">
                              <a:lumMod val="20000"/>
                              <a:lumOff val="80000"/>
                            </a:schemeClr>
                          </a:solidFill>
                          <a:effectLst/>
                          <a:latin typeface="+mn-lt"/>
                        </a:rPr>
                        <a:t>Azure</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mpd="sng">
                      <a:noFill/>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pPr algn="ctr" fontAlgn="ctr"/>
                      <a:r>
                        <a:rPr lang="en-US" sz="1500" b="1" i="0" u="none" strike="noStrike" dirty="0">
                          <a:solidFill>
                            <a:schemeClr val="tx2">
                              <a:lumMod val="20000"/>
                              <a:lumOff val="80000"/>
                            </a:schemeClr>
                          </a:solidFill>
                          <a:effectLst/>
                          <a:latin typeface="+mn-lt"/>
                        </a:rPr>
                        <a:t>Google</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mpd="sng">
                      <a:noFill/>
                    </a:lnR>
                    <a:lnT w="12700" cmpd="sng">
                      <a:noFill/>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0000"/>
                  </a:ext>
                </a:extLst>
              </a:tr>
              <a:tr h="837184">
                <a:tc rowSpan="4">
                  <a:txBody>
                    <a:bodyPr/>
                    <a:lstStyle/>
                    <a:p>
                      <a:pPr algn="ctr" fontAlgn="ctr"/>
                      <a:r>
                        <a:rPr lang="en-US" sz="1500" b="1" i="0" u="none" strike="noStrike" dirty="0">
                          <a:solidFill>
                            <a:srgbClr val="000000"/>
                          </a:solidFill>
                          <a:effectLst/>
                          <a:latin typeface="+mn-lt"/>
                        </a:rPr>
                        <a:t>Resiliency</a:t>
                      </a:r>
                      <a:endParaRPr lang="en-US" sz="1500" b="0" i="0" u="none" strike="noStrike" dirty="0">
                        <a:solidFill>
                          <a:srgbClr val="000000"/>
                        </a:solidFill>
                        <a:effectLst/>
                        <a:latin typeface="+mn-lt"/>
                      </a:endParaRPr>
                    </a:p>
                  </a:txBody>
                  <a:tcPr marL="8467" marR="8467" marT="12192" marB="12192" anchor="ctr">
                    <a:lnL w="12700" cmpd="sng">
                      <a:noFill/>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100" b="1" i="0" u="none" strike="noStrike" dirty="0">
                          <a:solidFill>
                            <a:srgbClr val="000000"/>
                          </a:solidFill>
                          <a:effectLst/>
                          <a:latin typeface="+mn-lt"/>
                        </a:rPr>
                        <a:t>Single Data Center</a:t>
                      </a:r>
                      <a:r>
                        <a:rPr lang="en-US" sz="1100" b="0" i="0" u="none" strike="noStrike" dirty="0">
                          <a:solidFill>
                            <a:srgbClr val="000000"/>
                          </a:solidFill>
                          <a:effectLst/>
                          <a:latin typeface="+mn-lt"/>
                        </a:rPr>
                        <a:t> – Specific regions globally where IBM does not have an availability zone deployed. </a:t>
                      </a:r>
                      <a:r>
                        <a:rPr lang="en-US" sz="1100" b="0" i="0" u="none" strike="noStrike" dirty="0">
                          <a:solidFill>
                            <a:srgbClr val="C00000"/>
                          </a:solidFill>
                          <a:effectLst/>
                          <a:latin typeface="+mn-lt"/>
                        </a:rPr>
                        <a:t>Otherwise position </a:t>
                      </a:r>
                      <a:r>
                        <a:rPr lang="en-US" sz="1100" b="1" i="0" u="none" strike="noStrike" dirty="0">
                          <a:solidFill>
                            <a:srgbClr val="C00000"/>
                          </a:solidFill>
                          <a:effectLst/>
                          <a:latin typeface="+mn-lt"/>
                        </a:rPr>
                        <a:t>Regional </a:t>
                      </a:r>
                      <a:r>
                        <a:rPr lang="en-US" sz="1100" b="0" i="0" u="none" strike="noStrike" dirty="0">
                          <a:solidFill>
                            <a:srgbClr val="C00000"/>
                          </a:solidFill>
                          <a:effectLst/>
                          <a:latin typeface="+mn-lt"/>
                        </a:rPr>
                        <a:t>resiliency.</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algn="ctr" fontAlgn="ctr"/>
                      <a:r>
                        <a:rPr lang="en-US" sz="1100" b="1" i="0" u="none" strike="noStrike" dirty="0">
                          <a:solidFill>
                            <a:srgbClr val="C00000"/>
                          </a:solidFill>
                          <a:effectLst/>
                          <a:latin typeface="+mn-lt"/>
                        </a:rPr>
                        <a:t>N/A</a:t>
                      </a:r>
                      <a:br>
                        <a:rPr lang="en-US" sz="1100" b="1" i="0" u="none" strike="noStrike" dirty="0">
                          <a:solidFill>
                            <a:srgbClr val="C00000"/>
                          </a:solidFill>
                          <a:effectLst/>
                          <a:latin typeface="+mn-lt"/>
                        </a:rPr>
                      </a:br>
                      <a:r>
                        <a:rPr lang="en-US" sz="1100" b="0" i="0" u="none" strike="noStrike" dirty="0">
                          <a:solidFill>
                            <a:srgbClr val="C00000"/>
                          </a:solidFill>
                          <a:effectLst/>
                          <a:latin typeface="+mn-lt"/>
                        </a:rPr>
                        <a:t>Expect</a:t>
                      </a:r>
                      <a:r>
                        <a:rPr lang="en-US" sz="1100" b="0" i="0" u="none" strike="noStrike" baseline="0" dirty="0">
                          <a:solidFill>
                            <a:srgbClr val="C00000"/>
                          </a:solidFill>
                          <a:effectLst/>
                          <a:latin typeface="+mn-lt"/>
                        </a:rPr>
                        <a:t> Region positioning</a:t>
                      </a:r>
                      <a:endParaRPr lang="mr-IN" sz="1100" b="1" i="0" u="none" strike="noStrike" dirty="0">
                        <a:solidFill>
                          <a:srgbClr val="C00000"/>
                        </a:solidFill>
                        <a:effectLst/>
                        <a:latin typeface="+mn-lt"/>
                      </a:endParaRP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algn="ctr" fontAlgn="ctr"/>
                      <a:r>
                        <a:rPr lang="en-US" sz="1100" b="1" i="0" u="none" strike="noStrike" dirty="0">
                          <a:solidFill>
                            <a:srgbClr val="000000"/>
                          </a:solidFill>
                          <a:effectLst/>
                          <a:latin typeface="+mn-lt"/>
                        </a:rPr>
                        <a:t>Locally Redundant Storage (LRS) </a:t>
                      </a:r>
                      <a:r>
                        <a:rPr lang="en-US" sz="1100" b="0" i="0" u="none" strike="noStrike" dirty="0">
                          <a:solidFill>
                            <a:srgbClr val="000000"/>
                          </a:solidFill>
                          <a:effectLst/>
                          <a:latin typeface="+mn-lt"/>
                        </a:rPr>
                        <a:t>– 3 synchronous copies of data within a single datacenter.</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algn="ctr" fontAlgn="ctr"/>
                      <a:r>
                        <a:rPr lang="en-US" sz="1100" b="1" i="0" u="none" strike="noStrike" dirty="0">
                          <a:solidFill>
                            <a:srgbClr val="C00000"/>
                          </a:solidFill>
                          <a:effectLst/>
                          <a:latin typeface="+mn-lt"/>
                        </a:rPr>
                        <a:t>N/A</a:t>
                      </a:r>
                      <a:br>
                        <a:rPr lang="en-US" sz="1100" b="1" i="0" u="none" strike="noStrike" dirty="0">
                          <a:solidFill>
                            <a:srgbClr val="C00000"/>
                          </a:solidFill>
                          <a:effectLst/>
                          <a:latin typeface="+mn-lt"/>
                        </a:rPr>
                      </a:br>
                      <a:r>
                        <a:rPr lang="en-US" sz="1100" b="0" i="0" u="none" strike="noStrike" dirty="0">
                          <a:solidFill>
                            <a:srgbClr val="C00000"/>
                          </a:solidFill>
                          <a:effectLst/>
                          <a:latin typeface="+mn-lt"/>
                        </a:rPr>
                        <a:t>Expect</a:t>
                      </a:r>
                      <a:r>
                        <a:rPr lang="en-US" sz="1100" b="0" i="0" u="none" strike="noStrike" baseline="0" dirty="0">
                          <a:solidFill>
                            <a:srgbClr val="C00000"/>
                          </a:solidFill>
                          <a:effectLst/>
                          <a:latin typeface="+mn-lt"/>
                        </a:rPr>
                        <a:t> Regional Storage positioning</a:t>
                      </a:r>
                      <a:endParaRPr lang="mr-IN" sz="1100" b="1" i="0" u="none" strike="noStrike" dirty="0">
                        <a:solidFill>
                          <a:srgbClr val="C00000"/>
                        </a:solidFill>
                        <a:effectLst/>
                        <a:latin typeface="+mn-lt"/>
                      </a:endParaRP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mpd="sng">
                      <a:noFill/>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1"/>
                  </a:ext>
                </a:extLst>
              </a:tr>
              <a:tr h="1162304">
                <a:tc vMerge="1">
                  <a:txBody>
                    <a:bodyPr/>
                    <a:lstStyle/>
                    <a:p>
                      <a:pPr algn="ctr" fontAlgn="ctr"/>
                      <a:endParaRPr lang="en-US" sz="1100" b="0" i="0" u="none" strike="noStrike" dirty="0">
                        <a:solidFill>
                          <a:srgbClr val="000000"/>
                        </a:solidFill>
                        <a:effectLst/>
                        <a:latin typeface="+mn-lt"/>
                      </a:endParaRPr>
                    </a:p>
                  </a:txBody>
                  <a:tcPr marL="6350" marR="6350" marT="9144" marB="9144" anchor="ctr">
                    <a:lnL w="12700" cmpd="sng">
                      <a:noFill/>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Regional</a:t>
                      </a:r>
                      <a:r>
                        <a:rPr lang="en-US" sz="1100" b="0" i="0" u="none" strike="noStrike" dirty="0">
                          <a:solidFill>
                            <a:srgbClr val="000000"/>
                          </a:solidFill>
                          <a:effectLst/>
                          <a:latin typeface="+mn-lt"/>
                        </a:rPr>
                        <a:t> – Data deployed in multiple IBM Cloud facilities within a single geographic zone, protects data from common component failures and power outages. </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Region</a:t>
                      </a:r>
                      <a:r>
                        <a:rPr lang="en-US" sz="1100" b="0" i="0" u="none" strike="noStrike" dirty="0">
                          <a:solidFill>
                            <a:srgbClr val="000000"/>
                          </a:solidFill>
                          <a:effectLst/>
                          <a:latin typeface="+mn-lt"/>
                        </a:rPr>
                        <a:t> – Data deployed in single Region with minimum of two Availability Zones chosen by Customer or automatically selected by AWS</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Zone Redundant Storage (ZRS)</a:t>
                      </a:r>
                      <a:r>
                        <a:rPr lang="en-US" sz="1100" b="0" i="0" u="none" strike="noStrike" dirty="0">
                          <a:solidFill>
                            <a:srgbClr val="000000"/>
                          </a:solidFill>
                          <a:effectLst/>
                          <a:latin typeface="+mn-lt"/>
                        </a:rPr>
                        <a:t> - Stores 3 copies of data across 2-3 datacenters within or across regions. </a:t>
                      </a:r>
                      <a:r>
                        <a:rPr lang="en-US" sz="1100" b="1" i="0" u="none" strike="noStrike" dirty="0">
                          <a:solidFill>
                            <a:srgbClr val="000000"/>
                          </a:solidFill>
                          <a:effectLst/>
                          <a:latin typeface="+mn-lt"/>
                        </a:rPr>
                        <a:t>Block blobs only</a:t>
                      </a:r>
                      <a:r>
                        <a:rPr lang="en-US" sz="1100" b="0" i="0" u="none" strike="noStrike" dirty="0">
                          <a:solidFill>
                            <a:srgbClr val="000000"/>
                          </a:solidFill>
                          <a:effectLst/>
                          <a:latin typeface="+mn-lt"/>
                        </a:rPr>
                        <a:t>. </a:t>
                      </a:r>
                      <a:r>
                        <a:rPr lang="en-US" sz="1100" b="1" i="0" u="none" strike="noStrike" dirty="0">
                          <a:solidFill>
                            <a:srgbClr val="C00000"/>
                          </a:solidFill>
                          <a:effectLst/>
                          <a:latin typeface="+mn-lt"/>
                        </a:rPr>
                        <a:t>R/W in primary region only.</a:t>
                      </a:r>
                      <a:r>
                        <a:rPr lang="en-US" sz="1100" b="1" i="0" u="none" strike="noStrike" baseline="0" dirty="0">
                          <a:solidFill>
                            <a:srgbClr val="C00000"/>
                          </a:solidFill>
                          <a:effectLst/>
                          <a:latin typeface="+mn-lt"/>
                        </a:rPr>
                        <a:t> Cannot be converted to LRS, GRS, or RA-GRS</a:t>
                      </a:r>
                      <a:endParaRPr lang="en-US" sz="1100" b="0" i="0" u="none" strike="noStrike" dirty="0">
                        <a:solidFill>
                          <a:srgbClr val="000000"/>
                        </a:solidFill>
                        <a:effectLst/>
                        <a:latin typeface="+mn-lt"/>
                      </a:endParaRP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Regional Storage</a:t>
                      </a:r>
                      <a:r>
                        <a:rPr lang="en-US" sz="1100" b="0" i="0" u="none" strike="noStrike" dirty="0">
                          <a:solidFill>
                            <a:srgbClr val="000000"/>
                          </a:solidFill>
                          <a:effectLst/>
                          <a:latin typeface="+mn-lt"/>
                        </a:rPr>
                        <a:t> - Storage frequently accessed in the same geographic Region</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mpd="sng">
                      <a:noFill/>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391565">
                <a:tc vMerge="1">
                  <a:txBody>
                    <a:bodyPr/>
                    <a:lstStyle/>
                    <a:p>
                      <a:pPr algn="ctr" fontAlgn="ctr"/>
                      <a:endParaRPr lang="en-US" sz="1100" b="0" i="0" u="none" strike="noStrike" dirty="0">
                        <a:solidFill>
                          <a:srgbClr val="000000"/>
                        </a:solidFill>
                        <a:effectLst/>
                        <a:latin typeface="+mn-lt"/>
                      </a:endParaRPr>
                    </a:p>
                  </a:txBody>
                  <a:tcPr marL="6350" marR="6350" marT="9144" marB="9144" anchor="ctr">
                    <a:lnL w="12700" cmpd="sng">
                      <a:noFill/>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mn-lt"/>
                        </a:rPr>
                        <a:t>Cross-Region</a:t>
                      </a:r>
                      <a:r>
                        <a:rPr lang="en-US" sz="1100" b="0" i="0" u="none" strike="noStrike" dirty="0">
                          <a:solidFill>
                            <a:srgbClr val="000000"/>
                          </a:solidFill>
                          <a:effectLst/>
                          <a:latin typeface="+mn-lt"/>
                        </a:rPr>
                        <a:t> – Data deployed in IBM Cloud data centers across three or more geographic zones, helping ensure business continuity and workload data accessibility via multiple regions. </a:t>
                      </a:r>
                      <a:r>
                        <a:rPr lang="en-US" sz="1100" b="1" i="0" u="none" strike="noStrike" dirty="0">
                          <a:solidFill>
                            <a:srgbClr val="C00000"/>
                          </a:solidFill>
                          <a:effectLst/>
                          <a:latin typeface="+mn-lt"/>
                        </a:rPr>
                        <a:t>All regions R/W with immediate cross-region consistency.</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algn="ctr" fontAlgn="ctr"/>
                      <a:r>
                        <a:rPr lang="en-US" sz="1100" b="1" i="0" u="none" strike="noStrike" dirty="0">
                          <a:solidFill>
                            <a:srgbClr val="000000"/>
                          </a:solidFill>
                          <a:effectLst/>
                          <a:latin typeface="+mn-lt"/>
                        </a:rPr>
                        <a:t>Cross-Region Replication (CRR) </a:t>
                      </a:r>
                      <a:r>
                        <a:rPr lang="en-US" sz="1100" b="0" i="0" u="none" strike="noStrike" dirty="0">
                          <a:solidFill>
                            <a:srgbClr val="000000"/>
                          </a:solidFill>
                          <a:effectLst/>
                          <a:latin typeface="+mn-lt"/>
                        </a:rPr>
                        <a:t>– Customer defined replication targets of one or more additional Regions. </a:t>
                      </a:r>
                      <a:r>
                        <a:rPr lang="en-US" sz="1100" b="1" i="0" u="none" strike="noStrike" dirty="0">
                          <a:solidFill>
                            <a:srgbClr val="C00000"/>
                          </a:solidFill>
                          <a:effectLst/>
                          <a:latin typeface="+mn-lt"/>
                        </a:rPr>
                        <a:t>Customer pays inter-region data transfer for the replicated copy of data. Limited </a:t>
                      </a:r>
                      <a:r>
                        <a:rPr lang="en-US" sz="1100" b="1" i="0" u="none" strike="noStrike" baseline="0" dirty="0">
                          <a:solidFill>
                            <a:srgbClr val="C00000"/>
                          </a:solidFill>
                          <a:effectLst/>
                          <a:latin typeface="+mn-lt"/>
                        </a:rPr>
                        <a:t>no Glacier.</a:t>
                      </a:r>
                      <a:endParaRPr lang="en-US" sz="1100" b="1" i="0" u="none" strike="noStrike" dirty="0">
                        <a:solidFill>
                          <a:srgbClr val="C00000"/>
                        </a:solidFill>
                        <a:effectLst/>
                        <a:latin typeface="+mn-lt"/>
                      </a:endParaRP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algn="ctr" fontAlgn="ctr"/>
                      <a:r>
                        <a:rPr lang="en-US" sz="1100" b="1" i="0" u="none" strike="noStrike" dirty="0">
                          <a:solidFill>
                            <a:srgbClr val="000000"/>
                          </a:solidFill>
                          <a:effectLst/>
                          <a:latin typeface="+mn-lt"/>
                        </a:rPr>
                        <a:t>Geographically Redundant Storage (GRS) </a:t>
                      </a:r>
                      <a:r>
                        <a:rPr lang="en-US" sz="1100" b="0" i="0" u="none" strike="noStrike" dirty="0">
                          <a:solidFill>
                            <a:srgbClr val="000000"/>
                          </a:solidFill>
                          <a:effectLst/>
                          <a:latin typeface="+mn-lt"/>
                        </a:rPr>
                        <a:t>- Same as LRS, plus maintains 6 asynchronous copies – 3x primary region plus 3x secondary region 100’s of miles away. </a:t>
                      </a:r>
                      <a:r>
                        <a:rPr lang="en-US" sz="1100" b="1" i="0" u="none" strike="noStrike" dirty="0">
                          <a:solidFill>
                            <a:srgbClr val="C00000"/>
                          </a:solidFill>
                          <a:effectLst/>
                          <a:latin typeface="+mn-lt"/>
                        </a:rPr>
                        <a:t>R/W primary region only. Read-Only in secondary region.</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mn-lt"/>
                        </a:rPr>
                        <a:t>Multi-Regional Storage </a:t>
                      </a:r>
                      <a:r>
                        <a:rPr lang="en-US" sz="1100" b="0" i="0" u="none" strike="noStrike" dirty="0">
                          <a:solidFill>
                            <a:srgbClr val="000000"/>
                          </a:solidFill>
                          <a:effectLst/>
                          <a:latin typeface="+mn-lt"/>
                        </a:rPr>
                        <a:t>- geo-redundant in at least two regions separated by at least 100 miles. Storing data that is frequently accessed. May be Nearline or </a:t>
                      </a:r>
                      <a:r>
                        <a:rPr lang="en-US" sz="1100" b="0" i="0" u="none" strike="noStrike" dirty="0" err="1">
                          <a:solidFill>
                            <a:srgbClr val="000000"/>
                          </a:solidFill>
                          <a:effectLst/>
                          <a:latin typeface="+mn-lt"/>
                        </a:rPr>
                        <a:t>Coldline</a:t>
                      </a:r>
                      <a:r>
                        <a:rPr lang="en-US" sz="1100" b="0" i="0" u="none" strike="noStrike" dirty="0">
                          <a:solidFill>
                            <a:srgbClr val="000000"/>
                          </a:solidFill>
                          <a:effectLst/>
                          <a:latin typeface="+mn-lt"/>
                        </a:rPr>
                        <a:t> storage. </a:t>
                      </a:r>
                      <a:r>
                        <a:rPr lang="en-US" sz="1100" b="1" i="0" u="none" strike="noStrike" dirty="0">
                          <a:solidFill>
                            <a:srgbClr val="C00000"/>
                          </a:solidFill>
                          <a:effectLst/>
                          <a:latin typeface="+mn-lt"/>
                        </a:rPr>
                        <a:t>Replication between select regions will incur data transfer charge.</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mpd="sng">
                      <a:noFill/>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3"/>
                  </a:ext>
                </a:extLst>
              </a:tr>
              <a:tr h="782121">
                <a:tc vMerge="1">
                  <a:txBody>
                    <a:bodyPr/>
                    <a:lstStyle/>
                    <a:p>
                      <a:pPr algn="ctr" fontAlgn="ctr"/>
                      <a:endParaRPr lang="en-US" sz="1100" b="0" i="0" u="none" strike="noStrike" dirty="0">
                        <a:solidFill>
                          <a:srgbClr val="000000"/>
                        </a:solidFill>
                        <a:effectLst/>
                        <a:latin typeface="+mn-lt"/>
                      </a:endParaRPr>
                    </a:p>
                  </a:txBody>
                  <a:tcPr marL="6350" marR="6350" marT="9144" marB="9144" anchor="ctr">
                    <a:lnL w="12700" cmpd="sng">
                      <a:noFill/>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Cross-Region</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Cross-Region Replication</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Read-access Geographically Redundant Storage (RA-GRS) </a:t>
                      </a:r>
                      <a:r>
                        <a:rPr lang="en-US" sz="1100" b="0" i="0" u="none" strike="noStrike" dirty="0">
                          <a:solidFill>
                            <a:srgbClr val="000000"/>
                          </a:solidFill>
                          <a:effectLst/>
                          <a:latin typeface="+mn-lt"/>
                        </a:rPr>
                        <a:t>- Same as GRS, plus read access to the secondary datacenter.</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i="0" u="none" strike="noStrike" dirty="0">
                          <a:solidFill>
                            <a:srgbClr val="000000"/>
                          </a:solidFill>
                          <a:effectLst/>
                          <a:latin typeface="+mn-lt"/>
                        </a:rPr>
                        <a:t>Multi-Regional Storage</a:t>
                      </a:r>
                    </a:p>
                  </a:txBody>
                  <a:tcPr marL="8467" marR="8467" marT="12192" marB="12192" anchor="ctr">
                    <a:lnL w="12700" cap="flat" cmpd="sng" algn="ctr">
                      <a:solidFill>
                        <a:schemeClr val="bg2">
                          <a:lumMod val="40000"/>
                          <a:lumOff val="60000"/>
                        </a:schemeClr>
                      </a:solidFill>
                      <a:prstDash val="solid"/>
                      <a:round/>
                      <a:headEnd type="none" w="med" len="med"/>
                      <a:tailEnd type="none" w="med" len="med"/>
                    </a:lnL>
                    <a:lnR w="12700" cmpd="sng">
                      <a:noFill/>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3"/>
          </p:nvPr>
        </p:nvSpPr>
        <p:spPr/>
        <p:txBody>
          <a:bodyPr/>
          <a:lstStyle/>
          <a:p>
            <a:pPr defTabSz="914377"/>
            <a:r>
              <a:rPr lang="en-US">
                <a:latin typeface="Arial"/>
              </a:rPr>
              <a:t>IBM proprietary.  Restricted to IBM employees and IBM Business Partners internal use only.  Specifications subject to change without notice. </a:t>
            </a:r>
            <a:endParaRPr lang="en-US" dirty="0">
              <a:latin typeface="Arial"/>
            </a:endParaRPr>
          </a:p>
        </p:txBody>
      </p:sp>
    </p:spTree>
    <p:extLst>
      <p:ext uri="{BB962C8B-B14F-4D97-AF65-F5344CB8AC3E}">
        <p14:creationId xmlns:p14="http://schemas.microsoft.com/office/powerpoint/2010/main" val="50927886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t_background_2017">
  <a:themeElements>
    <a:clrScheme name="Custom 2">
      <a:dk1>
        <a:srgbClr val="000000"/>
      </a:dk1>
      <a:lt1>
        <a:srgbClr val="000E5E"/>
      </a:lt1>
      <a:dk2>
        <a:srgbClr val="EAEAEA"/>
      </a:dk2>
      <a:lt2>
        <a:srgbClr val="FFFFFF"/>
      </a:lt2>
      <a:accent1>
        <a:srgbClr val="69A6FF"/>
      </a:accent1>
      <a:accent2>
        <a:srgbClr val="0064FF"/>
      </a:accent2>
      <a:accent3>
        <a:srgbClr val="003BC9"/>
      </a:accent3>
      <a:accent4>
        <a:srgbClr val="1FB3CF"/>
      </a:accent4>
      <a:accent5>
        <a:srgbClr val="6E177D"/>
      </a:accent5>
      <a:accent6>
        <a:srgbClr val="DB2663"/>
      </a:accent6>
      <a:hlink>
        <a:srgbClr val="000000"/>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Cloud_Presentation_Fast Start_2018_Mini Main and Sessions 2" id="{5BC815DA-5BB9-EB46-A926-5100AB411947}" vid="{895D2232-647F-484F-921C-F07A98E453BA}"/>
    </a:ext>
  </a:extLst>
</a:theme>
</file>

<file path=ppt/theme/theme3.xml><?xml version="1.0" encoding="utf-8"?>
<a:theme xmlns:a="http://schemas.openxmlformats.org/drawingml/2006/main" name="3_Light Background">
  <a:themeElements>
    <a:clrScheme name="2018">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noAutofit/>
      </a:bodyPr>
      <a:lstStyle>
        <a:defPPr>
          <a:lnSpc>
            <a:spcPct val="105000"/>
          </a:lnSpc>
          <a:spcBef>
            <a:spcPts val="1000"/>
          </a:spcBef>
          <a:defRPr sz="2000" dirty="0" err="1" smtClean="0">
            <a:solidFill>
              <a:schemeClr val="tx1"/>
            </a:solidFill>
            <a:latin typeface="IBM Plex Sans" charset="0"/>
            <a:ea typeface="IBM Plex Sans" charset="0"/>
            <a:cs typeface="IBM Plex Sans" charset="0"/>
          </a:defRPr>
        </a:defPPr>
      </a:lstStyle>
    </a:txDef>
  </a:objectDefaults>
  <a:extraClrSchemeLst/>
  <a:extLst>
    <a:ext uri="{05A4C25C-085E-4340-85A3-A5531E510DB2}">
      <thm15:themeFamily xmlns:thm15="http://schemas.microsoft.com/office/thememl/2012/main" name="IPA Standard Template" id="{88F6EC9E-7C68-7542-9D1F-35231BAB13A1}" vid="{0D0ABBE4-F6C1-004D-8B6D-BBBEB156AB66}"/>
    </a:ext>
  </a:extLst>
</a:theme>
</file>

<file path=ppt/theme/theme4.xml><?xml version="1.0" encoding="utf-8"?>
<a:theme xmlns:a="http://schemas.openxmlformats.org/drawingml/2006/main" name="2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7_wht_background_2017">
  <a:themeElements>
    <a:clrScheme name="IBM Master Presentation 20170523 1">
      <a:dk1>
        <a:srgbClr val="000000"/>
      </a:dk1>
      <a:lt1>
        <a:srgbClr val="000E5E"/>
      </a:lt1>
      <a:dk2>
        <a:srgbClr val="EAEAEA"/>
      </a:dk2>
      <a:lt2>
        <a:srgbClr val="FFFFFF"/>
      </a:lt2>
      <a:accent1>
        <a:srgbClr val="69A6FF"/>
      </a:accent1>
      <a:accent2>
        <a:srgbClr val="0064FF"/>
      </a:accent2>
      <a:accent3>
        <a:srgbClr val="003BC9"/>
      </a:accent3>
      <a:accent4>
        <a:srgbClr val="1FB3CF"/>
      </a:accent4>
      <a:accent5>
        <a:srgbClr val="6E177D"/>
      </a:accent5>
      <a:accent6>
        <a:srgbClr val="DB2663"/>
      </a:accent6>
      <a:hlink>
        <a:srgbClr val="0064FF"/>
      </a:hlink>
      <a:folHlink>
        <a:srgbClr val="E0E0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Cloud_Presentation_Fast Start_2018_Mini Main and Sessions 2" id="{5BC815DA-5BB9-EB46-A926-5100AB411947}" vid="{895D2232-647F-484F-921C-F07A98E453BA}"/>
    </a:ext>
  </a:extLst>
</a:theme>
</file>

<file path=ppt/theme/theme6.xml><?xml version="1.0" encoding="utf-8"?>
<a:theme xmlns:a="http://schemas.openxmlformats.org/drawingml/2006/main" name="Blue">
  <a:themeElements>
    <a:clrScheme name="Blue">
      <a:dk1>
        <a:srgbClr val="6D7777"/>
      </a:dk1>
      <a:lt1>
        <a:srgbClr val="5A5A5A"/>
      </a:lt1>
      <a:dk2>
        <a:srgbClr val="AFB8B8"/>
      </a:dk2>
      <a:lt2>
        <a:srgbClr val="959F9F"/>
      </a:lt2>
      <a:accent1>
        <a:srgbClr val="C8D2D2"/>
      </a:accent1>
      <a:accent2>
        <a:srgbClr val="DFE9E9"/>
      </a:accent2>
      <a:accent3>
        <a:srgbClr val="1D3649"/>
      </a:accent3>
      <a:accent4>
        <a:srgbClr val="325C80"/>
      </a:accent4>
      <a:accent5>
        <a:srgbClr val="5596E6"/>
      </a:accent5>
      <a:accent6>
        <a:srgbClr val="7CC7FF"/>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a:solidFill>
              <a:schemeClr val="bg1"/>
            </a:solidFill>
          </a:defRPr>
        </a:defPPr>
      </a:lstStyle>
    </a:txDef>
  </a:objectDefaults>
  <a:extraClrSchemeLst/>
</a:theme>
</file>

<file path=ppt/theme/theme7.xml><?xml version="1.0" encoding="utf-8"?>
<a:theme xmlns:a="http://schemas.openxmlformats.org/drawingml/2006/main" name="10_blk_background_2017">
  <a:themeElements>
    <a:clrScheme name="Custom 49">
      <a:dk1>
        <a:srgbClr val="000000"/>
      </a:dk1>
      <a:lt1>
        <a:srgbClr val="000000"/>
      </a:lt1>
      <a:dk2>
        <a:srgbClr val="EAEAEA"/>
      </a:dk2>
      <a:lt2>
        <a:srgbClr val="FFFFFF"/>
      </a:lt2>
      <a:accent1>
        <a:srgbClr val="8F8B8B"/>
      </a:accent1>
      <a:accent2>
        <a:srgbClr val="0F6FFF"/>
      </a:accent2>
      <a:accent3>
        <a:srgbClr val="20D5D2"/>
      </a:accent3>
      <a:accent4>
        <a:srgbClr val="8F8B8B"/>
      </a:accent4>
      <a:accent5>
        <a:srgbClr val="6E177D"/>
      </a:accent5>
      <a:accent6>
        <a:srgbClr val="DB2663"/>
      </a:accent6>
      <a:hlink>
        <a:srgbClr val="0F6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0350D961-14F0-C145-B999-090B6AB6C16E}" vid="{289C8BAC-3106-EC47-9B59-13D3E6D5B58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2701</TotalTime>
  <Words>2442</Words>
  <Application>Microsoft Macintosh PowerPoint</Application>
  <PresentationFormat>Widescreen</PresentationFormat>
  <Paragraphs>422</Paragraphs>
  <Slides>10</Slides>
  <Notes>4</Notes>
  <HiddenSlides>9</HiddenSlides>
  <MMClips>0</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10</vt:i4>
      </vt:variant>
    </vt:vector>
  </HeadingPairs>
  <TitlesOfParts>
    <vt:vector size="28" baseType="lpstr">
      <vt:lpstr>.AppleSystemUIFont</vt:lpstr>
      <vt:lpstr>Arial</vt:lpstr>
      <vt:lpstr>Arial Regular</vt:lpstr>
      <vt:lpstr>Calibri</vt:lpstr>
      <vt:lpstr>Calibri Light</vt:lpstr>
      <vt:lpstr>Helvetica Light</vt:lpstr>
      <vt:lpstr>HelvNeue Bold for IBM</vt:lpstr>
      <vt:lpstr>IBM Plex Sans</vt:lpstr>
      <vt:lpstr>IBM Plex Sans Regular</vt:lpstr>
      <vt:lpstr>LucidaGrande</vt:lpstr>
      <vt:lpstr>Zapf Dingbats</vt:lpstr>
      <vt:lpstr>1_Office Theme</vt:lpstr>
      <vt:lpstr>wht_background_2017</vt:lpstr>
      <vt:lpstr>3_Light Background</vt:lpstr>
      <vt:lpstr>2_Office Theme</vt:lpstr>
      <vt:lpstr>7_wht_background_2017</vt:lpstr>
      <vt:lpstr>Blue</vt:lpstr>
      <vt:lpstr>10_blk_background_2017</vt:lpstr>
      <vt:lpstr>Avantages du Stockage Objet IBM Cloud</vt:lpstr>
      <vt:lpstr>Why Shift to IBM Public Cloud?</vt:lpstr>
      <vt:lpstr>Why IBM Cloud Object Storage?</vt:lpstr>
      <vt:lpstr>Why IBM Cloud Object Storage?</vt:lpstr>
      <vt:lpstr>“Cloud” Object Storage Capabilities Comparison</vt:lpstr>
      <vt:lpstr>PowerPoint Presentation</vt:lpstr>
      <vt:lpstr>IBM Cloud: The most available public cloud storage for business</vt:lpstr>
      <vt:lpstr>PowerPoint Presentation</vt:lpstr>
      <vt:lpstr>Public Cloud Archive Pricing Comparison –  Industry’s lowest cost public cloud storage options</vt:lpstr>
      <vt:lpstr>IBM COS Cloud Competitive Mapping – Resiliency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Samsung</dc:title>
  <dc:creator>Joe Loas</dc:creator>
  <cp:lastModifiedBy>Vann Lam</cp:lastModifiedBy>
  <cp:revision>95</cp:revision>
  <dcterms:created xsi:type="dcterms:W3CDTF">2020-01-10T22:39:36Z</dcterms:created>
  <dcterms:modified xsi:type="dcterms:W3CDTF">2021-04-20T07:58:59Z</dcterms:modified>
</cp:coreProperties>
</file>