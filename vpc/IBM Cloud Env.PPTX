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2.xml" ContentType="application/vnd.openxmlformats-officedocument.theme+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theme/theme3.xml" ContentType="application/vnd.openxmlformats-officedocument.theme+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theme/theme4.xml" ContentType="application/vnd.openxmlformats-officedocument.theme+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theme/theme5.xml" ContentType="application/vnd.openxmlformats-officedocument.theme+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theme/theme6.xml" ContentType="application/vnd.openxmlformats-officedocument.theme+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theme/theme7.xml" ContentType="application/vnd.openxmlformats-officedocument.theme+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theme/theme8.xml" ContentType="application/vnd.openxmlformats-officedocument.theme+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0.xml" ContentType="application/vnd.openxmlformats-officedocument.presentationml.slideLayout+xml"/>
  <Override PartName="/ppt/theme/theme9.xml" ContentType="application/vnd.openxmlformats-officedocument.theme+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slideLayouts/slideLayout369.xml" ContentType="application/vnd.openxmlformats-officedocument.presentationml.slideLayout+xml"/>
  <Override PartName="/ppt/slideLayouts/slideLayout370.xml" ContentType="application/vnd.openxmlformats-officedocument.presentationml.slideLayout+xml"/>
  <Override PartName="/ppt/slideLayouts/slideLayout371.xml" ContentType="application/vnd.openxmlformats-officedocument.presentationml.slideLayout+xml"/>
  <Override PartName="/ppt/slideLayouts/slideLayout372.xml" ContentType="application/vnd.openxmlformats-officedocument.presentationml.slideLayout+xml"/>
  <Override PartName="/ppt/slideLayouts/slideLayout373.xml" ContentType="application/vnd.openxmlformats-officedocument.presentationml.slideLayout+xml"/>
  <Override PartName="/ppt/slideLayouts/slideLayout374.xml" ContentType="application/vnd.openxmlformats-officedocument.presentationml.slideLayout+xml"/>
  <Override PartName="/ppt/slideLayouts/slideLayout375.xml" ContentType="application/vnd.openxmlformats-officedocument.presentationml.slideLayout+xml"/>
  <Override PartName="/ppt/slideLayouts/slideLayout376.xml" ContentType="application/vnd.openxmlformats-officedocument.presentationml.slideLayout+xml"/>
  <Override PartName="/ppt/slideLayouts/slideLayout377.xml" ContentType="application/vnd.openxmlformats-officedocument.presentationml.slideLayout+xml"/>
  <Override PartName="/ppt/slideLayouts/slideLayout378.xml" ContentType="application/vnd.openxmlformats-officedocument.presentationml.slideLayout+xml"/>
  <Override PartName="/ppt/slideLayouts/slideLayout379.xml" ContentType="application/vnd.openxmlformats-officedocument.presentationml.slideLayout+xml"/>
  <Override PartName="/ppt/slideLayouts/slideLayout380.xml" ContentType="application/vnd.openxmlformats-officedocument.presentationml.slideLayout+xml"/>
  <Override PartName="/ppt/slideLayouts/slideLayout381.xml" ContentType="application/vnd.openxmlformats-officedocument.presentationml.slideLayout+xml"/>
  <Override PartName="/ppt/slideLayouts/slideLayout382.xml" ContentType="application/vnd.openxmlformats-officedocument.presentationml.slideLayout+xml"/>
  <Override PartName="/ppt/slideLayouts/slideLayout383.xml" ContentType="application/vnd.openxmlformats-officedocument.presentationml.slideLayout+xml"/>
  <Override PartName="/ppt/slideLayouts/slideLayout384.xml" ContentType="application/vnd.openxmlformats-officedocument.presentationml.slideLayout+xml"/>
  <Override PartName="/ppt/slideLayouts/slideLayout385.xml" ContentType="application/vnd.openxmlformats-officedocument.presentationml.slideLayout+xml"/>
  <Override PartName="/ppt/slideLayouts/slideLayout386.xml" ContentType="application/vnd.openxmlformats-officedocument.presentationml.slideLayout+xml"/>
  <Override PartName="/ppt/slideLayouts/slideLayout387.xml" ContentType="application/vnd.openxmlformats-officedocument.presentationml.slideLayout+xml"/>
  <Override PartName="/ppt/slideLayouts/slideLayout388.xml" ContentType="application/vnd.openxmlformats-officedocument.presentationml.slideLayout+xml"/>
  <Override PartName="/ppt/slideLayouts/slideLayout389.xml" ContentType="application/vnd.openxmlformats-officedocument.presentationml.slideLayout+xml"/>
  <Override PartName="/ppt/slideLayouts/slideLayout390.xml" ContentType="application/vnd.openxmlformats-officedocument.presentationml.slideLayout+xml"/>
  <Override PartName="/ppt/slideLayouts/slideLayout391.xml" ContentType="application/vnd.openxmlformats-officedocument.presentationml.slideLayout+xml"/>
  <Override PartName="/ppt/slideLayouts/slideLayout392.xml" ContentType="application/vnd.openxmlformats-officedocument.presentationml.slideLayout+xml"/>
  <Override PartName="/ppt/slideLayouts/slideLayout393.xml" ContentType="application/vnd.openxmlformats-officedocument.presentationml.slideLayout+xml"/>
  <Override PartName="/ppt/slideLayouts/slideLayout394.xml" ContentType="application/vnd.openxmlformats-officedocument.presentationml.slideLayout+xml"/>
  <Override PartName="/ppt/slideLayouts/slideLayout395.xml" ContentType="application/vnd.openxmlformats-officedocument.presentationml.slideLayout+xml"/>
  <Override PartName="/ppt/slideLayouts/slideLayout396.xml" ContentType="application/vnd.openxmlformats-officedocument.presentationml.slideLayout+xml"/>
  <Override PartName="/ppt/slideLayouts/slideLayout397.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comment1.xml" ContentType="application/vnd.openxmlformats-officedocument.presentationml.comments+xml"/>
  <Override PartName="/ppt/notesSlides/notesSlide3.xml" ContentType="application/vnd.openxmlformats-officedocument.presentationml.notesSlide+xml"/>
  <Override PartName="/ppt/comments/comment2.xml" ContentType="application/vnd.openxmlformats-officedocument.presentationml.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comment3.xml" ContentType="application/vnd.openxmlformats-officedocument.presentationml.comments+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 id="2147483700" r:id="rId5"/>
    <p:sldMasterId id="2147483732" r:id="rId6"/>
    <p:sldMasterId id="2147483772" r:id="rId7"/>
    <p:sldMasterId id="2147483985" r:id="rId8"/>
    <p:sldMasterId id="2147484033" r:id="rId9"/>
    <p:sldMasterId id="2147484081" r:id="rId10"/>
    <p:sldMasterId id="2147484130" r:id="rId11"/>
    <p:sldMasterId id="2147484167" r:id="rId12"/>
    <p:sldMasterId id="2147484305" r:id="rId13"/>
  </p:sldMasterIdLst>
  <p:notesMasterIdLst>
    <p:notesMasterId r:id="rId20"/>
  </p:notesMasterIdLst>
  <p:sldIdLst>
    <p:sldId id="330" r:id="rId14"/>
    <p:sldId id="10302" r:id="rId15"/>
    <p:sldId id="10308" r:id="rId16"/>
    <p:sldId id="10304" r:id="rId17"/>
    <p:sldId id="10305" r:id="rId18"/>
    <p:sldId id="10307"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illian Tempelmeyer" initials="JT" lastIdx="1" clrIdx="0"/>
  <p:cmAuthor id="2" name="DANIELLE KINGBERG" initials="DK" lastIdx="9" clrIdx="1">
    <p:extLst>
      <p:ext uri="{19B8F6BF-5375-455C-9EA6-DF929625EA0E}">
        <p15:presenceInfo xmlns:p15="http://schemas.microsoft.com/office/powerpoint/2012/main" userId="S::dkingbe@us.ibm.com::e4ad76e8-a1d3-4d65-b3cb-a368ed6e09d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7FFFF"/>
    <a:srgbClr val="83A8FF"/>
    <a:srgbClr val="2C73DA"/>
    <a:srgbClr val="EAEAEA"/>
    <a:srgbClr val="8F8B8B"/>
    <a:srgbClr val="106FFF"/>
    <a:srgbClr val="CFE2FF"/>
    <a:srgbClr val="8E8C8B"/>
    <a:srgbClr val="0F264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135"/>
    <p:restoredTop sz="75688"/>
  </p:normalViewPr>
  <p:slideViewPr>
    <p:cSldViewPr snapToGrid="0" snapToObjects="1">
      <p:cViewPr varScale="1">
        <p:scale>
          <a:sx n="50" d="100"/>
          <a:sy n="50" d="100"/>
        </p:scale>
        <p:origin x="972"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Master" Target="slideMasters/slideMaster10.xml"/><Relationship Id="rId18" Type="http://schemas.openxmlformats.org/officeDocument/2006/relationships/slide" Target="slides/slide5.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Master" Target="slideMasters/slideMaster4.xml"/><Relationship Id="rId12" Type="http://schemas.openxmlformats.org/officeDocument/2006/relationships/slideMaster" Target="slideMasters/slideMaster9.xml"/><Relationship Id="rId17" Type="http://schemas.openxmlformats.org/officeDocument/2006/relationships/slide" Target="slides/slide4.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3.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2.xml"/><Relationship Id="rId23" Type="http://schemas.openxmlformats.org/officeDocument/2006/relationships/viewProps" Target="viewProps.xml"/><Relationship Id="rId10" Type="http://schemas.openxmlformats.org/officeDocument/2006/relationships/slideMaster" Target="slideMasters/slideMaster7.xml"/><Relationship Id="rId19"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1.xml"/><Relationship Id="rId22" Type="http://schemas.openxmlformats.org/officeDocument/2006/relationships/presProps" Target="presProps.xml"/></Relationships>
</file>

<file path=ppt/comments/comment1.xml><?xml version="1.0" encoding="utf-8"?>
<p:cmLst xmlns:a="http://schemas.openxmlformats.org/drawingml/2006/main" xmlns:r="http://schemas.openxmlformats.org/officeDocument/2006/relationships" xmlns:p="http://schemas.openxmlformats.org/presentationml/2006/main">
  <p:cm authorId="2" dt="2021-03-10T10:56:07.410" idx="1">
    <p:pos x="7510" y="1803"/>
    <p:text>This should be ibm.biz/sell-vpc and we should link out to application load balancer from there.. should  do the same for the other seismic portion of the other capability as well. </p:text>
    <p:extLst>
      <p:ext uri="{C676402C-5697-4E1C-873F-D02D1690AC5C}">
        <p15:threadingInfo xmlns:p15="http://schemas.microsoft.com/office/powerpoint/2012/main" timeZoneBias="300"/>
      </p:ext>
    </p:extLst>
  </p:cm>
  <p:cm authorId="2" dt="2021-03-10T11:00:15.212" idx="5">
    <p:pos x="10" y="10"/>
    <p:text>Need the date of GA below (can be month only..)</p:text>
    <p:extLst>
      <p:ext uri="{C676402C-5697-4E1C-873F-D02D1690AC5C}">
        <p15:threadingInfo xmlns:p15="http://schemas.microsoft.com/office/powerpoint/2012/main" timeZoneBias="300"/>
      </p:ext>
    </p:extLst>
  </p:cm>
  <p:cm authorId="2" dt="2021-03-10T11:01:47.224" idx="7">
    <p:pos x="7536" y="509"/>
    <p:text>This should be the product page.. else its redundant of the seismic link</p:text>
    <p:extLst>
      <p:ext uri="{C676402C-5697-4E1C-873F-D02D1690AC5C}">
        <p15:threadingInfo xmlns:p15="http://schemas.microsoft.com/office/powerpoint/2012/main" timeZoneBias="30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2" dt="2021-03-10T10:58:22.698" idx="2">
    <p:pos x="3072" y="2611"/>
    <p:text>There's a less technical way to say this ;) </p:text>
    <p:extLst>
      <p:ext uri="{C676402C-5697-4E1C-873F-D02D1690AC5C}">
        <p15:threadingInfo xmlns:p15="http://schemas.microsoft.com/office/powerpoint/2012/main" timeZoneBias="300"/>
      </p:ext>
    </p:extLst>
  </p:cm>
  <p:cm authorId="2" dt="2021-03-10T10:59:01.747" idx="3">
    <p:pos x="3101" y="3427"/>
    <p:text>Is there an action that you want sellers to perform as a result? Encourage clients to delete and create new?</p:text>
    <p:extLst>
      <p:ext uri="{C676402C-5697-4E1C-873F-D02D1690AC5C}">
        <p15:threadingInfo xmlns:p15="http://schemas.microsoft.com/office/powerpoint/2012/main" timeZoneBias="300"/>
      </p:ext>
    </p:extLst>
  </p:cm>
  <p:cm authorId="2" dt="2021-03-10T11:01:24.075" idx="6">
    <p:pos x="3168" y="749"/>
    <p:text>Can remove this line as it's stated on the prior chart.</p:text>
    <p:extLst>
      <p:ext uri="{C676402C-5697-4E1C-873F-D02D1690AC5C}">
        <p15:threadingInfo xmlns:p15="http://schemas.microsoft.com/office/powerpoint/2012/main" timeZoneBias="30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2" dt="2021-03-10T11:00:02.327" idx="4">
    <p:pos x="2486" y="605"/>
    <p:text>Need the date of GA below</p:text>
    <p:extLst>
      <p:ext uri="{C676402C-5697-4E1C-873F-D02D1690AC5C}">
        <p15:threadingInfo xmlns:p15="http://schemas.microsoft.com/office/powerpoint/2012/main" timeZoneBias="300"/>
      </p:ext>
    </p:extLst>
  </p:cm>
  <p:cm authorId="2" dt="2021-03-10T11:02:15.828" idx="8">
    <p:pos x="7498" y="278"/>
    <p:text>This is docs.. not a product page. If you don't have the product page component of this just delete the row or add it as an additional link to Docs. Not separate..it's confusing if its in a different section but still takes you to docs.</p:text>
    <p:extLst>
      <p:ext uri="{C676402C-5697-4E1C-873F-D02D1690AC5C}">
        <p15:threadingInfo xmlns:p15="http://schemas.microsoft.com/office/powerpoint/2012/main" timeZoneBias="30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AB7DA0-41ED-5749-A154-63AC6F1F3639}" type="datetimeFigureOut">
              <a:rPr lang="en-US" smtClean="0"/>
              <a:t>3/11/2021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807F37-1BFF-A045-848B-E66DD64109FE}" type="slidenum">
              <a:rPr lang="en-US" smtClean="0"/>
              <a:t>‹#›</a:t>
            </a:fld>
            <a:endParaRPr lang="en-US"/>
          </a:p>
        </p:txBody>
      </p:sp>
    </p:spTree>
    <p:extLst>
      <p:ext uri="{BB962C8B-B14F-4D97-AF65-F5344CB8AC3E}">
        <p14:creationId xmlns:p14="http://schemas.microsoft.com/office/powerpoint/2010/main" val="3342677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807F37-1BFF-A045-848B-E66DD64109FE}" type="slidenum">
              <a:rPr lang="en-US" smtClean="0"/>
              <a:t>1</a:t>
            </a:fld>
            <a:endParaRPr lang="en-US"/>
          </a:p>
        </p:txBody>
      </p:sp>
    </p:spTree>
    <p:extLst>
      <p:ext uri="{BB962C8B-B14F-4D97-AF65-F5344CB8AC3E}">
        <p14:creationId xmlns:p14="http://schemas.microsoft.com/office/powerpoint/2010/main" val="41714633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AC807F37-1BFF-A045-848B-E66DD64109FE}" type="slidenum">
              <a:rPr lang="en-US" smtClean="0"/>
              <a:t>2</a:t>
            </a:fld>
            <a:endParaRPr lang="en-US"/>
          </a:p>
        </p:txBody>
      </p:sp>
    </p:spTree>
    <p:extLst>
      <p:ext uri="{BB962C8B-B14F-4D97-AF65-F5344CB8AC3E}">
        <p14:creationId xmlns:p14="http://schemas.microsoft.com/office/powerpoint/2010/main" val="22724500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807F37-1BFF-A045-848B-E66DD64109FE}" type="slidenum">
              <a:rPr lang="en-US" smtClean="0"/>
              <a:t>3</a:t>
            </a:fld>
            <a:endParaRPr lang="en-US"/>
          </a:p>
        </p:txBody>
      </p:sp>
    </p:spTree>
    <p:extLst>
      <p:ext uri="{BB962C8B-B14F-4D97-AF65-F5344CB8AC3E}">
        <p14:creationId xmlns:p14="http://schemas.microsoft.com/office/powerpoint/2010/main" val="16407550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5"/>
          </p:nvPr>
        </p:nvSpPr>
        <p:spPr/>
        <p:txBody>
          <a:bodyPr/>
          <a:lstStyle/>
          <a:p>
            <a:fld id="{AC807F37-1BFF-A045-848B-E66DD64109FE}" type="slidenum">
              <a:rPr lang="en-US" smtClean="0"/>
              <a:t>4</a:t>
            </a:fld>
            <a:endParaRPr lang="en-US"/>
          </a:p>
        </p:txBody>
      </p:sp>
    </p:spTree>
    <p:extLst>
      <p:ext uri="{BB962C8B-B14F-4D97-AF65-F5344CB8AC3E}">
        <p14:creationId xmlns:p14="http://schemas.microsoft.com/office/powerpoint/2010/main" val="4657634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latin typeface="+mn-lt"/>
            </a:endParaRPr>
          </a:p>
          <a:p>
            <a:br>
              <a:rPr lang="en-US" sz="1200" dirty="0"/>
            </a:br>
            <a:br>
              <a:rPr lang="en-US" sz="1200" dirty="0"/>
            </a:br>
            <a:endParaRPr lang="en-US" dirty="0"/>
          </a:p>
        </p:txBody>
      </p:sp>
      <p:sp>
        <p:nvSpPr>
          <p:cNvPr id="4" name="Slide Number Placeholder 3"/>
          <p:cNvSpPr>
            <a:spLocks noGrp="1"/>
          </p:cNvSpPr>
          <p:nvPr>
            <p:ph type="sldNum" sz="quarter" idx="5"/>
          </p:nvPr>
        </p:nvSpPr>
        <p:spPr/>
        <p:txBody>
          <a:bodyPr/>
          <a:lstStyle/>
          <a:p>
            <a:fld id="{AC807F37-1BFF-A045-848B-E66DD64109FE}" type="slidenum">
              <a:rPr lang="en-US" smtClean="0"/>
              <a:t>5</a:t>
            </a:fld>
            <a:endParaRPr lang="en-US"/>
          </a:p>
        </p:txBody>
      </p:sp>
    </p:spTree>
    <p:extLst>
      <p:ext uri="{BB962C8B-B14F-4D97-AF65-F5344CB8AC3E}">
        <p14:creationId xmlns:p14="http://schemas.microsoft.com/office/powerpoint/2010/main" val="18604275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807F37-1BFF-A045-848B-E66DD64109FE}" type="slidenum">
              <a:rPr lang="en-US" smtClean="0"/>
              <a:t>6</a:t>
            </a:fld>
            <a:endParaRPr lang="en-US"/>
          </a:p>
        </p:txBody>
      </p:sp>
    </p:spTree>
    <p:extLst>
      <p:ext uri="{BB962C8B-B14F-4D97-AF65-F5344CB8AC3E}">
        <p14:creationId xmlns:p14="http://schemas.microsoft.com/office/powerpoint/2010/main" val="408461341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3.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xml"/><Relationship Id="rId4" Type="http://schemas.openxmlformats.org/officeDocument/2006/relationships/image" Target="../media/image3.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 Target="../slides/slide6.xml"/><Relationship Id="rId1" Type="http://schemas.openxmlformats.org/officeDocument/2006/relationships/slideMaster" Target="../slideMasters/slideMaster5.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 Target="../slides/slide6.xml"/><Relationship Id="rId1" Type="http://schemas.openxmlformats.org/officeDocument/2006/relationships/slideMaster" Target="../slideMasters/slideMaster5.xml"/></Relationships>
</file>

<file path=ppt/slideLayouts/_rels/slideLayout15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 Target="../slides/slide6.xml"/><Relationship Id="rId1" Type="http://schemas.openxmlformats.org/officeDocument/2006/relationships/slideMaster" Target="../slideMasters/slideMaster5.xml"/></Relationships>
</file>

<file path=ppt/slideLayouts/_rels/slideLayout15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 Target="../slides/slide6.xml"/><Relationship Id="rId1" Type="http://schemas.openxmlformats.org/officeDocument/2006/relationships/slideMaster" Target="../slideMasters/slideMaster5.xml"/></Relationships>
</file>

<file path=ppt/slideLayouts/_rels/slideLayout15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 Target="../slides/slide6.xml"/><Relationship Id="rId1" Type="http://schemas.openxmlformats.org/officeDocument/2006/relationships/slideMaster" Target="../slideMasters/slideMaster5.xml"/></Relationships>
</file>

<file path=ppt/slideLayouts/_rels/slideLayout15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 Target="../slides/slide6.xml"/><Relationship Id="rId1" Type="http://schemas.openxmlformats.org/officeDocument/2006/relationships/slideMaster" Target="../slideMasters/slideMaster5.xml"/></Relationships>
</file>

<file path=ppt/slideLayouts/_rels/slideLayout15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 Target="../slides/slide6.xml"/><Relationship Id="rId1" Type="http://schemas.openxmlformats.org/officeDocument/2006/relationships/slideMaster" Target="../slideMasters/slideMaster5.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 Target="../slides/slide6.xml"/><Relationship Id="rId1" Type="http://schemas.openxmlformats.org/officeDocument/2006/relationships/slideMaster" Target="../slideMasters/slideMaster5.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 Target="../slides/slide6.xml"/><Relationship Id="rId1" Type="http://schemas.openxmlformats.org/officeDocument/2006/relationships/slideMaster" Target="../slideMasters/slideMaster5.xml"/></Relationships>
</file>

<file path=ppt/slideLayouts/_rels/slideLayout16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 Target="../slides/slide6.xml"/><Relationship Id="rId1" Type="http://schemas.openxmlformats.org/officeDocument/2006/relationships/slideMaster" Target="../slideMasters/slideMaster5.xml"/></Relationships>
</file>

<file path=ppt/slideLayouts/_rels/slideLayout16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 Target="../slides/slide6.xml"/><Relationship Id="rId1" Type="http://schemas.openxmlformats.org/officeDocument/2006/relationships/slideMaster" Target="../slideMasters/slideMaster5.xml"/></Relationships>
</file>

<file path=ppt/slideLayouts/_rels/slideLayout16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 Target="../slides/slide6.xml"/><Relationship Id="rId1" Type="http://schemas.openxmlformats.org/officeDocument/2006/relationships/slideMaster" Target="../slideMasters/slideMaster5.xml"/></Relationships>
</file>

<file path=ppt/slideLayouts/_rels/slideLayout16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 Target="../slides/slide6.xml"/><Relationship Id="rId1" Type="http://schemas.openxmlformats.org/officeDocument/2006/relationships/slideMaster" Target="../slideMasters/slideMaster5.xml"/></Relationships>
</file>

<file path=ppt/slideLayouts/_rels/slideLayout16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 Target="../slides/slide6.xml"/><Relationship Id="rId1" Type="http://schemas.openxmlformats.org/officeDocument/2006/relationships/slideMaster" Target="../slideMasters/slideMaster5.xml"/></Relationships>
</file>

<file path=ppt/slideLayouts/_rels/slideLayout17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 Target="../slides/slide6.xml"/><Relationship Id="rId1" Type="http://schemas.openxmlformats.org/officeDocument/2006/relationships/slideMaster" Target="../slideMasters/slideMaster5.xml"/></Relationships>
</file>

<file path=ppt/slideLayouts/_rels/slideLayout17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 Target="../slides/slide6.xml"/><Relationship Id="rId1" Type="http://schemas.openxmlformats.org/officeDocument/2006/relationships/slideMaster" Target="../slideMasters/slideMaster5.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 Target="../slides/slide6.xml"/><Relationship Id="rId1" Type="http://schemas.openxmlformats.org/officeDocument/2006/relationships/slideMaster" Target="../slideMasters/slideMaster5.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 Target="../slides/slide6.xml"/><Relationship Id="rId1" Type="http://schemas.openxmlformats.org/officeDocument/2006/relationships/slideMaster" Target="../slideMasters/slideMaster6.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 Target="../slides/slide6.xml"/><Relationship Id="rId1" Type="http://schemas.openxmlformats.org/officeDocument/2006/relationships/slideMaster" Target="../slideMasters/slideMaster6.xml"/></Relationships>
</file>

<file path=ppt/slideLayouts/_rels/slideLayout19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 Target="../slides/slide6.xml"/><Relationship Id="rId1" Type="http://schemas.openxmlformats.org/officeDocument/2006/relationships/slideMaster" Target="../slideMasters/slideMaster6.xml"/></Relationships>
</file>

<file path=ppt/slideLayouts/_rels/slideLayout20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 Target="../slides/slide6.xml"/><Relationship Id="rId1" Type="http://schemas.openxmlformats.org/officeDocument/2006/relationships/slideMaster" Target="../slideMasters/slideMaster6.xml"/></Relationships>
</file>

<file path=ppt/slideLayouts/_rels/slideLayout20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 Target="../slides/slide6.xml"/><Relationship Id="rId1" Type="http://schemas.openxmlformats.org/officeDocument/2006/relationships/slideMaster" Target="../slideMasters/slideMaster6.xml"/></Relationships>
</file>

<file path=ppt/slideLayouts/_rels/slideLayout20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 Target="../slides/slide6.xml"/><Relationship Id="rId1" Type="http://schemas.openxmlformats.org/officeDocument/2006/relationships/slideMaster" Target="../slideMasters/slideMaster6.xml"/></Relationships>
</file>

<file path=ppt/slideLayouts/_rels/slideLayout20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 Target="../slides/slide6.xml"/><Relationship Id="rId1" Type="http://schemas.openxmlformats.org/officeDocument/2006/relationships/slideMaster" Target="../slideMasters/slideMaster6.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 Target="../slides/slide6.xml"/><Relationship Id="rId1" Type="http://schemas.openxmlformats.org/officeDocument/2006/relationships/slideMaster" Target="../slideMasters/slideMaster6.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 Target="../slides/slide6.xml"/><Relationship Id="rId1" Type="http://schemas.openxmlformats.org/officeDocument/2006/relationships/slideMaster" Target="../slideMasters/slideMaster6.xml"/></Relationships>
</file>

<file path=ppt/slideLayouts/_rels/slideLayout2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 Target="../slides/slide6.xml"/><Relationship Id="rId1" Type="http://schemas.openxmlformats.org/officeDocument/2006/relationships/slideMaster" Target="../slideMasters/slideMaster6.xml"/></Relationships>
</file>

<file path=ppt/slideLayouts/_rels/slideLayout2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 Target="../slides/slide6.xml"/><Relationship Id="rId1" Type="http://schemas.openxmlformats.org/officeDocument/2006/relationships/slideMaster" Target="../slideMasters/slideMaster6.xml"/></Relationships>
</file>

<file path=ppt/slideLayouts/_rels/slideLayout2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 Target="../slides/slide6.xml"/><Relationship Id="rId1" Type="http://schemas.openxmlformats.org/officeDocument/2006/relationships/slideMaster" Target="../slideMasters/slideMaster6.xml"/></Relationships>
</file>

<file path=ppt/slideLayouts/_rels/slideLayout2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 Target="../slides/slide6.xml"/><Relationship Id="rId1" Type="http://schemas.openxmlformats.org/officeDocument/2006/relationships/slideMaster" Target="../slideMasters/slideMaster6.xml"/></Relationships>
</file>

<file path=ppt/slideLayouts/_rels/slideLayout2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 Target="../slides/slide6.xml"/><Relationship Id="rId1" Type="http://schemas.openxmlformats.org/officeDocument/2006/relationships/slideMaster" Target="../slideMasters/slideMaster6.xml"/></Relationships>
</file>

<file path=ppt/slideLayouts/_rels/slideLayout2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 Target="../slides/slide6.xml"/><Relationship Id="rId1" Type="http://schemas.openxmlformats.org/officeDocument/2006/relationships/slideMaster" Target="../slideMasters/slideMaster6.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 Target="../slides/slide6.xml"/><Relationship Id="rId1" Type="http://schemas.openxmlformats.org/officeDocument/2006/relationships/slideMaster" Target="../slideMasters/slideMaster6.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 Target="../slides/slide6.xml"/><Relationship Id="rId1" Type="http://schemas.openxmlformats.org/officeDocument/2006/relationships/slideMaster" Target="../slideMasters/slideMaster6.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 Target="../slides/slide6.xml"/><Relationship Id="rId1" Type="http://schemas.openxmlformats.org/officeDocument/2006/relationships/slideMaster" Target="../slideMasters/slideMaster7.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 Target="../slides/slide6.xml"/><Relationship Id="rId1" Type="http://schemas.openxmlformats.org/officeDocument/2006/relationships/slideMaster" Target="../slideMasters/slideMaster7.xml"/></Relationships>
</file>

<file path=ppt/slideLayouts/_rels/slideLayout24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 Target="../slides/slide6.xml"/><Relationship Id="rId1" Type="http://schemas.openxmlformats.org/officeDocument/2006/relationships/slideMaster" Target="../slideMasters/slideMaster7.xml"/></Relationships>
</file>

<file path=ppt/slideLayouts/_rels/slideLayout24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 Target="../slides/slide6.xml"/><Relationship Id="rId1" Type="http://schemas.openxmlformats.org/officeDocument/2006/relationships/slideMaster" Target="../slideMasters/slideMaster7.xml"/></Relationships>
</file>

<file path=ppt/slideLayouts/_rels/slideLayout24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 Target="../slides/slide6.xml"/><Relationship Id="rId1" Type="http://schemas.openxmlformats.org/officeDocument/2006/relationships/slideMaster" Target="../slideMasters/slideMaster7.xml"/></Relationships>
</file>

<file path=ppt/slideLayouts/_rels/slideLayout24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 Target="../slides/slide6.xml"/><Relationship Id="rId1" Type="http://schemas.openxmlformats.org/officeDocument/2006/relationships/slideMaster" Target="../slideMasters/slideMaster7.xml"/></Relationships>
</file>

<file path=ppt/slideLayouts/_rels/slideLayout25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 Target="../slides/slide6.xml"/><Relationship Id="rId1" Type="http://schemas.openxmlformats.org/officeDocument/2006/relationships/slideMaster" Target="../slideMasters/slideMaster7.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5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 Target="../slides/slide6.xml"/><Relationship Id="rId1" Type="http://schemas.openxmlformats.org/officeDocument/2006/relationships/slideMaster" Target="../slideMasters/slideMaster7.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5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 Target="../slides/slide6.xml"/><Relationship Id="rId1" Type="http://schemas.openxmlformats.org/officeDocument/2006/relationships/slideMaster" Target="../slideMasters/slideMaster7.xml"/></Relationships>
</file>

<file path=ppt/slideLayouts/_rels/slideLayout25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 Target="../slides/slide6.xml"/><Relationship Id="rId1" Type="http://schemas.openxmlformats.org/officeDocument/2006/relationships/slideMaster" Target="../slideMasters/slideMaster7.xml"/></Relationships>
</file>

<file path=ppt/slideLayouts/_rels/slideLayout25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 Target="../slides/slide6.xml"/><Relationship Id="rId1" Type="http://schemas.openxmlformats.org/officeDocument/2006/relationships/slideMaster" Target="../slideMasters/slideMaster7.xml"/></Relationships>
</file>

<file path=ppt/slideLayouts/_rels/slideLayout26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 Target="../slides/slide6.xml"/><Relationship Id="rId1" Type="http://schemas.openxmlformats.org/officeDocument/2006/relationships/slideMaster" Target="../slideMasters/slideMaster7.xml"/></Relationships>
</file>

<file path=ppt/slideLayouts/_rels/slideLayout26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 Target="../slides/slide6.xml"/><Relationship Id="rId1" Type="http://schemas.openxmlformats.org/officeDocument/2006/relationships/slideMaster" Target="../slideMasters/slideMaster7.xml"/></Relationships>
</file>

<file path=ppt/slideLayouts/_rels/slideLayout26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 Target="../slides/slide6.xml"/><Relationship Id="rId1" Type="http://schemas.openxmlformats.org/officeDocument/2006/relationships/slideMaster" Target="../slideMasters/slideMaster7.xml"/></Relationships>
</file>

<file path=ppt/slideLayouts/_rels/slideLayout26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 Target="../slides/slide6.xml"/><Relationship Id="rId1" Type="http://schemas.openxmlformats.org/officeDocument/2006/relationships/slideMaster" Target="../slideMasters/slideMaster7.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6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 Target="../slides/slide6.xml"/><Relationship Id="rId1" Type="http://schemas.openxmlformats.org/officeDocument/2006/relationships/slideMaster" Target="../slideMasters/slideMaster7.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 Target="../slides/slide6.xml"/><Relationship Id="rId1" Type="http://schemas.openxmlformats.org/officeDocument/2006/relationships/slideMaster" Target="../slideMasters/slideMaster7.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7.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0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8.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2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9.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2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9.xml"/></Relationships>
</file>

<file path=ppt/slideLayouts/_rels/slideLayout32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9.xml"/></Relationships>
</file>

<file path=ppt/slideLayouts/_rels/slideLayout32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9.xml"/></Relationships>
</file>

<file path=ppt/slideLayouts/_rels/slideLayout32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9.xml"/></Relationships>
</file>

<file path=ppt/slideLayouts/_rels/slideLayout32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9.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3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9.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3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3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9.xml"/></Relationships>
</file>

<file path=ppt/slideLayouts/_rels/slideLayout33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9.xml"/></Relationships>
</file>

<file path=ppt/slideLayouts/_rels/slideLayout33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9.xml"/></Relationships>
</file>

<file path=ppt/slideLayouts/_rels/slideLayout33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9.xml"/></Relationships>
</file>

<file path=ppt/slideLayouts/_rels/slideLayout34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9.xml"/></Relationships>
</file>

<file path=ppt/slideLayouts/_rels/slideLayout34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9.xml"/></Relationships>
</file>

<file path=ppt/slideLayouts/_rels/slideLayout34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9.xml"/></Relationships>
</file>

<file path=ppt/slideLayouts/_rels/slideLayout34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4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9.xml"/></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4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4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4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5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9.xml"/></Relationships>
</file>

<file path=ppt/slideLayouts/_rels/slideLayout35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9.xml"/></Relationships>
</file>

<file path=ppt/slideLayouts/_rels/slideLayout35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5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5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5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5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5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5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6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0.xml"/><Relationship Id="rId4" Type="http://schemas.openxmlformats.org/officeDocument/2006/relationships/image" Target="../media/image7.png"/></Relationships>
</file>

<file path=ppt/slideLayouts/_rels/slideLayout36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6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6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6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6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6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6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6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7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7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7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7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7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7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7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7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7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7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8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8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8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8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8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8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8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8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8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8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9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9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9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9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9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9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0.xml"/></Relationships>
</file>

<file path=ppt/slideLayouts/_rels/slideLayout39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9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ver Slide">
    <p:bg>
      <p:bgPr>
        <a:gradFill rotWithShape="0">
          <a:gsLst>
            <a:gs pos="0">
              <a:schemeClr val="accent2"/>
            </a:gs>
            <a:gs pos="100000">
              <a:schemeClr val="tx1"/>
            </a:gs>
          </a:gsLst>
          <a:lin ang="0"/>
        </a:gradFill>
        <a:effectLst/>
      </p:bgPr>
    </p:bg>
    <p:spTree>
      <p:nvGrpSpPr>
        <p:cNvPr id="1" name=""/>
        <p:cNvGrpSpPr/>
        <p:nvPr/>
      </p:nvGrpSpPr>
      <p:grpSpPr>
        <a:xfrm>
          <a:off x="0" y="0"/>
          <a:ext cx="0" cy="0"/>
          <a:chOff x="0" y="0"/>
          <a:chExt cx="0" cy="0"/>
        </a:xfrm>
      </p:grpSpPr>
      <p:pic>
        <p:nvPicPr>
          <p:cNvPr id="3" name="Picture 5"/>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191875" y="322263"/>
            <a:ext cx="695325" cy="280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7"/>
          <p:cNvPicPr>
            <a:picLocks noChangeAspect="1"/>
          </p:cNvPicPr>
          <p:nvPr userDrawn="1"/>
        </p:nvPicPr>
        <p:blipFill>
          <a:blip r:embed="rId3">
            <a:extLst>
              <a:ext uri="{28A0092B-C50C-407E-A947-70E740481C1C}">
                <a14:useLocalDpi xmlns:a14="http://schemas.microsoft.com/office/drawing/2010/main" val="0"/>
              </a:ext>
            </a:extLst>
          </a:blip>
          <a:srcRect l="15132" t="30197" r="15582" b="32339"/>
          <a:stretch>
            <a:fillRect/>
          </a:stretch>
        </p:blipFill>
        <p:spPr bwMode="auto">
          <a:xfrm>
            <a:off x="9880600" y="6140450"/>
            <a:ext cx="2098675" cy="53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BCK_PEG_[01].png"/>
          <p:cNvPicPr>
            <a:picLocks noChangeAspect="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4662488" y="2162175"/>
            <a:ext cx="2867025" cy="253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4" name="Title 3"/>
          <p:cNvSpPr>
            <a:spLocks noGrp="1"/>
          </p:cNvSpPr>
          <p:nvPr>
            <p:ph type="title"/>
          </p:nvPr>
        </p:nvSpPr>
        <p:spPr>
          <a:xfrm>
            <a:off x="304803" y="271708"/>
            <a:ext cx="5486401" cy="5972459"/>
          </a:xfrm>
        </p:spPr>
        <p:txBody>
          <a:bodyPr/>
          <a:lstStyle>
            <a:lvl1pPr>
              <a:lnSpc>
                <a:spcPct val="90000"/>
              </a:lnSpc>
              <a:defRPr sz="3200" b="0">
                <a:solidFill>
                  <a:schemeClr val="bg2"/>
                </a:solidFill>
              </a:defRPr>
            </a:lvl1pPr>
          </a:lstStyle>
          <a:p>
            <a:r>
              <a:rPr lang="en-US"/>
              <a:t>Click to edit Master title style</a:t>
            </a:r>
            <a:endParaRPr lang="en-US" dirty="0"/>
          </a:p>
        </p:txBody>
      </p:sp>
      <p:sp>
        <p:nvSpPr>
          <p:cNvPr id="7" name="Footer Placeholder 1"/>
          <p:cNvSpPr>
            <a:spLocks noGrp="1"/>
          </p:cNvSpPr>
          <p:nvPr>
            <p:ph type="ftr" sz="quarter" idx="10"/>
          </p:nvPr>
        </p:nvSpPr>
        <p:spPr>
          <a:xfrm>
            <a:off x="304800" y="6437313"/>
            <a:ext cx="8534400" cy="182562"/>
          </a:xfrm>
        </p:spPr>
        <p:txBody>
          <a:bodyPr/>
          <a:lstStyle>
            <a:lvl1pPr defTabSz="914400" eaLnBrk="0" fontAlgn="base" hangingPunct="0">
              <a:spcBef>
                <a:spcPct val="0"/>
              </a:spcBef>
              <a:spcAft>
                <a:spcPct val="0"/>
              </a:spcAft>
              <a:defRPr>
                <a:solidFill>
                  <a:srgbClr val="FFFFFF"/>
                </a:solidFill>
              </a:defRPr>
            </a:lvl1pPr>
          </a:lstStyle>
          <a:p>
            <a:pPr>
              <a:defRPr/>
            </a:pPr>
            <a:r>
              <a:rPr lang="en-US"/>
              <a:t>IBM Cloud  / February 08, 2018 / © 2018 IBM Corporation</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ivider">
    <p:spTree>
      <p:nvGrpSpPr>
        <p:cNvPr id="1" name=""/>
        <p:cNvGrpSpPr/>
        <p:nvPr/>
      </p:nvGrpSpPr>
      <p:grpSpPr>
        <a:xfrm>
          <a:off x="0" y="0"/>
          <a:ext cx="0" cy="0"/>
          <a:chOff x="0" y="0"/>
          <a:chExt cx="0" cy="0"/>
        </a:xfrm>
      </p:grpSpPr>
      <p:sp>
        <p:nvSpPr>
          <p:cNvPr id="5" name="Title 4"/>
          <p:cNvSpPr>
            <a:spLocks noGrp="1"/>
          </p:cNvSpPr>
          <p:nvPr>
            <p:ph type="title"/>
          </p:nvPr>
        </p:nvSpPr>
        <p:spPr>
          <a:xfrm>
            <a:off x="304800" y="268224"/>
            <a:ext cx="5486400" cy="5991669"/>
          </a:xfrm>
        </p:spPr>
        <p:txBody>
          <a:bodyPr/>
          <a:lstStyle>
            <a:lvl1pPr>
              <a:lnSpc>
                <a:spcPct val="90000"/>
              </a:lnSpc>
              <a:defRPr>
                <a:solidFill>
                  <a:schemeClr val="bg2"/>
                </a:solidFill>
              </a:defRPr>
            </a:lvl1pPr>
          </a:lstStyle>
          <a:p>
            <a:r>
              <a:rPr lang="en-US"/>
              <a:t>Click to edit Master title style</a:t>
            </a:r>
            <a:endParaRPr lang="en-US" dirty="0"/>
          </a:p>
        </p:txBody>
      </p:sp>
      <p:sp>
        <p:nvSpPr>
          <p:cNvPr id="3" name="Footer Placeholder 2"/>
          <p:cNvSpPr>
            <a:spLocks noGrp="1"/>
          </p:cNvSpPr>
          <p:nvPr>
            <p:ph type="ftr" sz="quarter" idx="10"/>
          </p:nvPr>
        </p:nvSpPr>
        <p:spPr/>
        <p:txBody>
          <a:bodyPr/>
          <a:lstStyle>
            <a:lvl1pPr defTabSz="914400" eaLnBrk="0" fontAlgn="base" hangingPunct="0">
              <a:spcBef>
                <a:spcPct val="0"/>
              </a:spcBef>
              <a:spcAft>
                <a:spcPct val="0"/>
              </a:spcAft>
              <a:defRPr>
                <a:solidFill>
                  <a:srgbClr val="FFFFFF"/>
                </a:solidFill>
              </a:defRPr>
            </a:lvl1pPr>
          </a:lstStyle>
          <a:p>
            <a:pPr>
              <a:defRPr/>
            </a:pPr>
            <a:r>
              <a:rPr lang="en-US"/>
              <a:t>IBM Cloud  / February 08, 2018 / © 2018 IBM Corporation</a:t>
            </a:r>
          </a:p>
        </p:txBody>
      </p:sp>
      <p:sp>
        <p:nvSpPr>
          <p:cNvPr id="4" name="Slide Number Placeholder 3"/>
          <p:cNvSpPr>
            <a:spLocks noGrp="1"/>
          </p:cNvSpPr>
          <p:nvPr>
            <p:ph type="sldNum" sz="quarter" idx="11"/>
          </p:nvPr>
        </p:nvSpPr>
        <p:spPr/>
        <p:txBody>
          <a:bodyPr/>
          <a:lstStyle>
            <a:lvl1pPr defTabSz="914400" eaLnBrk="0" hangingPunct="0">
              <a:defRPr/>
            </a:lvl1pPr>
          </a:lstStyle>
          <a:p>
            <a:fld id="{999A220F-70A7-1244-8CF1-C5EF0CCDB5C6}" type="slidenum">
              <a:rPr lang="en-US" altLang="x-none"/>
              <a:pPr/>
              <a:t>‹#›</a:t>
            </a:fld>
            <a:endParaRPr lang="en-US" altLang="x-non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der (with page contents)">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40968"/>
          </a:xfrm>
        </p:spPr>
        <p:txBody>
          <a:bodyPr/>
          <a:lstStyle/>
          <a:p>
            <a:r>
              <a:rPr lang="en-US"/>
              <a:t>Click to edit Master title style</a:t>
            </a:r>
            <a:endParaRPr lang="en-US" dirty="0"/>
          </a:p>
        </p:txBody>
      </p:sp>
      <p:sp>
        <p:nvSpPr>
          <p:cNvPr id="6" name="Text Placeholder 5"/>
          <p:cNvSpPr>
            <a:spLocks noGrp="1"/>
          </p:cNvSpPr>
          <p:nvPr>
            <p:ph type="body" sz="quarter" idx="12"/>
          </p:nvPr>
        </p:nvSpPr>
        <p:spPr>
          <a:xfrm>
            <a:off x="304800" y="1498600"/>
            <a:ext cx="5486400" cy="4779264"/>
          </a:xfrm>
        </p:spPr>
        <p:txBody>
          <a:bodyPr/>
          <a:lstStyle>
            <a:lvl1pPr marL="0" indent="0">
              <a:spcBef>
                <a:spcPts val="0"/>
              </a:spcBef>
              <a:tabLst>
                <a:tab pos="5245006" algn="dec"/>
              </a:tabLst>
              <a:defRPr/>
            </a:lvl1pPr>
            <a:lvl2pPr marL="230370" indent="-230370">
              <a:spcBef>
                <a:spcPts val="0"/>
              </a:spcBef>
              <a:tabLst/>
              <a:defRPr/>
            </a:lvl2pPr>
            <a:lvl3pPr>
              <a:spcBef>
                <a:spcPts val="0"/>
              </a:spcBef>
              <a:defRPr/>
            </a:lvl3pPr>
            <a:lvl4pPr>
              <a:spcBef>
                <a:spcPts val="0"/>
              </a:spcBef>
              <a:defRPr/>
            </a:lvl4pPr>
            <a:lvl5pPr>
              <a:spcBef>
                <a:spcPts val="0"/>
              </a:spcBef>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6"/>
          <p:cNvSpPr>
            <a:spLocks noGrp="1"/>
          </p:cNvSpPr>
          <p:nvPr>
            <p:ph type="body" sz="quarter" idx="13"/>
          </p:nvPr>
        </p:nvSpPr>
        <p:spPr>
          <a:xfrm>
            <a:off x="6400800" y="1498600"/>
            <a:ext cx="5486400" cy="4779264"/>
          </a:xfrm>
        </p:spPr>
        <p:txBody>
          <a:bodyPr/>
          <a:lstStyle>
            <a:lvl1pPr marL="0" indent="0">
              <a:spcBef>
                <a:spcPts val="0"/>
              </a:spcBef>
              <a:tabLst>
                <a:tab pos="5245006" algn="dec"/>
              </a:tabLst>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2"/>
          <p:cNvSpPr>
            <a:spLocks noGrp="1"/>
          </p:cNvSpPr>
          <p:nvPr>
            <p:ph type="sldNum" sz="quarter" idx="14"/>
          </p:nvPr>
        </p:nvSpPr>
        <p:spPr/>
        <p:txBody>
          <a:bodyPr/>
          <a:lstStyle>
            <a:lvl1pPr defTabSz="914400" eaLnBrk="0" hangingPunct="0">
              <a:defRPr/>
            </a:lvl1pPr>
          </a:lstStyle>
          <a:p>
            <a:fld id="{8DA1F74D-26ED-CB40-863E-44AB23A15A44}" type="slidenum">
              <a:rPr lang="en-US" altLang="x-none"/>
              <a:pPr/>
              <a:t>‹#›</a:t>
            </a:fld>
            <a:endParaRPr lang="en-US" altLang="x-none"/>
          </a:p>
        </p:txBody>
      </p:sp>
      <p:sp>
        <p:nvSpPr>
          <p:cNvPr id="8" name="Footer Placeholder 3"/>
          <p:cNvSpPr>
            <a:spLocks noGrp="1"/>
          </p:cNvSpPr>
          <p:nvPr>
            <p:ph type="ftr" sz="quarter" idx="15"/>
          </p:nvPr>
        </p:nvSpPr>
        <p:spPr/>
        <p:txBody>
          <a:bodyPr/>
          <a:lstStyle>
            <a:lvl1pPr defTabSz="914400" eaLnBrk="0" fontAlgn="base" hangingPunct="0">
              <a:spcBef>
                <a:spcPct val="0"/>
              </a:spcBef>
              <a:spcAft>
                <a:spcPct val="0"/>
              </a:spcAft>
              <a:defRPr/>
            </a:lvl1pPr>
          </a:lstStyle>
          <a:p>
            <a:pPr>
              <a:defRPr/>
            </a:pPr>
            <a:r>
              <a:rPr lang="en-US"/>
              <a:t>IBM Cloud  / February 08, 2018 / © 2018 IBM Corporation</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fact, number">
    <p:spTree>
      <p:nvGrpSpPr>
        <p:cNvPr id="1" name=""/>
        <p:cNvGrpSpPr/>
        <p:nvPr/>
      </p:nvGrpSpPr>
      <p:grpSpPr>
        <a:xfrm>
          <a:off x="0" y="0"/>
          <a:ext cx="0" cy="0"/>
          <a:chOff x="0" y="0"/>
          <a:chExt cx="0" cy="0"/>
        </a:xfrm>
      </p:grpSpPr>
      <p:sp>
        <p:nvSpPr>
          <p:cNvPr id="2" name="Title 1"/>
          <p:cNvSpPr>
            <a:spLocks noGrp="1"/>
          </p:cNvSpPr>
          <p:nvPr>
            <p:ph type="title"/>
          </p:nvPr>
        </p:nvSpPr>
        <p:spPr>
          <a:xfrm>
            <a:off x="304800" y="280424"/>
            <a:ext cx="5486400" cy="1338409"/>
          </a:xfrm>
        </p:spPr>
        <p:txBody>
          <a:bodyPr/>
          <a:lstStyle>
            <a:lvl1pPr>
              <a:defRPr sz="2133">
                <a:solidFill>
                  <a:schemeClr val="bg2"/>
                </a:solidFill>
              </a:defRPr>
            </a:lvl1pPr>
          </a:lstStyle>
          <a:p>
            <a:r>
              <a:rPr lang="en-US"/>
              <a:t>Click to edit Master title style</a:t>
            </a:r>
            <a:endParaRPr lang="en-US" dirty="0"/>
          </a:p>
        </p:txBody>
      </p:sp>
      <p:sp>
        <p:nvSpPr>
          <p:cNvPr id="8" name="Text Placeholder 7"/>
          <p:cNvSpPr>
            <a:spLocks noGrp="1"/>
          </p:cNvSpPr>
          <p:nvPr>
            <p:ph type="body" sz="quarter" idx="12"/>
          </p:nvPr>
        </p:nvSpPr>
        <p:spPr>
          <a:xfrm>
            <a:off x="192501" y="1354244"/>
            <a:ext cx="5486400" cy="4145280"/>
          </a:xfrm>
        </p:spPr>
        <p:txBody>
          <a:bodyPr/>
          <a:lstStyle>
            <a:lvl1pPr>
              <a:lnSpc>
                <a:spcPct val="90000"/>
              </a:lnSpc>
              <a:spcBef>
                <a:spcPts val="0"/>
              </a:spcBef>
              <a:defRPr sz="12800" b="1" baseline="0">
                <a:solidFill>
                  <a:schemeClr val="bg2"/>
                </a:solidFill>
                <a:latin typeface="+mj-lt"/>
                <a:ea typeface="IBM Plex Mono" charset="0"/>
                <a:cs typeface="IBM Plex Mono" charset="0"/>
              </a:defRPr>
            </a:lvl1pPr>
          </a:lstStyle>
          <a:p>
            <a:pPr lvl="0"/>
            <a:r>
              <a:rPr lang="en-US"/>
              <a:t>Edit Master text styles</a:t>
            </a:r>
          </a:p>
        </p:txBody>
      </p:sp>
      <p:sp>
        <p:nvSpPr>
          <p:cNvPr id="4" name="Slide Number Placeholder 2"/>
          <p:cNvSpPr>
            <a:spLocks noGrp="1"/>
          </p:cNvSpPr>
          <p:nvPr>
            <p:ph type="sldNum" sz="quarter" idx="13"/>
          </p:nvPr>
        </p:nvSpPr>
        <p:spPr/>
        <p:txBody>
          <a:bodyPr/>
          <a:lstStyle>
            <a:lvl1pPr defTabSz="914400" eaLnBrk="0" hangingPunct="0">
              <a:defRPr/>
            </a:lvl1pPr>
          </a:lstStyle>
          <a:p>
            <a:fld id="{1E33AF2E-23C1-3141-B0F7-27265F5C05A6}" type="slidenum">
              <a:rPr lang="en-US" altLang="x-none"/>
              <a:pPr/>
              <a:t>‹#›</a:t>
            </a:fld>
            <a:endParaRPr lang="en-US" altLang="x-none"/>
          </a:p>
        </p:txBody>
      </p:sp>
      <p:sp>
        <p:nvSpPr>
          <p:cNvPr id="5" name="Footer Placeholder 3"/>
          <p:cNvSpPr>
            <a:spLocks noGrp="1"/>
          </p:cNvSpPr>
          <p:nvPr>
            <p:ph type="ftr" sz="quarter" idx="14"/>
          </p:nvPr>
        </p:nvSpPr>
        <p:spPr/>
        <p:txBody>
          <a:bodyPr/>
          <a:lstStyle>
            <a:lvl1pPr defTabSz="914400" eaLnBrk="0" fontAlgn="base" hangingPunct="0">
              <a:spcBef>
                <a:spcPct val="0"/>
              </a:spcBef>
              <a:spcAft>
                <a:spcPct val="0"/>
              </a:spcAft>
              <a:defRPr>
                <a:solidFill>
                  <a:srgbClr val="FFFFFF"/>
                </a:solidFill>
              </a:defRPr>
            </a:lvl1pPr>
          </a:lstStyle>
          <a:p>
            <a:pPr>
              <a:defRPr/>
            </a:pPr>
            <a:r>
              <a:rPr lang="en-US"/>
              <a:t>IBM Cloud  / February 08, 2018 / © 2018 IBM Corporation</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fact, number, half-image (bleeds)">
    <p:spTree>
      <p:nvGrpSpPr>
        <p:cNvPr id="1" name=""/>
        <p:cNvGrpSpPr/>
        <p:nvPr/>
      </p:nvGrpSpPr>
      <p:grpSpPr>
        <a:xfrm>
          <a:off x="0" y="0"/>
          <a:ext cx="0" cy="0"/>
          <a:chOff x="0" y="0"/>
          <a:chExt cx="0" cy="0"/>
        </a:xfrm>
      </p:grpSpPr>
      <p:sp>
        <p:nvSpPr>
          <p:cNvPr id="2" name="Title 1"/>
          <p:cNvSpPr>
            <a:spLocks noGrp="1"/>
          </p:cNvSpPr>
          <p:nvPr>
            <p:ph type="title"/>
          </p:nvPr>
        </p:nvSpPr>
        <p:spPr>
          <a:xfrm>
            <a:off x="304800" y="280424"/>
            <a:ext cx="5486400" cy="1338409"/>
          </a:xfrm>
        </p:spPr>
        <p:txBody>
          <a:bodyPr/>
          <a:lstStyle>
            <a:lvl1pPr>
              <a:defRPr sz="2133">
                <a:solidFill>
                  <a:schemeClr val="bg2"/>
                </a:solidFill>
              </a:defRPr>
            </a:lvl1pPr>
          </a:lstStyle>
          <a:p>
            <a:r>
              <a:rPr lang="en-US"/>
              <a:t>Click to edit Master title style</a:t>
            </a:r>
            <a:endParaRPr lang="en-US" dirty="0"/>
          </a:p>
        </p:txBody>
      </p:sp>
      <p:sp>
        <p:nvSpPr>
          <p:cNvPr id="8" name="Text Placeholder 7"/>
          <p:cNvSpPr>
            <a:spLocks noGrp="1"/>
          </p:cNvSpPr>
          <p:nvPr>
            <p:ph type="body" sz="quarter" idx="12"/>
          </p:nvPr>
        </p:nvSpPr>
        <p:spPr>
          <a:xfrm>
            <a:off x="192501" y="1354244"/>
            <a:ext cx="5486400" cy="4145280"/>
          </a:xfrm>
        </p:spPr>
        <p:txBody>
          <a:bodyPr/>
          <a:lstStyle>
            <a:lvl1pPr>
              <a:lnSpc>
                <a:spcPct val="90000"/>
              </a:lnSpc>
              <a:spcBef>
                <a:spcPts val="0"/>
              </a:spcBef>
              <a:defRPr sz="12800" b="1" baseline="0">
                <a:solidFill>
                  <a:schemeClr val="bg2"/>
                </a:solidFill>
                <a:latin typeface="+mj-lt"/>
                <a:ea typeface="IBM Plex Mono" charset="0"/>
                <a:cs typeface="IBM Plex Mono" charset="0"/>
              </a:defRPr>
            </a:lvl1pPr>
          </a:lstStyle>
          <a:p>
            <a:pPr lvl="0"/>
            <a:r>
              <a:rPr lang="en-US"/>
              <a:t>Edit Master text styles</a:t>
            </a:r>
          </a:p>
        </p:txBody>
      </p:sp>
      <p:sp>
        <p:nvSpPr>
          <p:cNvPr id="6" name="Picture Placeholder 5"/>
          <p:cNvSpPr>
            <a:spLocks noGrp="1"/>
          </p:cNvSpPr>
          <p:nvPr>
            <p:ph type="pic" sz="quarter" idx="13"/>
          </p:nvPr>
        </p:nvSpPr>
        <p:spPr>
          <a:xfrm>
            <a:off x="6096000" y="0"/>
            <a:ext cx="6096000" cy="6858000"/>
          </a:xfrm>
        </p:spPr>
        <p:txBody>
          <a:bodyPr/>
          <a:lstStyle>
            <a:lvl1pPr>
              <a:defRPr>
                <a:solidFill>
                  <a:schemeClr val="bg2"/>
                </a:solidFill>
              </a:defRPr>
            </a:lvl1pPr>
          </a:lstStyle>
          <a:p>
            <a:pPr lvl="0"/>
            <a:r>
              <a:rPr lang="en-US" noProof="0"/>
              <a:t>Click icon to add picture</a:t>
            </a:r>
          </a:p>
        </p:txBody>
      </p:sp>
      <p:sp>
        <p:nvSpPr>
          <p:cNvPr id="5" name="Slide Number Placeholder 2"/>
          <p:cNvSpPr>
            <a:spLocks noGrp="1"/>
          </p:cNvSpPr>
          <p:nvPr>
            <p:ph type="sldNum" sz="quarter" idx="14"/>
          </p:nvPr>
        </p:nvSpPr>
        <p:spPr/>
        <p:txBody>
          <a:bodyPr/>
          <a:lstStyle>
            <a:lvl1pPr defTabSz="914400" eaLnBrk="0" hangingPunct="0">
              <a:defRPr/>
            </a:lvl1pPr>
          </a:lstStyle>
          <a:p>
            <a:fld id="{3907E29A-D4E9-C74F-942B-3A491ADDBF41}" type="slidenum">
              <a:rPr lang="en-US" altLang="x-none"/>
              <a:pPr/>
              <a:t>‹#›</a:t>
            </a:fld>
            <a:endParaRPr lang="en-US" altLang="x-none"/>
          </a:p>
        </p:txBody>
      </p:sp>
      <p:sp>
        <p:nvSpPr>
          <p:cNvPr id="7" name="Footer Placeholder 3"/>
          <p:cNvSpPr>
            <a:spLocks noGrp="1"/>
          </p:cNvSpPr>
          <p:nvPr>
            <p:ph type="ftr" sz="quarter" idx="15"/>
          </p:nvPr>
        </p:nvSpPr>
        <p:spPr/>
        <p:txBody>
          <a:bodyPr/>
          <a:lstStyle>
            <a:lvl1pPr defTabSz="914400" eaLnBrk="0" fontAlgn="base" hangingPunct="0">
              <a:spcBef>
                <a:spcPct val="0"/>
              </a:spcBef>
              <a:spcAft>
                <a:spcPct val="0"/>
              </a:spcAft>
              <a:defRPr>
                <a:solidFill>
                  <a:srgbClr val="FFFFFF"/>
                </a:solidFill>
              </a:defRPr>
            </a:lvl1pPr>
          </a:lstStyle>
          <a:p>
            <a:pPr>
              <a:defRPr/>
            </a:pPr>
            <a:r>
              <a:rPr lang="en-US"/>
              <a:t>IBM Cloud  / February 08, 2018 / © 2018 IBM Corporation</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ig text">
    <p:spTree>
      <p:nvGrpSpPr>
        <p:cNvPr id="1" name=""/>
        <p:cNvGrpSpPr/>
        <p:nvPr/>
      </p:nvGrpSpPr>
      <p:grpSpPr>
        <a:xfrm>
          <a:off x="0" y="0"/>
          <a:ext cx="0" cy="0"/>
          <a:chOff x="0" y="0"/>
          <a:chExt cx="0" cy="0"/>
        </a:xfrm>
      </p:grpSpPr>
      <p:sp>
        <p:nvSpPr>
          <p:cNvPr id="2" name="Title 1"/>
          <p:cNvSpPr>
            <a:spLocks noGrp="1"/>
          </p:cNvSpPr>
          <p:nvPr>
            <p:ph type="title"/>
          </p:nvPr>
        </p:nvSpPr>
        <p:spPr>
          <a:xfrm>
            <a:off x="208544" y="112949"/>
            <a:ext cx="11582400" cy="5964767"/>
          </a:xfrm>
        </p:spPr>
        <p:txBody>
          <a:bodyPr/>
          <a:lstStyle>
            <a:lvl1pPr>
              <a:lnSpc>
                <a:spcPct val="90000"/>
              </a:lnSpc>
              <a:defRPr sz="12800" b="1" i="0">
                <a:latin typeface="+mj-lt"/>
                <a:ea typeface="IBM Plex Mono" charset="0"/>
                <a:cs typeface="IBM Plex Mono" charset="0"/>
              </a:defRPr>
            </a:lvl1p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lvl1pPr defTabSz="914400" eaLnBrk="0" hangingPunct="0">
              <a:defRPr/>
            </a:lvl1pPr>
          </a:lstStyle>
          <a:p>
            <a:fld id="{9AEDC686-8A56-B24F-8742-B3DAEB2D82CF}" type="slidenum">
              <a:rPr lang="en-US" altLang="x-none"/>
              <a:pPr/>
              <a:t>‹#›</a:t>
            </a:fld>
            <a:endParaRPr lang="en-US" altLang="x-none"/>
          </a:p>
        </p:txBody>
      </p:sp>
      <p:sp>
        <p:nvSpPr>
          <p:cNvPr id="4" name="Footer Placeholder 3"/>
          <p:cNvSpPr>
            <a:spLocks noGrp="1"/>
          </p:cNvSpPr>
          <p:nvPr>
            <p:ph type="ftr" sz="quarter" idx="11"/>
          </p:nvPr>
        </p:nvSpPr>
        <p:spPr/>
        <p:txBody>
          <a:bodyPr/>
          <a:lstStyle>
            <a:lvl1pPr defTabSz="914400" eaLnBrk="0" fontAlgn="base" hangingPunct="0">
              <a:spcBef>
                <a:spcPct val="0"/>
              </a:spcBef>
              <a:spcAft>
                <a:spcPct val="0"/>
              </a:spcAft>
              <a:defRPr/>
            </a:lvl1pPr>
          </a:lstStyle>
          <a:p>
            <a:pPr>
              <a:defRPr/>
            </a:pPr>
            <a:r>
              <a:rPr lang="en-US"/>
              <a:t>IBM Cloud  / February 08, 2018 / © 2018 IBM Corporation</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7"/>
            <a:ext cx="6916616" cy="6027740"/>
          </a:xfrm>
        </p:spPr>
        <p:txBody>
          <a:bodyPr/>
          <a:lstStyle>
            <a:lvl1pPr marL="156373" indent="-156373">
              <a:tabLst/>
              <a:defRPr>
                <a:solidFill>
                  <a:schemeClr val="bg2"/>
                </a:solidFill>
              </a:defRPr>
            </a:lvl1p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lvl1pPr defTabSz="914400" eaLnBrk="0" hangingPunct="0">
              <a:defRPr/>
            </a:lvl1pPr>
          </a:lstStyle>
          <a:p>
            <a:fld id="{1A5C42A2-8C76-5446-A7FD-DD7950E9E735}" type="slidenum">
              <a:rPr lang="en-US" altLang="x-none"/>
              <a:pPr/>
              <a:t>‹#›</a:t>
            </a:fld>
            <a:endParaRPr lang="en-US" altLang="x-none"/>
          </a:p>
        </p:txBody>
      </p:sp>
      <p:sp>
        <p:nvSpPr>
          <p:cNvPr id="4" name="Footer Placeholder 3"/>
          <p:cNvSpPr>
            <a:spLocks noGrp="1"/>
          </p:cNvSpPr>
          <p:nvPr>
            <p:ph type="ftr" sz="quarter" idx="11"/>
          </p:nvPr>
        </p:nvSpPr>
        <p:spPr/>
        <p:txBody>
          <a:bodyPr/>
          <a:lstStyle>
            <a:lvl1pPr defTabSz="914400" eaLnBrk="0" fontAlgn="base" hangingPunct="0">
              <a:spcBef>
                <a:spcPct val="0"/>
              </a:spcBef>
              <a:spcAft>
                <a:spcPct val="0"/>
              </a:spcAft>
              <a:defRPr>
                <a:solidFill>
                  <a:srgbClr val="FFFFFF"/>
                </a:solidFill>
              </a:defRPr>
            </a:lvl1pPr>
          </a:lstStyle>
          <a:p>
            <a:pPr>
              <a:defRPr/>
            </a:pPr>
            <a:r>
              <a:rPr lang="en-US"/>
              <a:t>IBM Cloud  / February 08, 2018 / © 2018 IBM Corporation</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ection, title, text">
    <p:spTree>
      <p:nvGrpSpPr>
        <p:cNvPr id="1" name=""/>
        <p:cNvGrpSpPr/>
        <p:nvPr/>
      </p:nvGrpSpPr>
      <p:grpSpPr>
        <a:xfrm>
          <a:off x="0" y="0"/>
          <a:ext cx="0" cy="0"/>
          <a:chOff x="0" y="0"/>
          <a:chExt cx="0" cy="0"/>
        </a:xfrm>
      </p:grpSpPr>
      <p:sp>
        <p:nvSpPr>
          <p:cNvPr id="2" name="Title 1"/>
          <p:cNvSpPr>
            <a:spLocks noGrp="1"/>
          </p:cNvSpPr>
          <p:nvPr>
            <p:ph type="title"/>
          </p:nvPr>
        </p:nvSpPr>
        <p:spPr>
          <a:xfrm>
            <a:off x="304800" y="548640"/>
            <a:ext cx="5486400" cy="5770733"/>
          </a:xfrm>
        </p:spPr>
        <p:txBody>
          <a:bodyPr/>
          <a:lstStyle/>
          <a:p>
            <a:r>
              <a:rPr lang="en-US"/>
              <a:t>Click to edit Master title style</a:t>
            </a:r>
            <a:endParaRPr lang="en-US" dirty="0"/>
          </a:p>
        </p:txBody>
      </p:sp>
      <p:sp>
        <p:nvSpPr>
          <p:cNvPr id="6" name="Text Placeholder 5"/>
          <p:cNvSpPr>
            <a:spLocks noGrp="1"/>
          </p:cNvSpPr>
          <p:nvPr>
            <p:ph type="body" sz="quarter" idx="12"/>
          </p:nvPr>
        </p:nvSpPr>
        <p:spPr>
          <a:xfrm>
            <a:off x="6400800" y="658368"/>
            <a:ext cx="5486400" cy="5599640"/>
          </a:xfrm>
        </p:spPr>
        <p:txBody>
          <a:bodyPr/>
          <a:lstStyle>
            <a:lvl1pPr>
              <a:spcBef>
                <a:spcPts val="1467"/>
              </a:spcBef>
              <a:spcAft>
                <a:spcPts val="0"/>
              </a:spcAft>
              <a:defRPr/>
            </a:lvl1pPr>
            <a:lvl2pPr>
              <a:spcBef>
                <a:spcPts val="1467"/>
              </a:spcBef>
              <a:defRPr/>
            </a:lvl2pPr>
            <a:lvl3pPr>
              <a:spcBef>
                <a:spcPts val="1467"/>
              </a:spcBef>
              <a:defRPr/>
            </a:lvl3pPr>
            <a:lvl4pPr>
              <a:spcBef>
                <a:spcPts val="1467"/>
              </a:spcBef>
              <a:defRPr/>
            </a:lvl4pPr>
            <a:lvl5pPr>
              <a:spcBef>
                <a:spcPts val="1467"/>
              </a:spcBef>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1"/>
          <p:cNvSpPr>
            <a:spLocks noGrp="1"/>
          </p:cNvSpPr>
          <p:nvPr>
            <p:ph type="body" sz="quarter" idx="13"/>
          </p:nvPr>
        </p:nvSpPr>
        <p:spPr>
          <a:xfrm>
            <a:off x="304800" y="267503"/>
            <a:ext cx="5486400" cy="400049"/>
          </a:xfrm>
        </p:spPr>
        <p:txBody>
          <a:bodyPr/>
          <a:lstStyle>
            <a:lvl1pPr>
              <a:defRPr sz="1467"/>
            </a:lvl1pPr>
          </a:lstStyle>
          <a:p>
            <a:pPr lvl="0"/>
            <a:r>
              <a:rPr lang="en-US"/>
              <a:t>Edit Master text styles</a:t>
            </a:r>
          </a:p>
        </p:txBody>
      </p:sp>
      <p:sp>
        <p:nvSpPr>
          <p:cNvPr id="5" name="Slide Number Placeholder 2"/>
          <p:cNvSpPr>
            <a:spLocks noGrp="1"/>
          </p:cNvSpPr>
          <p:nvPr>
            <p:ph type="sldNum" sz="quarter" idx="14"/>
          </p:nvPr>
        </p:nvSpPr>
        <p:spPr/>
        <p:txBody>
          <a:bodyPr/>
          <a:lstStyle>
            <a:lvl1pPr defTabSz="914400" eaLnBrk="0" hangingPunct="0">
              <a:defRPr/>
            </a:lvl1pPr>
          </a:lstStyle>
          <a:p>
            <a:fld id="{0982ECA0-40CA-704D-8BC9-E6107206B351}" type="slidenum">
              <a:rPr lang="en-US" altLang="x-none"/>
              <a:pPr/>
              <a:t>‹#›</a:t>
            </a:fld>
            <a:endParaRPr lang="en-US" altLang="x-none"/>
          </a:p>
        </p:txBody>
      </p:sp>
      <p:sp>
        <p:nvSpPr>
          <p:cNvPr id="7" name="Footer Placeholder 3"/>
          <p:cNvSpPr>
            <a:spLocks noGrp="1"/>
          </p:cNvSpPr>
          <p:nvPr>
            <p:ph type="ftr" sz="quarter" idx="15"/>
          </p:nvPr>
        </p:nvSpPr>
        <p:spPr/>
        <p:txBody>
          <a:bodyPr/>
          <a:lstStyle>
            <a:lvl1pPr defTabSz="914400" eaLnBrk="0" fontAlgn="base" hangingPunct="0">
              <a:spcBef>
                <a:spcPct val="0"/>
              </a:spcBef>
              <a:spcAft>
                <a:spcPct val="0"/>
              </a:spcAft>
              <a:defRPr/>
            </a:lvl1pPr>
          </a:lstStyle>
          <a:p>
            <a:pPr>
              <a:defRPr/>
            </a:pPr>
            <a:r>
              <a:rPr lang="en-US"/>
              <a:t>IBM Cloud  / February 08, 2018 / © 2018 IBM Corporation</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text (two columns)">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279144"/>
          </a:xfrm>
        </p:spPr>
        <p:txBody>
          <a:bodyPr/>
          <a:lstStyle/>
          <a:p>
            <a:r>
              <a:rPr lang="en-US"/>
              <a:t>Click to edit Master title style</a:t>
            </a:r>
            <a:endParaRPr lang="en-US" dirty="0"/>
          </a:p>
        </p:txBody>
      </p:sp>
      <p:sp>
        <p:nvSpPr>
          <p:cNvPr id="8" name="Text Placeholder 7"/>
          <p:cNvSpPr>
            <a:spLocks noGrp="1"/>
          </p:cNvSpPr>
          <p:nvPr>
            <p:ph type="body" sz="quarter" idx="12"/>
          </p:nvPr>
        </p:nvSpPr>
        <p:spPr>
          <a:xfrm>
            <a:off x="304800" y="1499624"/>
            <a:ext cx="5486400" cy="4781127"/>
          </a:xfrm>
        </p:spPr>
        <p:txBody>
          <a:bodyPr/>
          <a:lstStyle>
            <a:lvl1pPr>
              <a:spcBef>
                <a:spcPts val="0"/>
              </a:spcBef>
              <a:defRPr sz="1867"/>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9"/>
          <p:cNvSpPr>
            <a:spLocks noGrp="1"/>
          </p:cNvSpPr>
          <p:nvPr>
            <p:ph type="body" sz="quarter" idx="13"/>
          </p:nvPr>
        </p:nvSpPr>
        <p:spPr>
          <a:xfrm>
            <a:off x="6400800" y="1499624"/>
            <a:ext cx="5486400" cy="4781127"/>
          </a:xfrm>
        </p:spPr>
        <p:txBody>
          <a:bodyPr/>
          <a:lstStyle>
            <a:lvl1pPr>
              <a:spcBef>
                <a:spcPts val="0"/>
              </a:spcBef>
              <a:defRPr sz="1867"/>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2"/>
          <p:cNvSpPr>
            <a:spLocks noGrp="1"/>
          </p:cNvSpPr>
          <p:nvPr>
            <p:ph type="sldNum" sz="quarter" idx="14"/>
          </p:nvPr>
        </p:nvSpPr>
        <p:spPr/>
        <p:txBody>
          <a:bodyPr/>
          <a:lstStyle>
            <a:lvl1pPr defTabSz="914400" eaLnBrk="0" hangingPunct="0">
              <a:defRPr/>
            </a:lvl1pPr>
          </a:lstStyle>
          <a:p>
            <a:fld id="{81665473-76D2-4441-ADE2-E91713DD6ABA}" type="slidenum">
              <a:rPr lang="en-US" altLang="x-none"/>
              <a:pPr/>
              <a:t>‹#›</a:t>
            </a:fld>
            <a:endParaRPr lang="en-US" altLang="x-none"/>
          </a:p>
        </p:txBody>
      </p:sp>
      <p:sp>
        <p:nvSpPr>
          <p:cNvPr id="6" name="Footer Placeholder 3"/>
          <p:cNvSpPr>
            <a:spLocks noGrp="1"/>
          </p:cNvSpPr>
          <p:nvPr>
            <p:ph type="ftr" sz="quarter" idx="15"/>
          </p:nvPr>
        </p:nvSpPr>
        <p:spPr/>
        <p:txBody>
          <a:bodyPr/>
          <a:lstStyle>
            <a:lvl1pPr defTabSz="914400" eaLnBrk="0" fontAlgn="base" hangingPunct="0">
              <a:spcBef>
                <a:spcPct val="0"/>
              </a:spcBef>
              <a:spcAft>
                <a:spcPct val="0"/>
              </a:spcAft>
              <a:defRPr/>
            </a:lvl1pPr>
          </a:lstStyle>
          <a:p>
            <a:pPr>
              <a:defRPr/>
            </a:pPr>
            <a:r>
              <a:rPr lang="en-US"/>
              <a:t>IBM Cloud  / February 08, 2018 / © 2018 IBM Corporation</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title, text (two columns)">
    <p:spTree>
      <p:nvGrpSpPr>
        <p:cNvPr id="1" name=""/>
        <p:cNvGrpSpPr/>
        <p:nvPr/>
      </p:nvGrpSpPr>
      <p:grpSpPr>
        <a:xfrm>
          <a:off x="0" y="0"/>
          <a:ext cx="0" cy="0"/>
          <a:chOff x="0" y="0"/>
          <a:chExt cx="0" cy="0"/>
        </a:xfrm>
      </p:grpSpPr>
      <p:sp>
        <p:nvSpPr>
          <p:cNvPr id="2" name="Title 1"/>
          <p:cNvSpPr>
            <a:spLocks noGrp="1"/>
          </p:cNvSpPr>
          <p:nvPr>
            <p:ph type="title"/>
          </p:nvPr>
        </p:nvSpPr>
        <p:spPr>
          <a:xfrm>
            <a:off x="304800" y="548640"/>
            <a:ext cx="8534400" cy="853440"/>
          </a:xfrm>
        </p:spPr>
        <p:txBody>
          <a:bodyPr/>
          <a:lstStyle/>
          <a:p>
            <a:r>
              <a:rPr lang="en-US"/>
              <a:t>Click to edit Master title style</a:t>
            </a:r>
            <a:endParaRPr lang="en-US" dirty="0"/>
          </a:p>
        </p:txBody>
      </p:sp>
      <p:sp>
        <p:nvSpPr>
          <p:cNvPr id="6" name="Text Placeholder 5"/>
          <p:cNvSpPr>
            <a:spLocks noGrp="1"/>
          </p:cNvSpPr>
          <p:nvPr>
            <p:ph type="body" sz="quarter" idx="12"/>
          </p:nvPr>
        </p:nvSpPr>
        <p:spPr>
          <a:xfrm>
            <a:off x="6400800" y="1457960"/>
            <a:ext cx="5486400" cy="4786208"/>
          </a:xfrm>
        </p:spPr>
        <p:txBody>
          <a:bodyPr/>
          <a:lstStyle>
            <a:lvl1pPr>
              <a:defRPr sz="2133"/>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1"/>
          <p:cNvSpPr>
            <a:spLocks noGrp="1"/>
          </p:cNvSpPr>
          <p:nvPr>
            <p:ph type="body" sz="quarter" idx="13"/>
          </p:nvPr>
        </p:nvSpPr>
        <p:spPr>
          <a:xfrm>
            <a:off x="304800" y="268235"/>
            <a:ext cx="5486400" cy="400049"/>
          </a:xfrm>
        </p:spPr>
        <p:txBody>
          <a:bodyPr/>
          <a:lstStyle>
            <a:lvl1pPr>
              <a:defRPr sz="1467"/>
            </a:lvl1pPr>
          </a:lstStyle>
          <a:p>
            <a:pPr lvl="0"/>
            <a:r>
              <a:rPr lang="en-US"/>
              <a:t>Edit Master text styles</a:t>
            </a:r>
          </a:p>
        </p:txBody>
      </p:sp>
      <p:sp>
        <p:nvSpPr>
          <p:cNvPr id="7" name="Text Placeholder 6"/>
          <p:cNvSpPr>
            <a:spLocks noGrp="1"/>
          </p:cNvSpPr>
          <p:nvPr>
            <p:ph type="body" sz="quarter" idx="14"/>
          </p:nvPr>
        </p:nvSpPr>
        <p:spPr>
          <a:xfrm>
            <a:off x="304800" y="1457972"/>
            <a:ext cx="5486400" cy="4786207"/>
          </a:xfrm>
        </p:spPr>
        <p:txBody>
          <a:bodyPr/>
          <a:lstStyle>
            <a:lvl1pPr>
              <a:defRPr sz="2133"/>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2"/>
          <p:cNvSpPr>
            <a:spLocks noGrp="1"/>
          </p:cNvSpPr>
          <p:nvPr>
            <p:ph type="sldNum" sz="quarter" idx="15"/>
          </p:nvPr>
        </p:nvSpPr>
        <p:spPr/>
        <p:txBody>
          <a:bodyPr/>
          <a:lstStyle>
            <a:lvl1pPr defTabSz="914400" eaLnBrk="0" hangingPunct="0">
              <a:defRPr/>
            </a:lvl1pPr>
          </a:lstStyle>
          <a:p>
            <a:fld id="{BB2126D1-4235-F94F-9493-B360EFB529B3}" type="slidenum">
              <a:rPr lang="en-US" altLang="x-none"/>
              <a:pPr/>
              <a:t>‹#›</a:t>
            </a:fld>
            <a:endParaRPr lang="en-US" altLang="x-none"/>
          </a:p>
        </p:txBody>
      </p:sp>
      <p:sp>
        <p:nvSpPr>
          <p:cNvPr id="9" name="Footer Placeholder 3"/>
          <p:cNvSpPr>
            <a:spLocks noGrp="1"/>
          </p:cNvSpPr>
          <p:nvPr>
            <p:ph type="ftr" sz="quarter" idx="16"/>
          </p:nvPr>
        </p:nvSpPr>
        <p:spPr/>
        <p:txBody>
          <a:bodyPr/>
          <a:lstStyle>
            <a:lvl1pPr defTabSz="914400" eaLnBrk="0" fontAlgn="base" hangingPunct="0">
              <a:spcBef>
                <a:spcPct val="0"/>
              </a:spcBef>
              <a:spcAft>
                <a:spcPct val="0"/>
              </a:spcAft>
              <a:defRPr/>
            </a:lvl1pPr>
          </a:lstStyle>
          <a:p>
            <a:pPr>
              <a:defRPr/>
            </a:pPr>
            <a:r>
              <a:rPr lang="en-US"/>
              <a:t>IBM Cloud  / February 08, 2018 / © 2018 IBM Corporation</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text (two columns, different text sizes)">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669544"/>
          </a:xfrm>
        </p:spPr>
        <p:txBody>
          <a:bodyPr/>
          <a:lstStyle/>
          <a:p>
            <a:r>
              <a:rPr lang="en-US"/>
              <a:t>Click to edit Master title style</a:t>
            </a:r>
            <a:endParaRPr lang="en-US" dirty="0"/>
          </a:p>
        </p:txBody>
      </p:sp>
      <p:sp>
        <p:nvSpPr>
          <p:cNvPr id="6" name="Content Placeholder 5"/>
          <p:cNvSpPr>
            <a:spLocks noGrp="1"/>
          </p:cNvSpPr>
          <p:nvPr>
            <p:ph sz="quarter" idx="12"/>
          </p:nvPr>
        </p:nvSpPr>
        <p:spPr>
          <a:xfrm>
            <a:off x="304800" y="1327367"/>
            <a:ext cx="5486400" cy="4916809"/>
          </a:xfrm>
        </p:spPr>
        <p:txBody>
          <a:bodyPr/>
          <a:lstStyle>
            <a:lvl1pPr>
              <a:defRPr sz="3200"/>
            </a:lvl1pPr>
          </a:lstStyle>
          <a:p>
            <a:pPr lvl="0"/>
            <a:r>
              <a:rPr lang="en-US"/>
              <a:t>Edit Master text styles</a:t>
            </a:r>
          </a:p>
        </p:txBody>
      </p:sp>
      <p:sp>
        <p:nvSpPr>
          <p:cNvPr id="8" name="Content Placeholder 7"/>
          <p:cNvSpPr>
            <a:spLocks noGrp="1"/>
          </p:cNvSpPr>
          <p:nvPr>
            <p:ph sz="quarter" idx="13"/>
          </p:nvPr>
        </p:nvSpPr>
        <p:spPr>
          <a:xfrm>
            <a:off x="6400800" y="1488872"/>
            <a:ext cx="5486400" cy="4755303"/>
          </a:xfrm>
        </p:spPr>
        <p:txBody>
          <a:bodyPr/>
          <a:lstStyle>
            <a:lvl1pPr>
              <a:defRPr sz="1867"/>
            </a:lvl1pPr>
            <a:lvl2pPr>
              <a:defRPr sz="1867"/>
            </a:lvl2pPr>
            <a:lvl3pPr>
              <a:defRPr sz="1867"/>
            </a:lvl3pPr>
            <a:lvl4pPr>
              <a:defRPr sz="1867"/>
            </a:lvl4pPr>
            <a:lvl5pPr>
              <a:defRPr sz="18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2"/>
          <p:cNvSpPr>
            <a:spLocks noGrp="1"/>
          </p:cNvSpPr>
          <p:nvPr>
            <p:ph type="sldNum" sz="quarter" idx="14"/>
          </p:nvPr>
        </p:nvSpPr>
        <p:spPr/>
        <p:txBody>
          <a:bodyPr/>
          <a:lstStyle>
            <a:lvl1pPr defTabSz="914400" eaLnBrk="0" hangingPunct="0">
              <a:defRPr/>
            </a:lvl1pPr>
          </a:lstStyle>
          <a:p>
            <a:fld id="{421B7AC0-956B-0449-8087-3B52EB9634FE}" type="slidenum">
              <a:rPr lang="en-US" altLang="x-none"/>
              <a:pPr/>
              <a:t>‹#›</a:t>
            </a:fld>
            <a:endParaRPr lang="en-US" altLang="x-none"/>
          </a:p>
        </p:txBody>
      </p:sp>
      <p:sp>
        <p:nvSpPr>
          <p:cNvPr id="7" name="Footer Placeholder 3"/>
          <p:cNvSpPr>
            <a:spLocks noGrp="1"/>
          </p:cNvSpPr>
          <p:nvPr>
            <p:ph type="ftr" sz="quarter" idx="15"/>
          </p:nvPr>
        </p:nvSpPr>
        <p:spPr/>
        <p:txBody>
          <a:bodyPr/>
          <a:lstStyle>
            <a:lvl1pPr defTabSz="914400" eaLnBrk="0" fontAlgn="base" hangingPunct="0">
              <a:spcBef>
                <a:spcPct val="0"/>
              </a:spcBef>
              <a:spcAft>
                <a:spcPct val="0"/>
              </a:spcAft>
              <a:defRPr>
                <a:latin typeface="+mn-lt"/>
              </a:defRPr>
            </a:lvl1pPr>
          </a:lstStyle>
          <a:p>
            <a:pPr>
              <a:defRPr/>
            </a:pPr>
            <a:r>
              <a:rPr lang="en-US"/>
              <a:t>IBM Cloud  / February 08, 2018 / © 2018 IBM Corporation</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ection, title, text (four columns)">
    <p:spTree>
      <p:nvGrpSpPr>
        <p:cNvPr id="1" name=""/>
        <p:cNvGrpSpPr/>
        <p:nvPr/>
      </p:nvGrpSpPr>
      <p:grpSpPr>
        <a:xfrm>
          <a:off x="0" y="0"/>
          <a:ext cx="0" cy="0"/>
          <a:chOff x="0" y="0"/>
          <a:chExt cx="0" cy="0"/>
        </a:xfrm>
      </p:grpSpPr>
      <p:sp>
        <p:nvSpPr>
          <p:cNvPr id="2" name="Title 1"/>
          <p:cNvSpPr>
            <a:spLocks noGrp="1"/>
          </p:cNvSpPr>
          <p:nvPr>
            <p:ph type="title"/>
          </p:nvPr>
        </p:nvSpPr>
        <p:spPr>
          <a:xfrm>
            <a:off x="304800" y="548640"/>
            <a:ext cx="8534400" cy="853440"/>
          </a:xfrm>
        </p:spPr>
        <p:txBody>
          <a:bodyPr/>
          <a:lstStyle/>
          <a:p>
            <a:r>
              <a:rPr lang="en-US"/>
              <a:t>Click to edit Master title style</a:t>
            </a:r>
            <a:endParaRPr lang="en-US" dirty="0"/>
          </a:p>
        </p:txBody>
      </p:sp>
      <p:sp>
        <p:nvSpPr>
          <p:cNvPr id="6" name="Text Placeholder 5"/>
          <p:cNvSpPr>
            <a:spLocks noGrp="1"/>
          </p:cNvSpPr>
          <p:nvPr>
            <p:ph type="body" sz="quarter" idx="12"/>
          </p:nvPr>
        </p:nvSpPr>
        <p:spPr>
          <a:xfrm>
            <a:off x="6400800" y="1457972"/>
            <a:ext cx="2438400" cy="4786207"/>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1"/>
          <p:cNvSpPr>
            <a:spLocks noGrp="1"/>
          </p:cNvSpPr>
          <p:nvPr>
            <p:ph type="body" sz="quarter" idx="13"/>
          </p:nvPr>
        </p:nvSpPr>
        <p:spPr>
          <a:xfrm>
            <a:off x="304800" y="268235"/>
            <a:ext cx="5486400" cy="400049"/>
          </a:xfrm>
        </p:spPr>
        <p:txBody>
          <a:bodyPr/>
          <a:lstStyle>
            <a:lvl1pPr>
              <a:defRPr sz="1467"/>
            </a:lvl1pPr>
          </a:lstStyle>
          <a:p>
            <a:pPr lvl="0"/>
            <a:r>
              <a:rPr lang="en-US"/>
              <a:t>Edit Master text styles</a:t>
            </a:r>
          </a:p>
        </p:txBody>
      </p:sp>
      <p:sp>
        <p:nvSpPr>
          <p:cNvPr id="7" name="Text Placeholder 6"/>
          <p:cNvSpPr>
            <a:spLocks noGrp="1"/>
          </p:cNvSpPr>
          <p:nvPr>
            <p:ph type="body" sz="quarter" idx="14"/>
          </p:nvPr>
        </p:nvSpPr>
        <p:spPr>
          <a:xfrm>
            <a:off x="304800" y="1457972"/>
            <a:ext cx="2438400" cy="4786207"/>
          </a:xfrm>
        </p:spPr>
        <p:txBody>
          <a:bodyPr/>
          <a:lstStyle>
            <a:lvl1pPr>
              <a:spcBef>
                <a:spcPts val="1467"/>
              </a:spcBef>
              <a:defRPr sz="2133"/>
            </a:lvl1pPr>
            <a:lvl2pPr marL="0" indent="0">
              <a:spcBef>
                <a:spcPts val="1467"/>
              </a:spcBef>
              <a:buFontTx/>
              <a:buNone/>
              <a:defRPr sz="1467"/>
            </a:lvl2pPr>
            <a:lvl3pPr>
              <a:defRPr sz="1467"/>
            </a:lvl3pPr>
            <a:lvl4pPr>
              <a:defRPr sz="1467"/>
            </a:lvl4pPr>
            <a:lvl5pPr>
              <a:defRPr sz="14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7"/>
          <p:cNvSpPr>
            <a:spLocks noGrp="1"/>
          </p:cNvSpPr>
          <p:nvPr>
            <p:ph type="body" sz="quarter" idx="15"/>
          </p:nvPr>
        </p:nvSpPr>
        <p:spPr>
          <a:xfrm>
            <a:off x="3352800" y="1457972"/>
            <a:ext cx="2438400" cy="4786207"/>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9"/>
          <p:cNvSpPr>
            <a:spLocks noGrp="1"/>
          </p:cNvSpPr>
          <p:nvPr>
            <p:ph type="body" sz="quarter" idx="16"/>
          </p:nvPr>
        </p:nvSpPr>
        <p:spPr>
          <a:xfrm>
            <a:off x="9448800" y="1457972"/>
            <a:ext cx="2438400" cy="4786207"/>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2"/>
          <p:cNvSpPr>
            <a:spLocks noGrp="1"/>
          </p:cNvSpPr>
          <p:nvPr>
            <p:ph type="sldNum" sz="quarter" idx="17"/>
          </p:nvPr>
        </p:nvSpPr>
        <p:spPr/>
        <p:txBody>
          <a:bodyPr/>
          <a:lstStyle>
            <a:lvl1pPr defTabSz="914400" eaLnBrk="0" hangingPunct="0">
              <a:defRPr/>
            </a:lvl1pPr>
          </a:lstStyle>
          <a:p>
            <a:fld id="{78B43DF0-E21D-9C41-81AA-223DDAED860C}" type="slidenum">
              <a:rPr lang="en-US" altLang="x-none"/>
              <a:pPr/>
              <a:t>‹#›</a:t>
            </a:fld>
            <a:endParaRPr lang="en-US" altLang="x-none"/>
          </a:p>
        </p:txBody>
      </p:sp>
      <p:sp>
        <p:nvSpPr>
          <p:cNvPr id="11" name="Footer Placeholder 3"/>
          <p:cNvSpPr>
            <a:spLocks noGrp="1"/>
          </p:cNvSpPr>
          <p:nvPr>
            <p:ph type="ftr" sz="quarter" idx="18"/>
          </p:nvPr>
        </p:nvSpPr>
        <p:spPr/>
        <p:txBody>
          <a:bodyPr/>
          <a:lstStyle>
            <a:lvl1pPr defTabSz="914400" eaLnBrk="0" fontAlgn="base" hangingPunct="0">
              <a:spcBef>
                <a:spcPct val="0"/>
              </a:spcBef>
              <a:spcAft>
                <a:spcPct val="0"/>
              </a:spcAft>
              <a:defRPr/>
            </a:lvl1pPr>
          </a:lstStyle>
          <a:p>
            <a:pPr>
              <a:defRPr/>
            </a:pPr>
            <a:r>
              <a:rPr lang="en-US"/>
              <a:t>IBM Cloud  / February 08, 2018 / © 2018 IBM Corporation</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ection, title, text, half-image">
    <p:spTree>
      <p:nvGrpSpPr>
        <p:cNvPr id="1" name=""/>
        <p:cNvGrpSpPr/>
        <p:nvPr/>
      </p:nvGrpSpPr>
      <p:grpSpPr>
        <a:xfrm>
          <a:off x="0" y="0"/>
          <a:ext cx="0" cy="0"/>
          <a:chOff x="0" y="0"/>
          <a:chExt cx="0" cy="0"/>
        </a:xfrm>
      </p:grpSpPr>
      <p:sp>
        <p:nvSpPr>
          <p:cNvPr id="8" name="Picture Placeholder 7"/>
          <p:cNvSpPr>
            <a:spLocks noGrp="1"/>
          </p:cNvSpPr>
          <p:nvPr>
            <p:ph type="pic" sz="quarter" idx="15"/>
          </p:nvPr>
        </p:nvSpPr>
        <p:spPr>
          <a:xfrm>
            <a:off x="6096000" y="0"/>
            <a:ext cx="6096000" cy="6858000"/>
          </a:xfrm>
        </p:spPr>
        <p:txBody>
          <a:bodyPr/>
          <a:lstStyle/>
          <a:p>
            <a:pPr lvl="0"/>
            <a:r>
              <a:rPr lang="en-US" noProof="0"/>
              <a:t>Click icon to add picture</a:t>
            </a:r>
          </a:p>
        </p:txBody>
      </p:sp>
      <p:sp>
        <p:nvSpPr>
          <p:cNvPr id="2" name="Title 1"/>
          <p:cNvSpPr>
            <a:spLocks noGrp="1"/>
          </p:cNvSpPr>
          <p:nvPr>
            <p:ph type="title"/>
          </p:nvPr>
        </p:nvSpPr>
        <p:spPr>
          <a:xfrm>
            <a:off x="304800" y="548640"/>
            <a:ext cx="5486400" cy="853440"/>
          </a:xfrm>
        </p:spPr>
        <p:txBody>
          <a:bodyPr/>
          <a:lstStyle/>
          <a:p>
            <a:r>
              <a:rPr lang="en-US"/>
              <a:t>Click to edit Master title style</a:t>
            </a:r>
            <a:endParaRPr lang="en-US" dirty="0"/>
          </a:p>
        </p:txBody>
      </p:sp>
      <p:sp>
        <p:nvSpPr>
          <p:cNvPr id="12" name="Text Placeholder 11"/>
          <p:cNvSpPr>
            <a:spLocks noGrp="1"/>
          </p:cNvSpPr>
          <p:nvPr>
            <p:ph type="body" sz="quarter" idx="13"/>
          </p:nvPr>
        </p:nvSpPr>
        <p:spPr>
          <a:xfrm>
            <a:off x="304800" y="268235"/>
            <a:ext cx="5486400" cy="400049"/>
          </a:xfrm>
        </p:spPr>
        <p:txBody>
          <a:bodyPr/>
          <a:lstStyle>
            <a:lvl1pPr>
              <a:defRPr sz="1467"/>
            </a:lvl1pPr>
          </a:lstStyle>
          <a:p>
            <a:pPr lvl="0"/>
            <a:r>
              <a:rPr lang="en-US"/>
              <a:t>Edit Master text styles</a:t>
            </a:r>
          </a:p>
        </p:txBody>
      </p:sp>
      <p:sp>
        <p:nvSpPr>
          <p:cNvPr id="7" name="Text Placeholder 6"/>
          <p:cNvSpPr>
            <a:spLocks noGrp="1"/>
          </p:cNvSpPr>
          <p:nvPr>
            <p:ph type="body" sz="quarter" idx="14"/>
          </p:nvPr>
        </p:nvSpPr>
        <p:spPr>
          <a:xfrm>
            <a:off x="304800" y="1463040"/>
            <a:ext cx="5486400" cy="4781127"/>
          </a:xfrm>
        </p:spPr>
        <p:txBody>
          <a:bodyPr/>
          <a:lstStyle>
            <a:lvl1pPr>
              <a:defRPr sz="2133"/>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2"/>
          <p:cNvSpPr>
            <a:spLocks noGrp="1"/>
          </p:cNvSpPr>
          <p:nvPr>
            <p:ph type="sldNum" sz="quarter" idx="16"/>
          </p:nvPr>
        </p:nvSpPr>
        <p:spPr/>
        <p:txBody>
          <a:bodyPr/>
          <a:lstStyle>
            <a:lvl1pPr defTabSz="914400" eaLnBrk="0" hangingPunct="0">
              <a:defRPr/>
            </a:lvl1pPr>
          </a:lstStyle>
          <a:p>
            <a:fld id="{41BBD835-0897-D74D-A0CF-6996CD6561EB}" type="slidenum">
              <a:rPr lang="en-US" altLang="x-none"/>
              <a:pPr/>
              <a:t>‹#›</a:t>
            </a:fld>
            <a:endParaRPr lang="en-US" altLang="x-none"/>
          </a:p>
        </p:txBody>
      </p:sp>
      <p:sp>
        <p:nvSpPr>
          <p:cNvPr id="9" name="Footer Placeholder 3"/>
          <p:cNvSpPr>
            <a:spLocks noGrp="1"/>
          </p:cNvSpPr>
          <p:nvPr>
            <p:ph type="ftr" sz="quarter" idx="17"/>
          </p:nvPr>
        </p:nvSpPr>
        <p:spPr/>
        <p:txBody>
          <a:bodyPr/>
          <a:lstStyle>
            <a:lvl1pPr defTabSz="914400" eaLnBrk="0" fontAlgn="base" hangingPunct="0">
              <a:spcBef>
                <a:spcPct val="0"/>
              </a:spcBef>
              <a:spcAft>
                <a:spcPct val="0"/>
              </a:spcAft>
              <a:defRPr/>
            </a:lvl1pPr>
          </a:lstStyle>
          <a:p>
            <a:pPr>
              <a:defRPr/>
            </a:pPr>
            <a:r>
              <a:rPr lang="en-US"/>
              <a:t>IBM Cloud  / February 08, 2018 / © 2018 IBM Corporation</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ection, title, text (two columns), half-image">
    <p:spTree>
      <p:nvGrpSpPr>
        <p:cNvPr id="1" name=""/>
        <p:cNvGrpSpPr/>
        <p:nvPr/>
      </p:nvGrpSpPr>
      <p:grpSpPr>
        <a:xfrm>
          <a:off x="0" y="0"/>
          <a:ext cx="0" cy="0"/>
          <a:chOff x="0" y="0"/>
          <a:chExt cx="0" cy="0"/>
        </a:xfrm>
      </p:grpSpPr>
      <p:sp>
        <p:nvSpPr>
          <p:cNvPr id="9" name="Picture Placeholder 8"/>
          <p:cNvSpPr>
            <a:spLocks noGrp="1"/>
          </p:cNvSpPr>
          <p:nvPr>
            <p:ph type="pic" sz="quarter" idx="16"/>
          </p:nvPr>
        </p:nvSpPr>
        <p:spPr>
          <a:xfrm>
            <a:off x="6096000" y="0"/>
            <a:ext cx="6096000" cy="6858000"/>
          </a:xfrm>
        </p:spPr>
        <p:txBody>
          <a:bodyPr/>
          <a:lstStyle/>
          <a:p>
            <a:pPr lvl="0"/>
            <a:r>
              <a:rPr lang="en-US" noProof="0"/>
              <a:t>Click icon to add picture</a:t>
            </a:r>
          </a:p>
        </p:txBody>
      </p:sp>
      <p:sp>
        <p:nvSpPr>
          <p:cNvPr id="2" name="Title 1"/>
          <p:cNvSpPr>
            <a:spLocks noGrp="1"/>
          </p:cNvSpPr>
          <p:nvPr>
            <p:ph type="title"/>
          </p:nvPr>
        </p:nvSpPr>
        <p:spPr>
          <a:xfrm>
            <a:off x="304800" y="268224"/>
            <a:ext cx="5486400" cy="853440"/>
          </a:xfrm>
        </p:spPr>
        <p:txBody>
          <a:bodyPr/>
          <a:lstStyle/>
          <a:p>
            <a:r>
              <a:rPr lang="en-US"/>
              <a:t>Click to edit Master title style</a:t>
            </a:r>
            <a:endParaRPr lang="en-US" dirty="0"/>
          </a:p>
        </p:txBody>
      </p:sp>
      <p:sp>
        <p:nvSpPr>
          <p:cNvPr id="7" name="Text Placeholder 6"/>
          <p:cNvSpPr>
            <a:spLocks noGrp="1"/>
          </p:cNvSpPr>
          <p:nvPr>
            <p:ph type="body" sz="quarter" idx="14"/>
          </p:nvPr>
        </p:nvSpPr>
        <p:spPr>
          <a:xfrm>
            <a:off x="304800" y="1463040"/>
            <a:ext cx="2438400" cy="4781127"/>
          </a:xfrm>
        </p:spPr>
        <p:txBody>
          <a:bodyPr/>
          <a:lstStyle>
            <a:lvl1pPr>
              <a:spcBef>
                <a:spcPts val="1467"/>
              </a:spcBef>
              <a:defRPr sz="2133"/>
            </a:lvl1pPr>
            <a:lvl2pPr marL="0" indent="0">
              <a:spcBef>
                <a:spcPts val="1467"/>
              </a:spcBef>
              <a:buFontTx/>
              <a:buNone/>
              <a:defRPr sz="1467"/>
            </a:lvl2pPr>
            <a:lvl3pPr>
              <a:defRPr sz="1467"/>
            </a:lvl3pPr>
            <a:lvl4pPr>
              <a:defRPr sz="1467"/>
            </a:lvl4pPr>
            <a:lvl5pPr>
              <a:defRPr sz="14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7"/>
          <p:cNvSpPr>
            <a:spLocks noGrp="1"/>
          </p:cNvSpPr>
          <p:nvPr>
            <p:ph type="body" sz="quarter" idx="15"/>
          </p:nvPr>
        </p:nvSpPr>
        <p:spPr>
          <a:xfrm>
            <a:off x="3352800" y="1463040"/>
            <a:ext cx="2438400" cy="4781127"/>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2"/>
          <p:cNvSpPr>
            <a:spLocks noGrp="1"/>
          </p:cNvSpPr>
          <p:nvPr>
            <p:ph type="sldNum" sz="quarter" idx="17"/>
          </p:nvPr>
        </p:nvSpPr>
        <p:spPr/>
        <p:txBody>
          <a:bodyPr/>
          <a:lstStyle>
            <a:lvl1pPr defTabSz="914400" eaLnBrk="0" hangingPunct="0">
              <a:defRPr/>
            </a:lvl1pPr>
          </a:lstStyle>
          <a:p>
            <a:fld id="{AD06D1F7-5DD7-9841-A79F-D8C5EA0BAAC6}" type="slidenum">
              <a:rPr lang="en-US" altLang="x-none"/>
              <a:pPr/>
              <a:t>‹#›</a:t>
            </a:fld>
            <a:endParaRPr lang="en-US" altLang="x-none"/>
          </a:p>
        </p:txBody>
      </p:sp>
      <p:sp>
        <p:nvSpPr>
          <p:cNvPr id="10" name="Footer Placeholder 3"/>
          <p:cNvSpPr>
            <a:spLocks noGrp="1"/>
          </p:cNvSpPr>
          <p:nvPr>
            <p:ph type="ftr" sz="quarter" idx="18"/>
          </p:nvPr>
        </p:nvSpPr>
        <p:spPr/>
        <p:txBody>
          <a:bodyPr/>
          <a:lstStyle>
            <a:lvl1pPr defTabSz="914400" eaLnBrk="0" fontAlgn="base" hangingPunct="0">
              <a:spcBef>
                <a:spcPct val="0"/>
              </a:spcBef>
              <a:spcAft>
                <a:spcPct val="0"/>
              </a:spcAft>
              <a:defRPr/>
            </a:lvl1pPr>
          </a:lstStyle>
          <a:p>
            <a:pPr>
              <a:defRPr/>
            </a:pPr>
            <a:r>
              <a:rPr lang="en-US"/>
              <a:t>IBM Cloud  / February 08, 2018 / © 2018 IBM Corporation</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ection, title, text (two narrow columns)">
    <p:spTree>
      <p:nvGrpSpPr>
        <p:cNvPr id="1" name=""/>
        <p:cNvGrpSpPr/>
        <p:nvPr/>
      </p:nvGrpSpPr>
      <p:grpSpPr>
        <a:xfrm>
          <a:off x="0" y="0"/>
          <a:ext cx="0" cy="0"/>
          <a:chOff x="0" y="0"/>
          <a:chExt cx="0" cy="0"/>
        </a:xfrm>
      </p:grpSpPr>
      <p:sp>
        <p:nvSpPr>
          <p:cNvPr id="2" name="Title 1"/>
          <p:cNvSpPr>
            <a:spLocks noGrp="1"/>
          </p:cNvSpPr>
          <p:nvPr>
            <p:ph type="title"/>
          </p:nvPr>
        </p:nvSpPr>
        <p:spPr>
          <a:xfrm>
            <a:off x="304800" y="1377696"/>
            <a:ext cx="5486400" cy="4754880"/>
          </a:xfrm>
        </p:spPr>
        <p:txBody>
          <a:bodyPr/>
          <a:lstStyle/>
          <a:p>
            <a:r>
              <a:rPr lang="en-US"/>
              <a:t>Click to edit Master title style</a:t>
            </a:r>
            <a:endParaRPr lang="en-US" dirty="0"/>
          </a:p>
        </p:txBody>
      </p:sp>
      <p:sp>
        <p:nvSpPr>
          <p:cNvPr id="6" name="Text Placeholder 5"/>
          <p:cNvSpPr>
            <a:spLocks noGrp="1"/>
          </p:cNvSpPr>
          <p:nvPr>
            <p:ph type="body" sz="quarter" idx="12"/>
          </p:nvPr>
        </p:nvSpPr>
        <p:spPr>
          <a:xfrm>
            <a:off x="6400800" y="1463055"/>
            <a:ext cx="2438400" cy="4668593"/>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1"/>
          <p:cNvSpPr>
            <a:spLocks noGrp="1"/>
          </p:cNvSpPr>
          <p:nvPr>
            <p:ph type="body" sz="quarter" idx="13"/>
          </p:nvPr>
        </p:nvSpPr>
        <p:spPr>
          <a:xfrm>
            <a:off x="304800" y="268235"/>
            <a:ext cx="5486400" cy="400049"/>
          </a:xfrm>
        </p:spPr>
        <p:txBody>
          <a:bodyPr/>
          <a:lstStyle>
            <a:lvl1pPr>
              <a:defRPr sz="1467"/>
            </a:lvl1pPr>
          </a:lstStyle>
          <a:p>
            <a:pPr lvl="0"/>
            <a:r>
              <a:rPr lang="en-US"/>
              <a:t>Edit Master text styles</a:t>
            </a:r>
          </a:p>
        </p:txBody>
      </p:sp>
      <p:sp>
        <p:nvSpPr>
          <p:cNvPr id="10" name="Text Placeholder 9"/>
          <p:cNvSpPr>
            <a:spLocks noGrp="1"/>
          </p:cNvSpPr>
          <p:nvPr>
            <p:ph type="body" sz="quarter" idx="16"/>
          </p:nvPr>
        </p:nvSpPr>
        <p:spPr>
          <a:xfrm>
            <a:off x="9448800" y="1463055"/>
            <a:ext cx="2438400" cy="4668593"/>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2"/>
          <p:cNvSpPr>
            <a:spLocks noGrp="1"/>
          </p:cNvSpPr>
          <p:nvPr>
            <p:ph type="sldNum" sz="quarter" idx="17"/>
          </p:nvPr>
        </p:nvSpPr>
        <p:spPr/>
        <p:txBody>
          <a:bodyPr/>
          <a:lstStyle>
            <a:lvl1pPr defTabSz="914400" eaLnBrk="0" hangingPunct="0">
              <a:defRPr/>
            </a:lvl1pPr>
          </a:lstStyle>
          <a:p>
            <a:fld id="{A1BF1CB8-EEAC-D944-9711-62F258CBEED1}" type="slidenum">
              <a:rPr lang="en-US" altLang="x-none"/>
              <a:pPr/>
              <a:t>‹#›</a:t>
            </a:fld>
            <a:endParaRPr lang="en-US" altLang="x-none"/>
          </a:p>
        </p:txBody>
      </p:sp>
      <p:sp>
        <p:nvSpPr>
          <p:cNvPr id="8" name="Footer Placeholder 3"/>
          <p:cNvSpPr>
            <a:spLocks noGrp="1"/>
          </p:cNvSpPr>
          <p:nvPr>
            <p:ph type="ftr" sz="quarter" idx="18"/>
          </p:nvPr>
        </p:nvSpPr>
        <p:spPr/>
        <p:txBody>
          <a:bodyPr/>
          <a:lstStyle>
            <a:lvl1pPr defTabSz="914400" eaLnBrk="0" fontAlgn="base" hangingPunct="0">
              <a:spcBef>
                <a:spcPct val="0"/>
              </a:spcBef>
              <a:spcAft>
                <a:spcPct val="0"/>
              </a:spcAft>
              <a:defRPr/>
            </a:lvl1pPr>
          </a:lstStyle>
          <a:p>
            <a:pPr>
              <a:defRPr/>
            </a:pPr>
            <a:r>
              <a:rPr lang="en-US"/>
              <a:t>IBM Cloud  / February 08, 2018 / © 2018 IBM Corporation</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ection, title, text (dark background)">
    <p:spTree>
      <p:nvGrpSpPr>
        <p:cNvPr id="1" name=""/>
        <p:cNvGrpSpPr/>
        <p:nvPr/>
      </p:nvGrpSpPr>
      <p:grpSpPr>
        <a:xfrm>
          <a:off x="0" y="0"/>
          <a:ext cx="0" cy="0"/>
          <a:chOff x="0" y="0"/>
          <a:chExt cx="0" cy="0"/>
        </a:xfrm>
      </p:grpSpPr>
      <p:sp>
        <p:nvSpPr>
          <p:cNvPr id="5" name="Rectangle 5"/>
          <p:cNvSpPr>
            <a:spLocks noChangeArrowheads="1"/>
          </p:cNvSpPr>
          <p:nvPr/>
        </p:nvSpPr>
        <p:spPr bwMode="auto">
          <a:xfrm>
            <a:off x="6096000" y="0"/>
            <a:ext cx="6096000" cy="68580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912813">
              <a:defRPr>
                <a:solidFill>
                  <a:schemeClr val="tx1"/>
                </a:solidFill>
                <a:latin typeface="IBM Plex Sans" charset="0"/>
              </a:defRPr>
            </a:lvl1pPr>
            <a:lvl2pPr marL="742950" indent="-285750" defTabSz="912813">
              <a:defRPr>
                <a:solidFill>
                  <a:schemeClr val="tx1"/>
                </a:solidFill>
                <a:latin typeface="IBM Plex Sans" charset="0"/>
              </a:defRPr>
            </a:lvl2pPr>
            <a:lvl3pPr marL="1143000" indent="-228600" defTabSz="912813">
              <a:defRPr>
                <a:solidFill>
                  <a:schemeClr val="tx1"/>
                </a:solidFill>
                <a:latin typeface="IBM Plex Sans" charset="0"/>
              </a:defRPr>
            </a:lvl3pPr>
            <a:lvl4pPr marL="1600200" indent="-228600" defTabSz="912813">
              <a:defRPr>
                <a:solidFill>
                  <a:schemeClr val="tx1"/>
                </a:solidFill>
                <a:latin typeface="IBM Plex Sans" charset="0"/>
              </a:defRPr>
            </a:lvl4pPr>
            <a:lvl5pPr marL="2057400" indent="-228600" defTabSz="912813">
              <a:defRPr>
                <a:solidFill>
                  <a:schemeClr val="tx1"/>
                </a:solidFill>
                <a:latin typeface="IBM Plex Sans" charset="0"/>
              </a:defRPr>
            </a:lvl5pPr>
            <a:lvl6pPr marL="2514600" indent="-228600" defTabSz="912813" eaLnBrk="0" fontAlgn="base" hangingPunct="0">
              <a:spcBef>
                <a:spcPct val="0"/>
              </a:spcBef>
              <a:spcAft>
                <a:spcPct val="0"/>
              </a:spcAft>
              <a:defRPr>
                <a:solidFill>
                  <a:schemeClr val="tx1"/>
                </a:solidFill>
                <a:latin typeface="IBM Plex Sans" charset="0"/>
              </a:defRPr>
            </a:lvl6pPr>
            <a:lvl7pPr marL="2971800" indent="-228600" defTabSz="912813" eaLnBrk="0" fontAlgn="base" hangingPunct="0">
              <a:spcBef>
                <a:spcPct val="0"/>
              </a:spcBef>
              <a:spcAft>
                <a:spcPct val="0"/>
              </a:spcAft>
              <a:defRPr>
                <a:solidFill>
                  <a:schemeClr val="tx1"/>
                </a:solidFill>
                <a:latin typeface="IBM Plex Sans" charset="0"/>
              </a:defRPr>
            </a:lvl7pPr>
            <a:lvl8pPr marL="3429000" indent="-228600" defTabSz="912813" eaLnBrk="0" fontAlgn="base" hangingPunct="0">
              <a:spcBef>
                <a:spcPct val="0"/>
              </a:spcBef>
              <a:spcAft>
                <a:spcPct val="0"/>
              </a:spcAft>
              <a:defRPr>
                <a:solidFill>
                  <a:schemeClr val="tx1"/>
                </a:solidFill>
                <a:latin typeface="IBM Plex Sans" charset="0"/>
              </a:defRPr>
            </a:lvl8pPr>
            <a:lvl9pPr marL="3886200" indent="-228600" defTabSz="912813" eaLnBrk="0" fontAlgn="base" hangingPunct="0">
              <a:spcBef>
                <a:spcPct val="0"/>
              </a:spcBef>
              <a:spcAft>
                <a:spcPct val="0"/>
              </a:spcAft>
              <a:defRPr>
                <a:solidFill>
                  <a:schemeClr val="tx1"/>
                </a:solidFill>
                <a:latin typeface="IBM Plex Sans" charset="0"/>
              </a:defRPr>
            </a:lvl9pPr>
          </a:lstStyle>
          <a:p>
            <a:pPr algn="ctr" fontAlgn="base">
              <a:spcBef>
                <a:spcPct val="0"/>
              </a:spcBef>
              <a:spcAft>
                <a:spcPct val="0"/>
              </a:spcAft>
            </a:pPr>
            <a:endParaRPr lang="x-none" altLang="x-none" sz="1600">
              <a:solidFill>
                <a:srgbClr val="FFFFFF"/>
              </a:solidFill>
              <a:latin typeface="Arial" charset="0"/>
              <a:ea typeface="Arial" charset="0"/>
              <a:cs typeface="Arial" charset="0"/>
            </a:endParaRPr>
          </a:p>
        </p:txBody>
      </p:sp>
      <p:sp>
        <p:nvSpPr>
          <p:cNvPr id="2" name="Title 1"/>
          <p:cNvSpPr>
            <a:spLocks noGrp="1"/>
          </p:cNvSpPr>
          <p:nvPr>
            <p:ph type="title"/>
          </p:nvPr>
        </p:nvSpPr>
        <p:spPr>
          <a:xfrm>
            <a:off x="304800" y="1377696"/>
            <a:ext cx="5486400" cy="4754880"/>
          </a:xfrm>
        </p:spPr>
        <p:txBody>
          <a:bodyPr/>
          <a:lstStyle/>
          <a:p>
            <a:r>
              <a:rPr lang="en-US"/>
              <a:t>Click to edit Master title style</a:t>
            </a:r>
            <a:endParaRPr lang="en-US" dirty="0"/>
          </a:p>
        </p:txBody>
      </p:sp>
      <p:sp>
        <p:nvSpPr>
          <p:cNvPr id="6" name="Text Placeholder 5"/>
          <p:cNvSpPr>
            <a:spLocks noGrp="1"/>
          </p:cNvSpPr>
          <p:nvPr>
            <p:ph type="body" sz="quarter" idx="12"/>
          </p:nvPr>
        </p:nvSpPr>
        <p:spPr>
          <a:xfrm>
            <a:off x="6400800" y="1499619"/>
            <a:ext cx="5486400" cy="4668593"/>
          </a:xfrm>
        </p:spPr>
        <p:txBody>
          <a:bodyPr/>
          <a:lstStyle>
            <a:lvl1pPr>
              <a:defRPr>
                <a:solidFill>
                  <a:schemeClr val="bg2"/>
                </a:solidFill>
              </a:defRPr>
            </a:lvl1pPr>
            <a:lvl2pPr marL="0" indent="0">
              <a:spcBef>
                <a:spcPts val="1467"/>
              </a:spcBef>
              <a:buFontTx/>
              <a:buNone/>
              <a:defRPr sz="1467">
                <a:solidFill>
                  <a:schemeClr val="bg2"/>
                </a:solidFill>
              </a:defRPr>
            </a:lvl2pPr>
            <a:lvl3pPr>
              <a:defRPr sz="1467">
                <a:solidFill>
                  <a:schemeClr val="bg2"/>
                </a:solidFill>
              </a:defRPr>
            </a:lvl3pPr>
            <a:lvl4pPr>
              <a:defRPr sz="1467">
                <a:solidFill>
                  <a:schemeClr val="bg2"/>
                </a:solidFill>
              </a:defRPr>
            </a:lvl4pPr>
            <a:lvl5pPr>
              <a:defRPr sz="1467">
                <a:solidFill>
                  <a:schemeClr val="bg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1"/>
          <p:cNvSpPr>
            <a:spLocks noGrp="1"/>
          </p:cNvSpPr>
          <p:nvPr>
            <p:ph type="body" sz="quarter" idx="13"/>
          </p:nvPr>
        </p:nvSpPr>
        <p:spPr>
          <a:xfrm>
            <a:off x="304800" y="268235"/>
            <a:ext cx="5486400" cy="400049"/>
          </a:xfrm>
        </p:spPr>
        <p:txBody>
          <a:bodyPr/>
          <a:lstStyle>
            <a:lvl1pPr>
              <a:defRPr sz="1467"/>
            </a:lvl1pPr>
          </a:lstStyle>
          <a:p>
            <a:pPr lvl="0"/>
            <a:r>
              <a:rPr lang="en-US"/>
              <a:t>Edit Master text styles</a:t>
            </a:r>
          </a:p>
        </p:txBody>
      </p:sp>
      <p:sp>
        <p:nvSpPr>
          <p:cNvPr id="7" name="Slide Number Placeholder 2"/>
          <p:cNvSpPr>
            <a:spLocks noGrp="1"/>
          </p:cNvSpPr>
          <p:nvPr>
            <p:ph type="sldNum" sz="quarter" idx="14"/>
          </p:nvPr>
        </p:nvSpPr>
        <p:spPr/>
        <p:txBody>
          <a:bodyPr/>
          <a:lstStyle>
            <a:lvl1pPr defTabSz="914400" eaLnBrk="0" hangingPunct="0">
              <a:defRPr/>
            </a:lvl1pPr>
          </a:lstStyle>
          <a:p>
            <a:fld id="{18FF0B90-B3EA-7744-9AEA-5A0B0F44971F}" type="slidenum">
              <a:rPr lang="en-US" altLang="x-none"/>
              <a:pPr/>
              <a:t>‹#›</a:t>
            </a:fld>
            <a:endParaRPr lang="en-US" altLang="x-none"/>
          </a:p>
        </p:txBody>
      </p:sp>
      <p:sp>
        <p:nvSpPr>
          <p:cNvPr id="8" name="Footer Placeholder 3"/>
          <p:cNvSpPr>
            <a:spLocks noGrp="1"/>
          </p:cNvSpPr>
          <p:nvPr>
            <p:ph type="ftr" sz="quarter" idx="15"/>
          </p:nvPr>
        </p:nvSpPr>
        <p:spPr/>
        <p:txBody>
          <a:bodyPr/>
          <a:lstStyle>
            <a:lvl1pPr defTabSz="914400" eaLnBrk="0" fontAlgn="base" hangingPunct="0">
              <a:spcBef>
                <a:spcPct val="0"/>
              </a:spcBef>
              <a:spcAft>
                <a:spcPct val="0"/>
              </a:spcAft>
              <a:defRPr/>
            </a:lvl1pPr>
          </a:lstStyle>
          <a:p>
            <a:pPr>
              <a:defRPr/>
            </a:pPr>
            <a:r>
              <a:rPr lang="en-US"/>
              <a:t>IBM Cloud  / February 08, 2018 / © 2018 IBM Corporation</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image">
    <p:spTree>
      <p:nvGrpSpPr>
        <p:cNvPr id="1" name=""/>
        <p:cNvGrpSpPr/>
        <p:nvPr/>
      </p:nvGrpSpPr>
      <p:grpSpPr>
        <a:xfrm>
          <a:off x="0" y="0"/>
          <a:ext cx="0" cy="0"/>
          <a:chOff x="0" y="0"/>
          <a:chExt cx="0" cy="0"/>
        </a:xfrm>
      </p:grpSpPr>
      <p:sp>
        <p:nvSpPr>
          <p:cNvPr id="8" name="Picture Placeholder 7"/>
          <p:cNvSpPr>
            <a:spLocks noGrp="1"/>
          </p:cNvSpPr>
          <p:nvPr>
            <p:ph type="pic" sz="quarter" idx="15"/>
          </p:nvPr>
        </p:nvSpPr>
        <p:spPr>
          <a:xfrm>
            <a:off x="6096000" y="0"/>
            <a:ext cx="6096000" cy="6858000"/>
          </a:xfrm>
        </p:spPr>
        <p:txBody>
          <a:bodyPr/>
          <a:lstStyle/>
          <a:p>
            <a:pPr lvl="0"/>
            <a:r>
              <a:rPr lang="en-US" noProof="0"/>
              <a:t>Click icon to add picture</a:t>
            </a:r>
          </a:p>
        </p:txBody>
      </p:sp>
      <p:sp>
        <p:nvSpPr>
          <p:cNvPr id="2" name="Title 1"/>
          <p:cNvSpPr>
            <a:spLocks noGrp="1"/>
          </p:cNvSpPr>
          <p:nvPr>
            <p:ph type="title"/>
          </p:nvPr>
        </p:nvSpPr>
        <p:spPr>
          <a:xfrm>
            <a:off x="304800" y="268226"/>
            <a:ext cx="5486400" cy="5870532"/>
          </a:xfrm>
        </p:spPr>
        <p:txBody>
          <a:bodyPr/>
          <a:lstStyle/>
          <a:p>
            <a:r>
              <a:rPr lang="en-US"/>
              <a:t>Click to edit Master title style</a:t>
            </a:r>
            <a:endParaRPr lang="en-US" dirty="0"/>
          </a:p>
        </p:txBody>
      </p:sp>
      <p:sp>
        <p:nvSpPr>
          <p:cNvPr id="4" name="Slide Number Placeholder 2"/>
          <p:cNvSpPr>
            <a:spLocks noGrp="1"/>
          </p:cNvSpPr>
          <p:nvPr>
            <p:ph type="sldNum" sz="quarter" idx="16"/>
          </p:nvPr>
        </p:nvSpPr>
        <p:spPr/>
        <p:txBody>
          <a:bodyPr/>
          <a:lstStyle>
            <a:lvl1pPr defTabSz="914400" eaLnBrk="0" hangingPunct="0">
              <a:defRPr/>
            </a:lvl1pPr>
          </a:lstStyle>
          <a:p>
            <a:fld id="{679140F0-C0D0-D149-BC29-219A865799E0}" type="slidenum">
              <a:rPr lang="en-US" altLang="x-none"/>
              <a:pPr/>
              <a:t>‹#›</a:t>
            </a:fld>
            <a:endParaRPr lang="en-US" altLang="x-none"/>
          </a:p>
        </p:txBody>
      </p:sp>
      <p:sp>
        <p:nvSpPr>
          <p:cNvPr id="5" name="Footer Placeholder 3"/>
          <p:cNvSpPr>
            <a:spLocks noGrp="1"/>
          </p:cNvSpPr>
          <p:nvPr>
            <p:ph type="ftr" sz="quarter" idx="17"/>
          </p:nvPr>
        </p:nvSpPr>
        <p:spPr/>
        <p:txBody>
          <a:bodyPr/>
          <a:lstStyle>
            <a:lvl1pPr defTabSz="914400" eaLnBrk="0" fontAlgn="base" hangingPunct="0">
              <a:spcBef>
                <a:spcPct val="0"/>
              </a:spcBef>
              <a:spcAft>
                <a:spcPct val="0"/>
              </a:spcAft>
              <a:defRPr/>
            </a:lvl1pPr>
          </a:lstStyle>
          <a:p>
            <a:pPr>
              <a:defRPr/>
            </a:pPr>
            <a:r>
              <a:rPr lang="en-US"/>
              <a:t>IBM Cloud  / February 08, 2018 / © 2018 IBM Corporation</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half-blank area">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6"/>
            <a:ext cx="5486400" cy="5870532"/>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lvl1pPr defTabSz="914400" eaLnBrk="0" hangingPunct="0">
              <a:defRPr/>
            </a:lvl1pPr>
          </a:lstStyle>
          <a:p>
            <a:fld id="{FB8920BE-D437-DE40-B712-5B32242D2B9D}" type="slidenum">
              <a:rPr lang="en-US" altLang="x-none"/>
              <a:pPr/>
              <a:t>‹#›</a:t>
            </a:fld>
            <a:endParaRPr lang="en-US" altLang="x-none"/>
          </a:p>
        </p:txBody>
      </p:sp>
      <p:sp>
        <p:nvSpPr>
          <p:cNvPr id="4" name="Footer Placeholder 3"/>
          <p:cNvSpPr>
            <a:spLocks noGrp="1"/>
          </p:cNvSpPr>
          <p:nvPr>
            <p:ph type="ftr" sz="quarter" idx="11"/>
          </p:nvPr>
        </p:nvSpPr>
        <p:spPr/>
        <p:txBody>
          <a:bodyPr/>
          <a:lstStyle>
            <a:lvl1pPr defTabSz="914400" eaLnBrk="0" fontAlgn="base" hangingPunct="0">
              <a:spcBef>
                <a:spcPct val="0"/>
              </a:spcBef>
              <a:spcAft>
                <a:spcPct val="0"/>
              </a:spcAft>
              <a:defRPr/>
            </a:lvl1pPr>
          </a:lstStyle>
          <a:p>
            <a:pPr>
              <a:defRPr/>
            </a:pPr>
            <a:r>
              <a:rPr lang="en-US"/>
              <a:t>IBM Cloud  / February 08, 2018 / © 2018 IBM Corporation</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blank">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508000"/>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lvl1pPr defTabSz="914400" eaLnBrk="0" hangingPunct="0">
              <a:defRPr/>
            </a:lvl1pPr>
          </a:lstStyle>
          <a:p>
            <a:fld id="{579233A2-E683-1D4D-9029-977020119672}" type="slidenum">
              <a:rPr lang="en-US" altLang="x-none"/>
              <a:pPr/>
              <a:t>‹#›</a:t>
            </a:fld>
            <a:endParaRPr lang="en-US" altLang="x-none"/>
          </a:p>
        </p:txBody>
      </p:sp>
      <p:sp>
        <p:nvSpPr>
          <p:cNvPr id="4" name="Footer Placeholder 3"/>
          <p:cNvSpPr>
            <a:spLocks noGrp="1"/>
          </p:cNvSpPr>
          <p:nvPr>
            <p:ph type="ftr" sz="quarter" idx="11"/>
          </p:nvPr>
        </p:nvSpPr>
        <p:spPr/>
        <p:txBody>
          <a:bodyPr/>
          <a:lstStyle>
            <a:lvl1pPr defTabSz="914400" eaLnBrk="0" fontAlgn="base" hangingPunct="0">
              <a:spcBef>
                <a:spcPct val="0"/>
              </a:spcBef>
              <a:spcAft>
                <a:spcPct val="0"/>
              </a:spcAft>
              <a:defRPr/>
            </a:lvl1pPr>
          </a:lstStyle>
          <a:p>
            <a:pPr>
              <a:defRPr/>
            </a:pPr>
            <a:r>
              <a:rPr lang="en-US"/>
              <a:t>IBM Cloud  / February 08, 2018 / © 2018 IBM Corporation</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insight, text, boxes">
    <p:spTree>
      <p:nvGrpSpPr>
        <p:cNvPr id="1" name=""/>
        <p:cNvGrpSpPr/>
        <p:nvPr/>
      </p:nvGrpSpPr>
      <p:grpSpPr>
        <a:xfrm>
          <a:off x="0" y="0"/>
          <a:ext cx="0" cy="0"/>
          <a:chOff x="0" y="0"/>
          <a:chExt cx="0" cy="0"/>
        </a:xfrm>
      </p:grpSpPr>
      <p:sp>
        <p:nvSpPr>
          <p:cNvPr id="14" name="Content Placeholder 13"/>
          <p:cNvSpPr>
            <a:spLocks noGrp="1"/>
          </p:cNvSpPr>
          <p:nvPr>
            <p:ph sz="quarter" idx="17"/>
          </p:nvPr>
        </p:nvSpPr>
        <p:spPr>
          <a:xfrm>
            <a:off x="6096001" y="3429000"/>
            <a:ext cx="6096000" cy="3429000"/>
          </a:xfrm>
          <a:solidFill>
            <a:schemeClr val="accent3"/>
          </a:solidFill>
        </p:spPr>
        <p:txBody>
          <a:bodyPr lIns="228216" tIns="191732" rIns="228216" bIns="228216"/>
          <a:lstStyle>
            <a:lvl1pPr>
              <a:defRPr sz="1867">
                <a:solidFill>
                  <a:schemeClr val="bg2"/>
                </a:solidFill>
              </a:defRPr>
            </a:lvl1pPr>
          </a:lstStyle>
          <a:p>
            <a:pPr lvl="0"/>
            <a:r>
              <a:rPr lang="en-US"/>
              <a:t>Edit Master text styles</a:t>
            </a:r>
          </a:p>
        </p:txBody>
      </p:sp>
      <p:sp>
        <p:nvSpPr>
          <p:cNvPr id="12" name="Text Placeholder 11"/>
          <p:cNvSpPr>
            <a:spLocks noGrp="1"/>
          </p:cNvSpPr>
          <p:nvPr>
            <p:ph type="body" sz="quarter" idx="13"/>
          </p:nvPr>
        </p:nvSpPr>
        <p:spPr>
          <a:xfrm>
            <a:off x="304800" y="243843"/>
            <a:ext cx="5486400" cy="400049"/>
          </a:xfrm>
        </p:spPr>
        <p:txBody>
          <a:bodyPr/>
          <a:lstStyle>
            <a:lvl1pPr>
              <a:defRPr sz="2133"/>
            </a:lvl1pPr>
          </a:lstStyle>
          <a:p>
            <a:pPr lvl="0"/>
            <a:r>
              <a:rPr lang="en-US"/>
              <a:t>Edit Master text styles</a:t>
            </a:r>
          </a:p>
        </p:txBody>
      </p:sp>
      <p:sp>
        <p:nvSpPr>
          <p:cNvPr id="7" name="Text Placeholder 6"/>
          <p:cNvSpPr>
            <a:spLocks noGrp="1"/>
          </p:cNvSpPr>
          <p:nvPr>
            <p:ph type="body" sz="quarter" idx="14"/>
          </p:nvPr>
        </p:nvSpPr>
        <p:spPr>
          <a:xfrm>
            <a:off x="304800" y="1463051"/>
            <a:ext cx="5486400" cy="4651641"/>
          </a:xfrm>
        </p:spPr>
        <p:txBody>
          <a:bodyPr/>
          <a:lstStyle>
            <a:lvl1pPr>
              <a:defRPr sz="2133"/>
            </a:lvl1pPr>
            <a:lvl2pPr>
              <a:defRPr sz="1867"/>
            </a:lvl2pPr>
            <a:lvl3pPr>
              <a:defRPr sz="1867"/>
            </a:lvl3pPr>
            <a:lvl4pPr>
              <a:defRPr sz="1867"/>
            </a:lvl4pPr>
            <a:lvl5pPr>
              <a:defRPr sz="18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7"/>
          <p:cNvSpPr>
            <a:spLocks noGrp="1"/>
          </p:cNvSpPr>
          <p:nvPr>
            <p:ph sz="quarter" idx="15"/>
          </p:nvPr>
        </p:nvSpPr>
        <p:spPr>
          <a:xfrm>
            <a:off x="9144000" y="0"/>
            <a:ext cx="3048000" cy="3429000"/>
          </a:xfrm>
          <a:solidFill>
            <a:schemeClr val="bg1"/>
          </a:solidFill>
        </p:spPr>
        <p:txBody>
          <a:bodyPr lIns="228216" tIns="191732" rIns="228216" bIns="228216"/>
          <a:lstStyle>
            <a:lvl1pPr>
              <a:defRPr sz="1867">
                <a:solidFill>
                  <a:schemeClr val="bg2"/>
                </a:solidFill>
              </a:defRPr>
            </a:lvl1pPr>
          </a:lstStyle>
          <a:p>
            <a:pPr lvl="0"/>
            <a:r>
              <a:rPr lang="en-US"/>
              <a:t>Edit Master text styles</a:t>
            </a:r>
          </a:p>
        </p:txBody>
      </p:sp>
      <p:sp>
        <p:nvSpPr>
          <p:cNvPr id="10" name="Content Placeholder 9"/>
          <p:cNvSpPr>
            <a:spLocks noGrp="1"/>
          </p:cNvSpPr>
          <p:nvPr>
            <p:ph sz="quarter" idx="16"/>
          </p:nvPr>
        </p:nvSpPr>
        <p:spPr>
          <a:xfrm>
            <a:off x="6096000" y="0"/>
            <a:ext cx="3048000" cy="3429000"/>
          </a:xfrm>
          <a:solidFill>
            <a:schemeClr val="accent2"/>
          </a:solidFill>
        </p:spPr>
        <p:txBody>
          <a:bodyPr lIns="228216" tIns="191732" rIns="228216" bIns="228216"/>
          <a:lstStyle>
            <a:lvl1pPr>
              <a:defRPr sz="1867">
                <a:solidFill>
                  <a:schemeClr val="bg2"/>
                </a:solidFill>
              </a:defRPr>
            </a:lvl1pPr>
          </a:lstStyle>
          <a:p>
            <a:pPr lvl="0"/>
            <a:r>
              <a:rPr lang="en-US"/>
              <a:t>Edit Master text styles</a:t>
            </a:r>
          </a:p>
        </p:txBody>
      </p:sp>
      <p:sp>
        <p:nvSpPr>
          <p:cNvPr id="9" name="Slide Number Placeholder 2"/>
          <p:cNvSpPr>
            <a:spLocks noGrp="1"/>
          </p:cNvSpPr>
          <p:nvPr>
            <p:ph type="sldNum" sz="quarter" idx="18"/>
          </p:nvPr>
        </p:nvSpPr>
        <p:spPr/>
        <p:txBody>
          <a:bodyPr/>
          <a:lstStyle>
            <a:lvl1pPr defTabSz="914400" eaLnBrk="0" hangingPunct="0">
              <a:defRPr/>
            </a:lvl1pPr>
          </a:lstStyle>
          <a:p>
            <a:fld id="{2ADD3121-1947-A943-9A39-1199FBF4DB04}" type="slidenum">
              <a:rPr lang="en-US" altLang="x-none"/>
              <a:pPr/>
              <a:t>‹#›</a:t>
            </a:fld>
            <a:endParaRPr lang="en-US" altLang="x-none"/>
          </a:p>
        </p:txBody>
      </p:sp>
      <p:sp>
        <p:nvSpPr>
          <p:cNvPr id="11" name="Footer Placeholder 3"/>
          <p:cNvSpPr>
            <a:spLocks noGrp="1"/>
          </p:cNvSpPr>
          <p:nvPr>
            <p:ph type="ftr" sz="quarter" idx="19"/>
          </p:nvPr>
        </p:nvSpPr>
        <p:spPr/>
        <p:txBody>
          <a:bodyPr/>
          <a:lstStyle>
            <a:lvl1pPr defTabSz="914400" eaLnBrk="0" fontAlgn="base" hangingPunct="0">
              <a:spcBef>
                <a:spcPct val="0"/>
              </a:spcBef>
              <a:spcAft>
                <a:spcPct val="0"/>
              </a:spcAft>
              <a:defRPr/>
            </a:lvl1pPr>
          </a:lstStyle>
          <a:p>
            <a:pPr>
              <a:defRPr/>
            </a:pPr>
            <a:r>
              <a:rPr lang="en-US"/>
              <a:t>IBM Cloud  / February 08, 2018 / © 2018 IBM Corporation</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boxes (3 med, 2 small)">
    <p:spTree>
      <p:nvGrpSpPr>
        <p:cNvPr id="1" name=""/>
        <p:cNvGrpSpPr/>
        <p:nvPr/>
      </p:nvGrpSpPr>
      <p:grpSpPr>
        <a:xfrm>
          <a:off x="0" y="0"/>
          <a:ext cx="0" cy="0"/>
          <a:chOff x="0" y="0"/>
          <a:chExt cx="0" cy="0"/>
        </a:xfrm>
      </p:grpSpPr>
      <p:sp>
        <p:nvSpPr>
          <p:cNvPr id="14" name="Content Placeholder 13"/>
          <p:cNvSpPr>
            <a:spLocks noGrp="1"/>
          </p:cNvSpPr>
          <p:nvPr>
            <p:ph sz="quarter" idx="17"/>
          </p:nvPr>
        </p:nvSpPr>
        <p:spPr>
          <a:xfrm>
            <a:off x="6096001" y="3429000"/>
            <a:ext cx="6096000" cy="3429000"/>
          </a:xfrm>
          <a:solidFill>
            <a:schemeClr val="accent3"/>
          </a:solidFill>
        </p:spPr>
        <p:txBody>
          <a:bodyPr lIns="228216" tIns="191732" rIns="228216" bIns="228216"/>
          <a:lstStyle>
            <a:lvl1pPr>
              <a:defRPr sz="1867">
                <a:solidFill>
                  <a:schemeClr val="bg2"/>
                </a:solidFill>
              </a:defRPr>
            </a:lvl1pPr>
          </a:lstStyle>
          <a:p>
            <a:pPr lvl="0"/>
            <a:r>
              <a:rPr lang="en-US"/>
              <a:t>Edit Master text styles</a:t>
            </a:r>
          </a:p>
        </p:txBody>
      </p:sp>
      <p:sp>
        <p:nvSpPr>
          <p:cNvPr id="8" name="Content Placeholder 7"/>
          <p:cNvSpPr>
            <a:spLocks noGrp="1"/>
          </p:cNvSpPr>
          <p:nvPr>
            <p:ph sz="quarter" idx="15"/>
          </p:nvPr>
        </p:nvSpPr>
        <p:spPr>
          <a:xfrm>
            <a:off x="9144000" y="0"/>
            <a:ext cx="3048000" cy="3429000"/>
          </a:xfrm>
          <a:solidFill>
            <a:schemeClr val="accent2"/>
          </a:solidFill>
        </p:spPr>
        <p:txBody>
          <a:bodyPr lIns="228216" tIns="191732" rIns="228216" bIns="228216"/>
          <a:lstStyle>
            <a:lvl1pPr>
              <a:defRPr sz="1867">
                <a:solidFill>
                  <a:schemeClr val="bg2"/>
                </a:solidFill>
              </a:defRPr>
            </a:lvl1pPr>
          </a:lstStyle>
          <a:p>
            <a:pPr lvl="0"/>
            <a:r>
              <a:rPr lang="en-US"/>
              <a:t>Edit Master text styles</a:t>
            </a:r>
          </a:p>
        </p:txBody>
      </p:sp>
      <p:sp>
        <p:nvSpPr>
          <p:cNvPr id="10" name="Content Placeholder 9"/>
          <p:cNvSpPr>
            <a:spLocks noGrp="1"/>
          </p:cNvSpPr>
          <p:nvPr>
            <p:ph sz="quarter" idx="16"/>
          </p:nvPr>
        </p:nvSpPr>
        <p:spPr>
          <a:xfrm>
            <a:off x="6096000" y="0"/>
            <a:ext cx="3048000" cy="3429000"/>
          </a:xfrm>
          <a:solidFill>
            <a:schemeClr val="tx1"/>
          </a:solidFill>
        </p:spPr>
        <p:txBody>
          <a:bodyPr lIns="228216" tIns="191732" rIns="228216" bIns="228216"/>
          <a:lstStyle>
            <a:lvl1pPr>
              <a:defRPr sz="1867">
                <a:solidFill>
                  <a:schemeClr val="bg2"/>
                </a:solidFill>
              </a:defRPr>
            </a:lvl1pPr>
          </a:lstStyle>
          <a:p>
            <a:pPr lvl="0"/>
            <a:r>
              <a:rPr lang="en-US"/>
              <a:t>Edit Master text styles</a:t>
            </a:r>
          </a:p>
        </p:txBody>
      </p:sp>
      <p:sp>
        <p:nvSpPr>
          <p:cNvPr id="5" name="Content Placeholder 4"/>
          <p:cNvSpPr>
            <a:spLocks noGrp="1"/>
          </p:cNvSpPr>
          <p:nvPr>
            <p:ph sz="quarter" idx="18"/>
          </p:nvPr>
        </p:nvSpPr>
        <p:spPr>
          <a:xfrm>
            <a:off x="0" y="3429069"/>
            <a:ext cx="6096000" cy="2815167"/>
          </a:xfrm>
          <a:solidFill>
            <a:schemeClr val="tx1"/>
          </a:solidFill>
        </p:spPr>
        <p:txBody>
          <a:bodyPr lIns="228216" tIns="191732" rIns="228216" bIns="228216"/>
          <a:lstStyle>
            <a:lvl1pPr>
              <a:defRPr sz="1867">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Edit Master text styles</a:t>
            </a:r>
          </a:p>
        </p:txBody>
      </p:sp>
      <p:sp>
        <p:nvSpPr>
          <p:cNvPr id="6" name="Title 5"/>
          <p:cNvSpPr>
            <a:spLocks noGrp="1"/>
          </p:cNvSpPr>
          <p:nvPr>
            <p:ph type="title"/>
          </p:nvPr>
        </p:nvSpPr>
        <p:spPr>
          <a:xfrm>
            <a:off x="4" y="-1"/>
            <a:ext cx="6095999" cy="3429001"/>
          </a:xfrm>
          <a:solidFill>
            <a:schemeClr val="accent2"/>
          </a:solidFill>
        </p:spPr>
        <p:txBody>
          <a:bodyPr lIns="228216" tIns="200848" rIns="228216" bIns="228216"/>
          <a:lstStyle>
            <a:lvl1pPr>
              <a:defRPr>
                <a:solidFill>
                  <a:schemeClr val="bg2"/>
                </a:solidFill>
              </a:defRPr>
            </a:lvl1pPr>
          </a:lstStyle>
          <a:p>
            <a:r>
              <a:rPr lang="en-US"/>
              <a:t>Click to edit Master title style</a:t>
            </a:r>
            <a:endParaRPr lang="en-US" dirty="0"/>
          </a:p>
        </p:txBody>
      </p:sp>
      <p:sp>
        <p:nvSpPr>
          <p:cNvPr id="7" name="Slide Number Placeholder 2"/>
          <p:cNvSpPr>
            <a:spLocks noGrp="1"/>
          </p:cNvSpPr>
          <p:nvPr>
            <p:ph type="sldNum" sz="quarter" idx="19"/>
          </p:nvPr>
        </p:nvSpPr>
        <p:spPr/>
        <p:txBody>
          <a:bodyPr/>
          <a:lstStyle>
            <a:lvl1pPr defTabSz="914400" eaLnBrk="0" hangingPunct="0">
              <a:defRPr/>
            </a:lvl1pPr>
          </a:lstStyle>
          <a:p>
            <a:fld id="{B7D30117-7A42-3B4D-BBEA-93305369DECB}" type="slidenum">
              <a:rPr lang="en-US" altLang="x-none"/>
              <a:pPr/>
              <a:t>‹#›</a:t>
            </a:fld>
            <a:endParaRPr lang="en-US" altLang="x-none"/>
          </a:p>
        </p:txBody>
      </p:sp>
      <p:sp>
        <p:nvSpPr>
          <p:cNvPr id="9" name="Footer Placeholder 3"/>
          <p:cNvSpPr>
            <a:spLocks noGrp="1"/>
          </p:cNvSpPr>
          <p:nvPr>
            <p:ph type="ftr" sz="quarter" idx="20"/>
          </p:nvPr>
        </p:nvSpPr>
        <p:spPr/>
        <p:txBody>
          <a:bodyPr/>
          <a:lstStyle>
            <a:lvl1pPr defTabSz="914400" eaLnBrk="0" fontAlgn="base" hangingPunct="0">
              <a:spcBef>
                <a:spcPct val="0"/>
              </a:spcBef>
              <a:spcAft>
                <a:spcPct val="0"/>
              </a:spcAft>
              <a:defRPr/>
            </a:lvl1pPr>
          </a:lstStyle>
          <a:p>
            <a:pPr>
              <a:defRPr/>
            </a:pPr>
            <a:r>
              <a:rPr lang="en-US"/>
              <a:t>IBM Cloud  / February 08, 2018 / © 2018 IBM Corporation</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boxes (1 large, 4 small)">
    <p:spTree>
      <p:nvGrpSpPr>
        <p:cNvPr id="1" name=""/>
        <p:cNvGrpSpPr/>
        <p:nvPr/>
      </p:nvGrpSpPr>
      <p:grpSpPr>
        <a:xfrm>
          <a:off x="0" y="0"/>
          <a:ext cx="0" cy="0"/>
          <a:chOff x="0" y="0"/>
          <a:chExt cx="0" cy="0"/>
        </a:xfrm>
      </p:grpSpPr>
      <p:sp>
        <p:nvSpPr>
          <p:cNvPr id="8" name="Content Placeholder 7"/>
          <p:cNvSpPr>
            <a:spLocks noGrp="1"/>
          </p:cNvSpPr>
          <p:nvPr>
            <p:ph sz="quarter" idx="15"/>
          </p:nvPr>
        </p:nvSpPr>
        <p:spPr>
          <a:xfrm>
            <a:off x="9143997" y="3429000"/>
            <a:ext cx="3048000" cy="3429000"/>
          </a:xfrm>
          <a:solidFill>
            <a:schemeClr val="accent4">
              <a:lumMod val="60000"/>
              <a:lumOff val="40000"/>
            </a:schemeClr>
          </a:solidFill>
        </p:spPr>
        <p:txBody>
          <a:bodyPr lIns="228216" tIns="191732" rIns="228216" bIns="228216"/>
          <a:lstStyle>
            <a:lvl1pPr>
              <a:defRPr sz="1867">
                <a:solidFill>
                  <a:schemeClr val="bg1"/>
                </a:solidFill>
              </a:defRPr>
            </a:lvl1pPr>
          </a:lstStyle>
          <a:p>
            <a:pPr lvl="0"/>
            <a:r>
              <a:rPr lang="en-US"/>
              <a:t>Edit Master text styles</a:t>
            </a:r>
          </a:p>
        </p:txBody>
      </p:sp>
      <p:sp>
        <p:nvSpPr>
          <p:cNvPr id="10" name="Content Placeholder 9"/>
          <p:cNvSpPr>
            <a:spLocks noGrp="1"/>
          </p:cNvSpPr>
          <p:nvPr>
            <p:ph sz="quarter" idx="16"/>
          </p:nvPr>
        </p:nvSpPr>
        <p:spPr>
          <a:xfrm>
            <a:off x="3048000" y="3429000"/>
            <a:ext cx="3048000" cy="3429000"/>
          </a:xfrm>
          <a:solidFill>
            <a:schemeClr val="accent3"/>
          </a:solidFill>
        </p:spPr>
        <p:txBody>
          <a:bodyPr lIns="228216" tIns="191732" rIns="228216" bIns="228216"/>
          <a:lstStyle>
            <a:lvl1pPr>
              <a:defRPr sz="1867">
                <a:solidFill>
                  <a:schemeClr val="bg2"/>
                </a:solidFill>
              </a:defRPr>
            </a:lvl1pPr>
          </a:lstStyle>
          <a:p>
            <a:pPr lvl="0"/>
            <a:r>
              <a:rPr lang="en-US"/>
              <a:t>Edit Master text styles</a:t>
            </a:r>
          </a:p>
        </p:txBody>
      </p:sp>
      <p:sp>
        <p:nvSpPr>
          <p:cNvPr id="14" name="Content Placeholder 13"/>
          <p:cNvSpPr>
            <a:spLocks noGrp="1"/>
          </p:cNvSpPr>
          <p:nvPr>
            <p:ph sz="quarter" idx="17"/>
          </p:nvPr>
        </p:nvSpPr>
        <p:spPr>
          <a:xfrm>
            <a:off x="6096007" y="3429000"/>
            <a:ext cx="3047996" cy="3429000"/>
          </a:xfrm>
          <a:solidFill>
            <a:schemeClr val="accent4"/>
          </a:solidFill>
        </p:spPr>
        <p:txBody>
          <a:bodyPr lIns="228216" tIns="191732" rIns="228216" bIns="228216"/>
          <a:lstStyle>
            <a:lvl1pPr>
              <a:defRPr sz="1867">
                <a:solidFill>
                  <a:schemeClr val="bg2"/>
                </a:solidFill>
              </a:defRPr>
            </a:lvl1pPr>
          </a:lstStyle>
          <a:p>
            <a:pPr lvl="0"/>
            <a:r>
              <a:rPr lang="en-US"/>
              <a:t>Edit Master text styles</a:t>
            </a:r>
          </a:p>
        </p:txBody>
      </p:sp>
      <p:sp>
        <p:nvSpPr>
          <p:cNvPr id="5" name="Content Placeholder 4"/>
          <p:cNvSpPr>
            <a:spLocks noGrp="1"/>
          </p:cNvSpPr>
          <p:nvPr>
            <p:ph sz="quarter" idx="18"/>
          </p:nvPr>
        </p:nvSpPr>
        <p:spPr>
          <a:xfrm>
            <a:off x="0" y="3429000"/>
            <a:ext cx="3048000" cy="3429000"/>
          </a:xfrm>
          <a:solidFill>
            <a:schemeClr val="accent2"/>
          </a:solidFill>
        </p:spPr>
        <p:txBody>
          <a:bodyPr lIns="228216" tIns="191732" rIns="228216" bIns="228216"/>
          <a:lstStyle>
            <a:lvl1pPr>
              <a:defRPr sz="1867">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Edit Master text styles</a:t>
            </a:r>
          </a:p>
        </p:txBody>
      </p:sp>
      <p:sp>
        <p:nvSpPr>
          <p:cNvPr id="6" name="Title 5"/>
          <p:cNvSpPr>
            <a:spLocks noGrp="1"/>
          </p:cNvSpPr>
          <p:nvPr>
            <p:ph type="title"/>
          </p:nvPr>
        </p:nvSpPr>
        <p:spPr>
          <a:xfrm>
            <a:off x="8" y="-1"/>
            <a:ext cx="12191999" cy="3429001"/>
          </a:xfrm>
          <a:solidFill>
            <a:schemeClr val="tx1"/>
          </a:solidFill>
        </p:spPr>
        <p:txBody>
          <a:bodyPr lIns="228216" tIns="155192" rIns="228216" bIns="228216"/>
          <a:lstStyle>
            <a:lvl1pPr>
              <a:defRPr sz="6400">
                <a:solidFill>
                  <a:schemeClr val="bg2"/>
                </a:solidFill>
              </a:defRPr>
            </a:lvl1pPr>
          </a:lstStyle>
          <a:p>
            <a:r>
              <a:rPr lang="en-US"/>
              <a:t>Click to edit Master title style</a:t>
            </a:r>
            <a:endParaRPr lang="en-US" dirty="0"/>
          </a:p>
        </p:txBody>
      </p:sp>
      <p:sp>
        <p:nvSpPr>
          <p:cNvPr id="7" name="Slide Number Placeholder 2"/>
          <p:cNvSpPr>
            <a:spLocks noGrp="1"/>
          </p:cNvSpPr>
          <p:nvPr>
            <p:ph type="sldNum" sz="quarter" idx="19"/>
          </p:nvPr>
        </p:nvSpPr>
        <p:spPr/>
        <p:txBody>
          <a:bodyPr/>
          <a:lstStyle>
            <a:lvl1pPr defTabSz="914400" eaLnBrk="0" hangingPunct="0">
              <a:defRPr/>
            </a:lvl1pPr>
          </a:lstStyle>
          <a:p>
            <a:fld id="{9E95DDED-5888-7547-8C9E-2A7EE5CE3556}" type="slidenum">
              <a:rPr lang="en-US" altLang="x-none"/>
              <a:pPr/>
              <a:t>‹#›</a:t>
            </a:fld>
            <a:endParaRPr lang="en-US" altLang="x-none"/>
          </a:p>
        </p:txBody>
      </p:sp>
      <p:sp>
        <p:nvSpPr>
          <p:cNvPr id="9" name="Footer Placeholder 3"/>
          <p:cNvSpPr>
            <a:spLocks noGrp="1"/>
          </p:cNvSpPr>
          <p:nvPr>
            <p:ph type="ftr" sz="quarter" idx="20"/>
          </p:nvPr>
        </p:nvSpPr>
        <p:spPr/>
        <p:txBody>
          <a:bodyPr/>
          <a:lstStyle>
            <a:lvl1pPr defTabSz="914400" eaLnBrk="0" fontAlgn="base" hangingPunct="0">
              <a:spcBef>
                <a:spcPct val="0"/>
              </a:spcBef>
              <a:spcAft>
                <a:spcPct val="0"/>
              </a:spcAft>
              <a:defRPr/>
            </a:lvl1pPr>
          </a:lstStyle>
          <a:p>
            <a:pPr>
              <a:defRPr/>
            </a:pPr>
            <a:r>
              <a:rPr lang="en-US"/>
              <a:t>IBM Cloud  / February 08, 2018 / © 2018 IBM Corporation</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black box) over image(s)">
    <p:spTree>
      <p:nvGrpSpPr>
        <p:cNvPr id="1" name=""/>
        <p:cNvGrpSpPr/>
        <p:nvPr/>
      </p:nvGrpSpPr>
      <p:grpSpPr>
        <a:xfrm>
          <a:off x="0" y="0"/>
          <a:ext cx="0" cy="0"/>
          <a:chOff x="0" y="0"/>
          <a:chExt cx="0" cy="0"/>
        </a:xfrm>
      </p:grpSpPr>
      <p:sp>
        <p:nvSpPr>
          <p:cNvPr id="6" name="Title 5"/>
          <p:cNvSpPr>
            <a:spLocks noGrp="1"/>
          </p:cNvSpPr>
          <p:nvPr>
            <p:ph type="title"/>
          </p:nvPr>
        </p:nvSpPr>
        <p:spPr>
          <a:xfrm>
            <a:off x="8" y="3"/>
            <a:ext cx="12191999" cy="1720852"/>
          </a:xfrm>
          <a:solidFill>
            <a:schemeClr val="tx1"/>
          </a:solidFill>
        </p:spPr>
        <p:txBody>
          <a:bodyPr lIns="228216" tIns="200848" rIns="228216" bIns="228216"/>
          <a:lstStyle>
            <a:lvl1pPr>
              <a:defRPr sz="3200">
                <a:solidFill>
                  <a:schemeClr val="bg2"/>
                </a:solidFill>
              </a:defRPr>
            </a:lvl1p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lvl1pPr defTabSz="914400" eaLnBrk="0" hangingPunct="0">
              <a:defRPr/>
            </a:lvl1pPr>
          </a:lstStyle>
          <a:p>
            <a:fld id="{53303FDA-D25D-964E-A6E4-7BBDAA59E99C}" type="slidenum">
              <a:rPr lang="en-US" altLang="x-none"/>
              <a:pPr/>
              <a:t>‹#›</a:t>
            </a:fld>
            <a:endParaRPr lang="en-US" altLang="x-none"/>
          </a:p>
        </p:txBody>
      </p:sp>
      <p:sp>
        <p:nvSpPr>
          <p:cNvPr id="4" name="Footer Placeholder 3"/>
          <p:cNvSpPr>
            <a:spLocks noGrp="1"/>
          </p:cNvSpPr>
          <p:nvPr>
            <p:ph type="ftr" sz="quarter" idx="11"/>
          </p:nvPr>
        </p:nvSpPr>
        <p:spPr/>
        <p:txBody>
          <a:bodyPr/>
          <a:lstStyle>
            <a:lvl1pPr defTabSz="914400" eaLnBrk="0" fontAlgn="base" hangingPunct="0">
              <a:spcBef>
                <a:spcPct val="0"/>
              </a:spcBef>
              <a:spcAft>
                <a:spcPct val="0"/>
              </a:spcAft>
              <a:defRPr/>
            </a:lvl1pPr>
          </a:lstStyle>
          <a:p>
            <a:pPr>
              <a:defRPr/>
            </a:pPr>
            <a:r>
              <a:rPr lang="en-US"/>
              <a:t>IBM Cloud  / February 08, 2018 / © 2018 IBM Corporation</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ext (black box) over image(s)">
    <p:spTree>
      <p:nvGrpSpPr>
        <p:cNvPr id="1" name=""/>
        <p:cNvGrpSpPr/>
        <p:nvPr/>
      </p:nvGrpSpPr>
      <p:grpSpPr>
        <a:xfrm>
          <a:off x="0" y="0"/>
          <a:ext cx="0" cy="0"/>
          <a:chOff x="0" y="0"/>
          <a:chExt cx="0" cy="0"/>
        </a:xfrm>
      </p:grpSpPr>
      <p:sp>
        <p:nvSpPr>
          <p:cNvPr id="7" name="Content Placeholder 6"/>
          <p:cNvSpPr>
            <a:spLocks noGrp="1"/>
          </p:cNvSpPr>
          <p:nvPr>
            <p:ph sz="quarter" idx="19"/>
          </p:nvPr>
        </p:nvSpPr>
        <p:spPr>
          <a:xfrm>
            <a:off x="0" y="3810000"/>
            <a:ext cx="3048000" cy="3048000"/>
          </a:xfrm>
          <a:solidFill>
            <a:schemeClr val="tx1"/>
          </a:solidFill>
        </p:spPr>
        <p:txBody>
          <a:bodyPr lIns="228216" tIns="155192" rIns="228216" bIns="228216"/>
          <a:lstStyle>
            <a:lvl1pPr>
              <a:defRPr>
                <a:solidFill>
                  <a:schemeClr val="bg2"/>
                </a:solidFill>
              </a:defRPr>
            </a:lvl1pPr>
            <a:lvl2pPr>
              <a:defRPr sz="1333">
                <a:solidFill>
                  <a:schemeClr val="bg2"/>
                </a:solidFill>
              </a:defRPr>
            </a:lvl2pPr>
            <a:lvl3pPr>
              <a:defRPr sz="1333">
                <a:solidFill>
                  <a:schemeClr val="bg2"/>
                </a:solidFill>
              </a:defRPr>
            </a:lvl3pPr>
            <a:lvl4pPr>
              <a:defRPr sz="1333">
                <a:solidFill>
                  <a:schemeClr val="bg2"/>
                </a:solidFill>
              </a:defRPr>
            </a:lvl4pPr>
            <a:lvl5pPr>
              <a:defRPr sz="1333">
                <a:solidFill>
                  <a:schemeClr val="bg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2"/>
          <p:cNvSpPr>
            <a:spLocks noGrp="1"/>
          </p:cNvSpPr>
          <p:nvPr>
            <p:ph type="sldNum" sz="quarter" idx="20"/>
          </p:nvPr>
        </p:nvSpPr>
        <p:spPr/>
        <p:txBody>
          <a:bodyPr/>
          <a:lstStyle>
            <a:lvl1pPr defTabSz="914400" eaLnBrk="0" hangingPunct="0">
              <a:defRPr/>
            </a:lvl1pPr>
          </a:lstStyle>
          <a:p>
            <a:fld id="{3F13D8E5-B10B-7248-945A-944FFF9BDA41}" type="slidenum">
              <a:rPr lang="en-US" altLang="x-none"/>
              <a:pPr/>
              <a:t>‹#›</a:t>
            </a:fld>
            <a:endParaRPr lang="en-US" altLang="x-none"/>
          </a:p>
        </p:txBody>
      </p:sp>
      <p:sp>
        <p:nvSpPr>
          <p:cNvPr id="4" name="Footer Placeholder 3"/>
          <p:cNvSpPr>
            <a:spLocks noGrp="1"/>
          </p:cNvSpPr>
          <p:nvPr>
            <p:ph type="ftr" sz="quarter" idx="21"/>
          </p:nvPr>
        </p:nvSpPr>
        <p:spPr/>
        <p:txBody>
          <a:bodyPr/>
          <a:lstStyle>
            <a:lvl1pPr defTabSz="914400" eaLnBrk="0" fontAlgn="base" hangingPunct="0">
              <a:spcBef>
                <a:spcPct val="0"/>
              </a:spcBef>
              <a:spcAft>
                <a:spcPct val="0"/>
              </a:spcAft>
              <a:defRPr/>
            </a:lvl1pPr>
          </a:lstStyle>
          <a:p>
            <a:pPr>
              <a:defRPr/>
            </a:pPr>
            <a:r>
              <a:rPr lang="en-US"/>
              <a:t>IBM Cloud  / February 08, 2018 / © 2018 IBM Corporation</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boxes (4 tall)">
    <p:spTree>
      <p:nvGrpSpPr>
        <p:cNvPr id="1" name=""/>
        <p:cNvGrpSpPr/>
        <p:nvPr/>
      </p:nvGrpSpPr>
      <p:grpSpPr>
        <a:xfrm>
          <a:off x="0" y="0"/>
          <a:ext cx="0" cy="0"/>
          <a:chOff x="0" y="0"/>
          <a:chExt cx="0" cy="0"/>
        </a:xfrm>
      </p:grpSpPr>
      <p:sp>
        <p:nvSpPr>
          <p:cNvPr id="7" name="Content Placeholder 6"/>
          <p:cNvSpPr>
            <a:spLocks noGrp="1"/>
          </p:cNvSpPr>
          <p:nvPr>
            <p:ph sz="quarter" idx="19"/>
          </p:nvPr>
        </p:nvSpPr>
        <p:spPr>
          <a:xfrm>
            <a:off x="0" y="-1"/>
            <a:ext cx="3048000" cy="6858000"/>
          </a:xfrm>
          <a:solidFill>
            <a:schemeClr val="tx1"/>
          </a:solidFill>
        </p:spPr>
        <p:txBody>
          <a:bodyPr lIns="228216" tIns="191732" rIns="228216" bIns="228216"/>
          <a:lstStyle>
            <a:lvl1pPr>
              <a:defRPr sz="2133">
                <a:solidFill>
                  <a:schemeClr val="bg2"/>
                </a:solidFill>
              </a:defRPr>
            </a:lvl1pPr>
            <a:lvl2pPr>
              <a:defRPr sz="1467">
                <a:solidFill>
                  <a:schemeClr val="bg2"/>
                </a:solidFill>
              </a:defRPr>
            </a:lvl2pPr>
            <a:lvl3pPr>
              <a:defRPr sz="1467">
                <a:solidFill>
                  <a:schemeClr val="bg2"/>
                </a:solidFill>
              </a:defRPr>
            </a:lvl3pPr>
            <a:lvl4pPr>
              <a:defRPr sz="1467">
                <a:solidFill>
                  <a:schemeClr val="bg2"/>
                </a:solidFill>
              </a:defRPr>
            </a:lvl4pPr>
            <a:lvl5pPr>
              <a:defRPr sz="1467">
                <a:solidFill>
                  <a:schemeClr val="bg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p:cNvSpPr>
            <a:spLocks noGrp="1"/>
          </p:cNvSpPr>
          <p:nvPr>
            <p:ph sz="quarter" idx="20"/>
          </p:nvPr>
        </p:nvSpPr>
        <p:spPr>
          <a:xfrm>
            <a:off x="3048000" y="0"/>
            <a:ext cx="3048000" cy="6858000"/>
          </a:xfrm>
          <a:solidFill>
            <a:schemeClr val="accent2"/>
          </a:solidFill>
        </p:spPr>
        <p:txBody>
          <a:bodyPr lIns="228216" tIns="191732" rIns="228216" bIns="228216"/>
          <a:lstStyle>
            <a:lvl1pPr>
              <a:defRPr sz="1867">
                <a:solidFill>
                  <a:schemeClr val="bg2"/>
                </a:solidFill>
              </a:defRPr>
            </a:lvl1pPr>
            <a:lvl2pPr>
              <a:defRPr sz="1467">
                <a:solidFill>
                  <a:schemeClr val="bg2"/>
                </a:solidFill>
              </a:defRPr>
            </a:lvl2pPr>
            <a:lvl3pPr>
              <a:defRPr sz="1467">
                <a:solidFill>
                  <a:schemeClr val="bg2"/>
                </a:solidFill>
              </a:defRPr>
            </a:lvl3pPr>
            <a:lvl4pPr>
              <a:defRPr sz="1467">
                <a:solidFill>
                  <a:schemeClr val="bg2"/>
                </a:solidFill>
              </a:defRPr>
            </a:lvl4pPr>
            <a:lvl5pPr>
              <a:defRPr sz="1467">
                <a:solidFill>
                  <a:schemeClr val="bg2"/>
                </a:solidFill>
              </a:defRPr>
            </a:lvl5pPr>
          </a:lstStyle>
          <a:p>
            <a:pPr lvl="0"/>
            <a:r>
              <a:rPr lang="en-US"/>
              <a:t>Edit Master text styles</a:t>
            </a:r>
          </a:p>
        </p:txBody>
      </p:sp>
      <p:sp>
        <p:nvSpPr>
          <p:cNvPr id="15" name="Content Placeholder 14"/>
          <p:cNvSpPr>
            <a:spLocks noGrp="1"/>
          </p:cNvSpPr>
          <p:nvPr>
            <p:ph sz="quarter" idx="21"/>
          </p:nvPr>
        </p:nvSpPr>
        <p:spPr>
          <a:xfrm>
            <a:off x="6096000" y="0"/>
            <a:ext cx="3048000" cy="6858000"/>
          </a:xfrm>
          <a:solidFill>
            <a:schemeClr val="accent3"/>
          </a:solidFill>
        </p:spPr>
        <p:txBody>
          <a:bodyPr lIns="228216" tIns="191732" rIns="228216" bIns="228216"/>
          <a:lstStyle>
            <a:lvl1pPr>
              <a:defRPr sz="1867">
                <a:solidFill>
                  <a:schemeClr val="bg2"/>
                </a:solidFill>
              </a:defRPr>
            </a:lvl1pPr>
            <a:lvl2pPr>
              <a:defRPr sz="1467">
                <a:solidFill>
                  <a:schemeClr val="bg2"/>
                </a:solidFill>
              </a:defRPr>
            </a:lvl2pPr>
            <a:lvl3pPr>
              <a:defRPr sz="1467">
                <a:solidFill>
                  <a:schemeClr val="bg2"/>
                </a:solidFill>
              </a:defRPr>
            </a:lvl3pPr>
            <a:lvl4pPr>
              <a:defRPr sz="1467">
                <a:solidFill>
                  <a:schemeClr val="bg2"/>
                </a:solidFill>
              </a:defRPr>
            </a:lvl4pPr>
            <a:lvl5pPr>
              <a:defRPr sz="1467">
                <a:solidFill>
                  <a:schemeClr val="bg2"/>
                </a:solidFill>
              </a:defRPr>
            </a:lvl5pPr>
          </a:lstStyle>
          <a:p>
            <a:pPr lvl="0"/>
            <a:r>
              <a:rPr lang="en-US"/>
              <a:t>Edit Master text styles</a:t>
            </a:r>
          </a:p>
        </p:txBody>
      </p:sp>
      <p:sp>
        <p:nvSpPr>
          <p:cNvPr id="17" name="Content Placeholder 16"/>
          <p:cNvSpPr>
            <a:spLocks noGrp="1"/>
          </p:cNvSpPr>
          <p:nvPr>
            <p:ph sz="quarter" idx="22"/>
          </p:nvPr>
        </p:nvSpPr>
        <p:spPr>
          <a:xfrm>
            <a:off x="9144000" y="0"/>
            <a:ext cx="3048000" cy="6858000"/>
          </a:xfrm>
          <a:solidFill>
            <a:schemeClr val="accent4"/>
          </a:solidFill>
        </p:spPr>
        <p:txBody>
          <a:bodyPr lIns="228216" tIns="191732" rIns="228216" bIns="228216"/>
          <a:lstStyle>
            <a:lvl1pPr>
              <a:defRPr sz="1867">
                <a:solidFill>
                  <a:schemeClr val="bg2"/>
                </a:solidFill>
              </a:defRPr>
            </a:lvl1pPr>
            <a:lvl2pPr>
              <a:defRPr sz="1467">
                <a:solidFill>
                  <a:schemeClr val="bg2"/>
                </a:solidFill>
              </a:defRPr>
            </a:lvl2pPr>
            <a:lvl3pPr>
              <a:defRPr sz="1467">
                <a:solidFill>
                  <a:schemeClr val="bg2"/>
                </a:solidFill>
              </a:defRPr>
            </a:lvl3pPr>
            <a:lvl4pPr>
              <a:defRPr sz="1467">
                <a:solidFill>
                  <a:schemeClr val="bg2"/>
                </a:solidFill>
              </a:defRPr>
            </a:lvl4pPr>
            <a:lvl5pPr>
              <a:defRPr sz="1467">
                <a:solidFill>
                  <a:schemeClr val="bg2"/>
                </a:solidFill>
              </a:defRPr>
            </a:lvl5pPr>
          </a:lstStyle>
          <a:p>
            <a:pPr lvl="0"/>
            <a:r>
              <a:rPr lang="en-US"/>
              <a:t>Edit Master text styles</a:t>
            </a:r>
          </a:p>
        </p:txBody>
      </p:sp>
      <p:sp>
        <p:nvSpPr>
          <p:cNvPr id="6" name="Slide Number Placeholder 2"/>
          <p:cNvSpPr>
            <a:spLocks noGrp="1"/>
          </p:cNvSpPr>
          <p:nvPr>
            <p:ph type="sldNum" sz="quarter" idx="23"/>
          </p:nvPr>
        </p:nvSpPr>
        <p:spPr/>
        <p:txBody>
          <a:bodyPr/>
          <a:lstStyle>
            <a:lvl1pPr defTabSz="914400" eaLnBrk="0" hangingPunct="0">
              <a:defRPr/>
            </a:lvl1pPr>
          </a:lstStyle>
          <a:p>
            <a:fld id="{3B0CC00E-6B3C-564E-A538-A84D01D7ADB1}" type="slidenum">
              <a:rPr lang="en-US" altLang="x-none"/>
              <a:pPr/>
              <a:t>‹#›</a:t>
            </a:fld>
            <a:endParaRPr lang="en-US" altLang="x-none"/>
          </a:p>
        </p:txBody>
      </p:sp>
      <p:sp>
        <p:nvSpPr>
          <p:cNvPr id="8" name="Footer Placeholder 3"/>
          <p:cNvSpPr>
            <a:spLocks noGrp="1"/>
          </p:cNvSpPr>
          <p:nvPr>
            <p:ph type="ftr" sz="quarter" idx="24"/>
          </p:nvPr>
        </p:nvSpPr>
        <p:spPr/>
        <p:txBody>
          <a:bodyPr/>
          <a:lstStyle>
            <a:lvl1pPr defTabSz="914400" eaLnBrk="0" fontAlgn="base" hangingPunct="0">
              <a:spcBef>
                <a:spcPct val="0"/>
              </a:spcBef>
              <a:spcAft>
                <a:spcPct val="0"/>
              </a:spcAft>
              <a:defRPr/>
            </a:lvl1pPr>
          </a:lstStyle>
          <a:p>
            <a:pPr>
              <a:defRPr/>
            </a:pPr>
            <a:r>
              <a:rPr lang="en-US"/>
              <a:t>IBM Cloud  / February 08, 2018 / © 2018 IBM Corporation</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graph">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93365"/>
          </a:xfrm>
        </p:spPr>
        <p:txBody>
          <a:bodyPr/>
          <a:lstStyle/>
          <a:p>
            <a:r>
              <a:rPr lang="en-US"/>
              <a:t>Click to edit Master title style</a:t>
            </a:r>
            <a:endParaRPr lang="en-US" dirty="0"/>
          </a:p>
        </p:txBody>
      </p:sp>
      <p:sp>
        <p:nvSpPr>
          <p:cNvPr id="6" name="Text Placeholder 5"/>
          <p:cNvSpPr>
            <a:spLocks noGrp="1"/>
          </p:cNvSpPr>
          <p:nvPr>
            <p:ph type="body" sz="quarter" idx="12"/>
          </p:nvPr>
        </p:nvSpPr>
        <p:spPr>
          <a:xfrm>
            <a:off x="304800" y="1463055"/>
            <a:ext cx="2438400" cy="4668593"/>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2"/>
          <p:cNvSpPr>
            <a:spLocks noGrp="1"/>
          </p:cNvSpPr>
          <p:nvPr>
            <p:ph type="sldNum" sz="quarter" idx="13"/>
          </p:nvPr>
        </p:nvSpPr>
        <p:spPr/>
        <p:txBody>
          <a:bodyPr/>
          <a:lstStyle>
            <a:lvl1pPr defTabSz="914400" eaLnBrk="0" hangingPunct="0">
              <a:defRPr/>
            </a:lvl1pPr>
          </a:lstStyle>
          <a:p>
            <a:fld id="{206157EF-F395-C948-B3E8-46A4AE4814EE}" type="slidenum">
              <a:rPr lang="en-US" altLang="x-none"/>
              <a:pPr/>
              <a:t>‹#›</a:t>
            </a:fld>
            <a:endParaRPr lang="en-US" altLang="x-none"/>
          </a:p>
        </p:txBody>
      </p:sp>
      <p:sp>
        <p:nvSpPr>
          <p:cNvPr id="5" name="Footer Placeholder 3"/>
          <p:cNvSpPr>
            <a:spLocks noGrp="1"/>
          </p:cNvSpPr>
          <p:nvPr>
            <p:ph type="ftr" sz="quarter" idx="14"/>
          </p:nvPr>
        </p:nvSpPr>
        <p:spPr/>
        <p:txBody>
          <a:bodyPr/>
          <a:lstStyle>
            <a:lvl1pPr defTabSz="914400" eaLnBrk="0" fontAlgn="base" hangingPunct="0">
              <a:spcBef>
                <a:spcPct val="0"/>
              </a:spcBef>
              <a:spcAft>
                <a:spcPct val="0"/>
              </a:spcAft>
              <a:defRPr/>
            </a:lvl1pPr>
          </a:lstStyle>
          <a:p>
            <a:pPr>
              <a:defRPr/>
            </a:pPr>
            <a:r>
              <a:rPr lang="en-US"/>
              <a:t>IBM Cloud  / February 08, 2018 / © 2018 IBM Corporation</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text (1/4), content (3/4)">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93365"/>
          </a:xfrm>
        </p:spPr>
        <p:txBody>
          <a:bodyPr/>
          <a:lstStyle/>
          <a:p>
            <a:r>
              <a:rPr lang="en-US"/>
              <a:t>Click to edit Master title style</a:t>
            </a:r>
            <a:endParaRPr lang="en-US" dirty="0"/>
          </a:p>
        </p:txBody>
      </p:sp>
      <p:sp>
        <p:nvSpPr>
          <p:cNvPr id="7" name="Text Placeholder 6"/>
          <p:cNvSpPr>
            <a:spLocks noGrp="1"/>
          </p:cNvSpPr>
          <p:nvPr>
            <p:ph type="body" sz="quarter" idx="12"/>
          </p:nvPr>
        </p:nvSpPr>
        <p:spPr>
          <a:xfrm>
            <a:off x="304800" y="1488652"/>
            <a:ext cx="2438400" cy="4605867"/>
          </a:xfrm>
        </p:spPr>
        <p:txBody>
          <a:bodyPr/>
          <a:lstStyle>
            <a:lvl1pPr>
              <a:defRPr sz="1867"/>
            </a:lvl1pPr>
            <a:lvl2pPr>
              <a:defRPr sz="1467"/>
            </a:lvl2pPr>
            <a:lvl3pPr>
              <a:defRPr sz="1467"/>
            </a:lvl3pPr>
            <a:lvl4pPr>
              <a:defRPr sz="1467"/>
            </a:lvl4pPr>
            <a:lvl5pPr>
              <a:defRPr sz="14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8"/>
          <p:cNvSpPr>
            <a:spLocks noGrp="1"/>
          </p:cNvSpPr>
          <p:nvPr>
            <p:ph sz="quarter" idx="13"/>
          </p:nvPr>
        </p:nvSpPr>
        <p:spPr>
          <a:xfrm>
            <a:off x="3352800" y="889000"/>
            <a:ext cx="8534400" cy="509905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2"/>
          <p:cNvSpPr>
            <a:spLocks noGrp="1"/>
          </p:cNvSpPr>
          <p:nvPr>
            <p:ph type="sldNum" sz="quarter" idx="14"/>
          </p:nvPr>
        </p:nvSpPr>
        <p:spPr/>
        <p:txBody>
          <a:bodyPr/>
          <a:lstStyle>
            <a:lvl1pPr defTabSz="914400" eaLnBrk="0" hangingPunct="0">
              <a:defRPr/>
            </a:lvl1pPr>
          </a:lstStyle>
          <a:p>
            <a:fld id="{22199983-A04B-F94A-B165-ABEC497241F5}" type="slidenum">
              <a:rPr lang="en-US" altLang="x-none"/>
              <a:pPr/>
              <a:t>‹#›</a:t>
            </a:fld>
            <a:endParaRPr lang="en-US" altLang="x-none"/>
          </a:p>
        </p:txBody>
      </p:sp>
      <p:sp>
        <p:nvSpPr>
          <p:cNvPr id="6" name="Footer Placeholder 3"/>
          <p:cNvSpPr>
            <a:spLocks noGrp="1"/>
          </p:cNvSpPr>
          <p:nvPr>
            <p:ph type="ftr" sz="quarter" idx="15"/>
          </p:nvPr>
        </p:nvSpPr>
        <p:spPr/>
        <p:txBody>
          <a:bodyPr/>
          <a:lstStyle>
            <a:lvl1pPr defTabSz="914400" eaLnBrk="0" fontAlgn="base" hangingPunct="0">
              <a:spcBef>
                <a:spcPct val="0"/>
              </a:spcBef>
              <a:spcAft>
                <a:spcPct val="0"/>
              </a:spcAft>
              <a:defRPr/>
            </a:lvl1pPr>
          </a:lstStyle>
          <a:p>
            <a:pPr>
              <a:defRPr/>
            </a:pPr>
            <a:r>
              <a:rPr lang="en-US"/>
              <a:t>IBM Cloud  / February 08, 2018 / © 2018 IBM Corporation</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text (1/4), blank (3/4)">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93365"/>
          </a:xfrm>
        </p:spPr>
        <p:txBody>
          <a:bodyPr/>
          <a:lstStyle/>
          <a:p>
            <a:r>
              <a:rPr lang="en-US"/>
              <a:t>Click to edit Master title style</a:t>
            </a:r>
            <a:endParaRPr lang="en-US" dirty="0"/>
          </a:p>
        </p:txBody>
      </p:sp>
      <p:sp>
        <p:nvSpPr>
          <p:cNvPr id="7" name="Text Placeholder 6"/>
          <p:cNvSpPr>
            <a:spLocks noGrp="1"/>
          </p:cNvSpPr>
          <p:nvPr>
            <p:ph type="body" sz="quarter" idx="12"/>
          </p:nvPr>
        </p:nvSpPr>
        <p:spPr>
          <a:xfrm>
            <a:off x="304800" y="1488652"/>
            <a:ext cx="2438400" cy="4605867"/>
          </a:xfrm>
        </p:spPr>
        <p:txBody>
          <a:bodyPr/>
          <a:lstStyle>
            <a:lvl1pPr>
              <a:defRPr sz="1867"/>
            </a:lvl1pPr>
            <a:lvl2pPr>
              <a:defRPr sz="1467"/>
            </a:lvl2pPr>
            <a:lvl3pPr>
              <a:defRPr sz="1467"/>
            </a:lvl3pPr>
            <a:lvl4pPr>
              <a:defRPr sz="1467"/>
            </a:lvl4pPr>
            <a:lvl5pPr>
              <a:defRPr sz="14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2"/>
          <p:cNvSpPr>
            <a:spLocks noGrp="1"/>
          </p:cNvSpPr>
          <p:nvPr>
            <p:ph type="sldNum" sz="quarter" idx="13"/>
          </p:nvPr>
        </p:nvSpPr>
        <p:spPr/>
        <p:txBody>
          <a:bodyPr/>
          <a:lstStyle>
            <a:lvl1pPr defTabSz="914400" eaLnBrk="0" hangingPunct="0">
              <a:defRPr/>
            </a:lvl1pPr>
          </a:lstStyle>
          <a:p>
            <a:fld id="{8CF18549-58D0-0B4A-90F3-E7FEF774F2AC}" type="slidenum">
              <a:rPr lang="en-US" altLang="x-none"/>
              <a:pPr/>
              <a:t>‹#›</a:t>
            </a:fld>
            <a:endParaRPr lang="en-US" altLang="x-none"/>
          </a:p>
        </p:txBody>
      </p:sp>
      <p:sp>
        <p:nvSpPr>
          <p:cNvPr id="5" name="Footer Placeholder 3"/>
          <p:cNvSpPr>
            <a:spLocks noGrp="1"/>
          </p:cNvSpPr>
          <p:nvPr>
            <p:ph type="ftr" sz="quarter" idx="14"/>
          </p:nvPr>
        </p:nvSpPr>
        <p:spPr/>
        <p:txBody>
          <a:bodyPr/>
          <a:lstStyle>
            <a:lvl1pPr defTabSz="914400" eaLnBrk="0" fontAlgn="base" hangingPunct="0">
              <a:spcBef>
                <a:spcPct val="0"/>
              </a:spcBef>
              <a:spcAft>
                <a:spcPct val="0"/>
              </a:spcAft>
              <a:defRPr/>
            </a:lvl1pPr>
          </a:lstStyle>
          <a:p>
            <a:pPr>
              <a:defRPr/>
            </a:pPr>
            <a:r>
              <a:rPr lang="en-US"/>
              <a:t>IBM Cloud  / February 08, 2018 / © 2018 IBM Corporation</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ase study: title, text (2/4), content (2/4)">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93365"/>
          </a:xfrm>
        </p:spPr>
        <p:txBody>
          <a:bodyPr/>
          <a:lstStyle/>
          <a:p>
            <a:r>
              <a:rPr lang="en-US"/>
              <a:t>Click to edit Master title style</a:t>
            </a:r>
            <a:endParaRPr lang="en-US" dirty="0"/>
          </a:p>
        </p:txBody>
      </p:sp>
      <p:sp>
        <p:nvSpPr>
          <p:cNvPr id="7" name="Text Placeholder 6"/>
          <p:cNvSpPr>
            <a:spLocks noGrp="1"/>
          </p:cNvSpPr>
          <p:nvPr>
            <p:ph type="body" sz="quarter" idx="12"/>
          </p:nvPr>
        </p:nvSpPr>
        <p:spPr>
          <a:xfrm>
            <a:off x="304800" y="1463040"/>
            <a:ext cx="2438400" cy="4669536"/>
          </a:xfrm>
        </p:spPr>
        <p:txBody>
          <a:bodyPr/>
          <a:lstStyle>
            <a:lvl1pPr>
              <a:defRPr sz="2133"/>
            </a:lvl1pPr>
            <a:lvl2pPr>
              <a:defRPr sz="1467"/>
            </a:lvl2pPr>
            <a:lvl3pPr>
              <a:defRPr sz="1467"/>
            </a:lvl3pPr>
            <a:lvl4pPr>
              <a:defRPr sz="1467"/>
            </a:lvl4pPr>
            <a:lvl5pPr>
              <a:defRPr sz="14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5"/>
          <p:cNvSpPr>
            <a:spLocks noGrp="1"/>
          </p:cNvSpPr>
          <p:nvPr>
            <p:ph type="body" sz="quarter" idx="13"/>
          </p:nvPr>
        </p:nvSpPr>
        <p:spPr>
          <a:xfrm>
            <a:off x="3352800" y="1499616"/>
            <a:ext cx="2438400" cy="4608576"/>
          </a:xfrm>
        </p:spPr>
        <p:txBody>
          <a:bodyPr/>
          <a:lstStyle>
            <a:lvl1pPr>
              <a:defRPr sz="1867"/>
            </a:lvl1pPr>
            <a:lvl2pPr marL="0" indent="0">
              <a:buNone/>
              <a:defRPr sz="1333"/>
            </a:lvl2pPr>
            <a:lvl3pPr>
              <a:defRPr sz="1333"/>
            </a:lvl3pPr>
            <a:lvl4pPr>
              <a:defRPr sz="1333"/>
            </a:lvl4pPr>
            <a:lvl5pPr>
              <a:defRPr sz="1333"/>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11"/>
          <p:cNvSpPr>
            <a:spLocks noGrp="1"/>
          </p:cNvSpPr>
          <p:nvPr>
            <p:ph type="pic" sz="quarter" idx="14"/>
          </p:nvPr>
        </p:nvSpPr>
        <p:spPr>
          <a:xfrm>
            <a:off x="6096000" y="0"/>
            <a:ext cx="6096000" cy="6858000"/>
          </a:xfrm>
        </p:spPr>
        <p:txBody>
          <a:bodyPr/>
          <a:lstStyle/>
          <a:p>
            <a:pPr lvl="0"/>
            <a:r>
              <a:rPr lang="en-US" noProof="0"/>
              <a:t>Click icon to add picture</a:t>
            </a:r>
          </a:p>
        </p:txBody>
      </p:sp>
      <p:sp>
        <p:nvSpPr>
          <p:cNvPr id="8" name="Slide Number Placeholder 2"/>
          <p:cNvSpPr>
            <a:spLocks noGrp="1"/>
          </p:cNvSpPr>
          <p:nvPr>
            <p:ph type="sldNum" sz="quarter" idx="15"/>
          </p:nvPr>
        </p:nvSpPr>
        <p:spPr/>
        <p:txBody>
          <a:bodyPr/>
          <a:lstStyle>
            <a:lvl1pPr defTabSz="914400" eaLnBrk="0" hangingPunct="0">
              <a:defRPr/>
            </a:lvl1pPr>
          </a:lstStyle>
          <a:p>
            <a:fld id="{5A637C16-B0B8-074E-8EF7-17A859AAE9C5}" type="slidenum">
              <a:rPr lang="en-US" altLang="x-none"/>
              <a:pPr/>
              <a:t>‹#›</a:t>
            </a:fld>
            <a:endParaRPr lang="en-US" altLang="x-none"/>
          </a:p>
        </p:txBody>
      </p:sp>
      <p:sp>
        <p:nvSpPr>
          <p:cNvPr id="9" name="Footer Placeholder 3"/>
          <p:cNvSpPr>
            <a:spLocks noGrp="1"/>
          </p:cNvSpPr>
          <p:nvPr>
            <p:ph type="ftr" sz="quarter" idx="16"/>
          </p:nvPr>
        </p:nvSpPr>
        <p:spPr/>
        <p:txBody>
          <a:bodyPr/>
          <a:lstStyle>
            <a:lvl1pPr defTabSz="914400" eaLnBrk="0" fontAlgn="base" hangingPunct="0">
              <a:spcBef>
                <a:spcPct val="0"/>
              </a:spcBef>
              <a:spcAft>
                <a:spcPct val="0"/>
              </a:spcAft>
              <a:defRPr/>
            </a:lvl1pPr>
          </a:lstStyle>
          <a:p>
            <a:pPr>
              <a:defRPr/>
            </a:pPr>
            <a:r>
              <a:rPr lang="en-US"/>
              <a:t>IBM Cloud  / February 08, 2018 / © 2018 IBM Corporation</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ase study 2: title, text (2/4), quote (2/4)">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93365"/>
          </a:xfrm>
        </p:spPr>
        <p:txBody>
          <a:bodyPr/>
          <a:lstStyle/>
          <a:p>
            <a:r>
              <a:rPr lang="en-US"/>
              <a:t>Click to edit Master title style</a:t>
            </a:r>
            <a:endParaRPr lang="en-US" dirty="0"/>
          </a:p>
        </p:txBody>
      </p:sp>
      <p:sp>
        <p:nvSpPr>
          <p:cNvPr id="7" name="Text Placeholder 6"/>
          <p:cNvSpPr>
            <a:spLocks noGrp="1"/>
          </p:cNvSpPr>
          <p:nvPr>
            <p:ph type="body" sz="quarter" idx="12"/>
          </p:nvPr>
        </p:nvSpPr>
        <p:spPr>
          <a:xfrm>
            <a:off x="304800" y="1463040"/>
            <a:ext cx="2438400" cy="4669536"/>
          </a:xfrm>
        </p:spPr>
        <p:txBody>
          <a:bodyPr/>
          <a:lstStyle>
            <a:lvl1pPr>
              <a:defRPr sz="2133"/>
            </a:lvl1pPr>
            <a:lvl2pPr>
              <a:defRPr sz="1467"/>
            </a:lvl2pPr>
            <a:lvl3pPr>
              <a:defRPr sz="1467"/>
            </a:lvl3pPr>
            <a:lvl4pPr>
              <a:defRPr sz="1467"/>
            </a:lvl4pPr>
            <a:lvl5pPr>
              <a:defRPr sz="14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5"/>
          <p:cNvSpPr>
            <a:spLocks noGrp="1"/>
          </p:cNvSpPr>
          <p:nvPr>
            <p:ph type="body" sz="quarter" idx="13"/>
          </p:nvPr>
        </p:nvSpPr>
        <p:spPr>
          <a:xfrm>
            <a:off x="3352800" y="1488017"/>
            <a:ext cx="2438400" cy="4608576"/>
          </a:xfrm>
        </p:spPr>
        <p:txBody>
          <a:bodyPr/>
          <a:lstStyle>
            <a:lvl1pPr>
              <a:defRPr sz="1867"/>
            </a:lvl1pPr>
            <a:lvl2pPr marL="0" indent="0">
              <a:buNone/>
              <a:defRPr sz="1333"/>
            </a:lvl2pPr>
            <a:lvl3pPr>
              <a:defRPr sz="1333"/>
            </a:lvl3pPr>
            <a:lvl4pPr>
              <a:defRPr sz="1333"/>
            </a:lvl4pPr>
            <a:lvl5pPr>
              <a:defRPr sz="1333"/>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8"/>
          <p:cNvSpPr>
            <a:spLocks noGrp="1"/>
          </p:cNvSpPr>
          <p:nvPr>
            <p:ph type="body" sz="quarter" idx="14"/>
          </p:nvPr>
        </p:nvSpPr>
        <p:spPr>
          <a:xfrm>
            <a:off x="6267189" y="1402080"/>
            <a:ext cx="5620011" cy="4608576"/>
          </a:xfrm>
        </p:spPr>
        <p:txBody>
          <a:bodyPr/>
          <a:lstStyle>
            <a:lvl1pPr marL="156373" indent="-156373">
              <a:tabLst/>
              <a:defRPr sz="3200"/>
            </a:lvl1pPr>
            <a:lvl2pPr marL="0" indent="0">
              <a:buNone/>
              <a:defRPr sz="1467"/>
            </a:lvl2pPr>
            <a:lvl3pPr>
              <a:defRPr sz="1467"/>
            </a:lvl3pPr>
            <a:lvl4pPr>
              <a:defRPr sz="1467"/>
            </a:lvl4pPr>
            <a:lvl5pPr>
              <a:defRPr sz="14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2"/>
          <p:cNvSpPr>
            <a:spLocks noGrp="1"/>
          </p:cNvSpPr>
          <p:nvPr>
            <p:ph type="sldNum" sz="quarter" idx="15"/>
          </p:nvPr>
        </p:nvSpPr>
        <p:spPr/>
        <p:txBody>
          <a:bodyPr/>
          <a:lstStyle>
            <a:lvl1pPr defTabSz="914400" eaLnBrk="0" hangingPunct="0">
              <a:defRPr/>
            </a:lvl1pPr>
          </a:lstStyle>
          <a:p>
            <a:fld id="{2B068797-8DDE-3C44-989D-F9CC01A97D6E}" type="slidenum">
              <a:rPr lang="en-US" altLang="x-none"/>
              <a:pPr/>
              <a:t>‹#›</a:t>
            </a:fld>
            <a:endParaRPr lang="en-US" altLang="x-none"/>
          </a:p>
        </p:txBody>
      </p:sp>
      <p:sp>
        <p:nvSpPr>
          <p:cNvPr id="10" name="Footer Placeholder 3"/>
          <p:cNvSpPr>
            <a:spLocks noGrp="1"/>
          </p:cNvSpPr>
          <p:nvPr>
            <p:ph type="ftr" sz="quarter" idx="16"/>
          </p:nvPr>
        </p:nvSpPr>
        <p:spPr/>
        <p:txBody>
          <a:bodyPr/>
          <a:lstStyle>
            <a:lvl1pPr defTabSz="914400" eaLnBrk="0" fontAlgn="base" hangingPunct="0">
              <a:spcBef>
                <a:spcPct val="0"/>
              </a:spcBef>
              <a:spcAft>
                <a:spcPct val="0"/>
              </a:spcAft>
              <a:defRPr/>
            </a:lvl1pPr>
          </a:lstStyle>
          <a:p>
            <a:pPr>
              <a:defRPr/>
            </a:pPr>
            <a:r>
              <a:rPr lang="en-US"/>
              <a:t>IBM Cloud  / February 08, 2018 / © 2018 IBM Corporation</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able">
    <p:spTree>
      <p:nvGrpSpPr>
        <p:cNvPr id="1" name=""/>
        <p:cNvGrpSpPr/>
        <p:nvPr/>
      </p:nvGrpSpPr>
      <p:grpSpPr>
        <a:xfrm>
          <a:off x="0" y="0"/>
          <a:ext cx="0" cy="0"/>
          <a:chOff x="0" y="0"/>
          <a:chExt cx="0" cy="0"/>
        </a:xfrm>
      </p:grpSpPr>
      <p:sp>
        <p:nvSpPr>
          <p:cNvPr id="6" name="Text Placeholder 5"/>
          <p:cNvSpPr>
            <a:spLocks noGrp="1"/>
          </p:cNvSpPr>
          <p:nvPr>
            <p:ph type="body" sz="quarter" idx="12"/>
          </p:nvPr>
        </p:nvSpPr>
        <p:spPr>
          <a:xfrm>
            <a:off x="304800" y="256034"/>
            <a:ext cx="2438400" cy="5878660"/>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able Placeholder 6"/>
          <p:cNvSpPr>
            <a:spLocks noGrp="1"/>
          </p:cNvSpPr>
          <p:nvPr>
            <p:ph type="tbl" sz="quarter" idx="13"/>
          </p:nvPr>
        </p:nvSpPr>
        <p:spPr>
          <a:xfrm>
            <a:off x="3352800" y="300568"/>
            <a:ext cx="8534400" cy="6129867"/>
          </a:xfrm>
        </p:spPr>
        <p:txBody>
          <a:bodyPr/>
          <a:lstStyle/>
          <a:p>
            <a:pPr lvl="0"/>
            <a:r>
              <a:rPr lang="en-US" noProof="0"/>
              <a:t>Click icon to add table</a:t>
            </a:r>
          </a:p>
        </p:txBody>
      </p:sp>
      <p:sp>
        <p:nvSpPr>
          <p:cNvPr id="4" name="Slide Number Placeholder 2"/>
          <p:cNvSpPr>
            <a:spLocks noGrp="1"/>
          </p:cNvSpPr>
          <p:nvPr>
            <p:ph type="sldNum" sz="quarter" idx="14"/>
          </p:nvPr>
        </p:nvSpPr>
        <p:spPr/>
        <p:txBody>
          <a:bodyPr/>
          <a:lstStyle>
            <a:lvl1pPr defTabSz="914400" eaLnBrk="0" hangingPunct="0">
              <a:defRPr/>
            </a:lvl1pPr>
          </a:lstStyle>
          <a:p>
            <a:fld id="{074A91FB-2EF5-8F4A-93B4-6A237534B759}" type="slidenum">
              <a:rPr lang="en-US" altLang="x-none"/>
              <a:pPr/>
              <a:t>‹#›</a:t>
            </a:fld>
            <a:endParaRPr lang="en-US" altLang="x-none"/>
          </a:p>
        </p:txBody>
      </p:sp>
      <p:sp>
        <p:nvSpPr>
          <p:cNvPr id="5" name="Footer Placeholder 3"/>
          <p:cNvSpPr>
            <a:spLocks noGrp="1"/>
          </p:cNvSpPr>
          <p:nvPr>
            <p:ph type="ftr" sz="quarter" idx="15"/>
          </p:nvPr>
        </p:nvSpPr>
        <p:spPr/>
        <p:txBody>
          <a:bodyPr/>
          <a:lstStyle>
            <a:lvl1pPr defTabSz="914400" eaLnBrk="0" fontAlgn="base" hangingPunct="0">
              <a:spcBef>
                <a:spcPct val="0"/>
              </a:spcBef>
              <a:spcAft>
                <a:spcPct val="0"/>
              </a:spcAft>
              <a:defRPr/>
            </a:lvl1pPr>
          </a:lstStyle>
          <a:p>
            <a:pPr>
              <a:defRPr/>
            </a:pPr>
            <a:r>
              <a:rPr lang="en-US"/>
              <a:t>IBM Cloud  / February 08, 2018 / © 2018 IBM Corporation</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blank (with footer)">
    <p:spTree>
      <p:nvGrpSpPr>
        <p:cNvPr id="1" name=""/>
        <p:cNvGrpSpPr/>
        <p:nvPr/>
      </p:nvGrpSpPr>
      <p:grpSpPr>
        <a:xfrm>
          <a:off x="0" y="0"/>
          <a:ext cx="0" cy="0"/>
          <a:chOff x="0" y="0"/>
          <a:chExt cx="0" cy="0"/>
        </a:xfrm>
      </p:grpSpPr>
      <p:sp>
        <p:nvSpPr>
          <p:cNvPr id="2" name="Slide Number Placeholder 2"/>
          <p:cNvSpPr>
            <a:spLocks noGrp="1"/>
          </p:cNvSpPr>
          <p:nvPr>
            <p:ph type="sldNum" sz="quarter" idx="10"/>
          </p:nvPr>
        </p:nvSpPr>
        <p:spPr/>
        <p:txBody>
          <a:bodyPr/>
          <a:lstStyle>
            <a:lvl1pPr defTabSz="914400" eaLnBrk="0" hangingPunct="0">
              <a:defRPr/>
            </a:lvl1pPr>
          </a:lstStyle>
          <a:p>
            <a:fld id="{12F1B4C3-6270-1B42-B0C8-0A0E812C487E}" type="slidenum">
              <a:rPr lang="en-US" altLang="x-none"/>
              <a:pPr/>
              <a:t>‹#›</a:t>
            </a:fld>
            <a:endParaRPr lang="en-US" altLang="x-none"/>
          </a:p>
        </p:txBody>
      </p:sp>
      <p:sp>
        <p:nvSpPr>
          <p:cNvPr id="3" name="Footer Placeholder 3"/>
          <p:cNvSpPr>
            <a:spLocks noGrp="1"/>
          </p:cNvSpPr>
          <p:nvPr>
            <p:ph type="ftr" sz="quarter" idx="11"/>
          </p:nvPr>
        </p:nvSpPr>
        <p:spPr/>
        <p:txBody>
          <a:bodyPr/>
          <a:lstStyle>
            <a:lvl1pPr defTabSz="914400" eaLnBrk="0" fontAlgn="base" hangingPunct="0">
              <a:spcBef>
                <a:spcPct val="0"/>
              </a:spcBef>
              <a:spcAft>
                <a:spcPct val="0"/>
              </a:spcAft>
              <a:defRPr/>
            </a:lvl1pPr>
          </a:lstStyle>
          <a:p>
            <a:pPr>
              <a:defRPr/>
            </a:pPr>
            <a:r>
              <a:rPr lang="en-US"/>
              <a:t>IBM Cloud  / February 08, 2018 / © 2018 IBM Corporation</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blank (no footer)">
    <p:spTree>
      <p:nvGrpSpPr>
        <p:cNvPr id="1" name=""/>
        <p:cNvGrpSpPr/>
        <p:nvPr/>
      </p:nvGrpSpPr>
      <p:grpSpPr>
        <a:xfrm>
          <a:off x="0" y="0"/>
          <a:ext cx="0" cy="0"/>
          <a:chOff x="0" y="0"/>
          <a:chExt cx="0" cy="0"/>
        </a:xfrm>
      </p:grpSpPr>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40968"/>
          </a:xfrm>
        </p:spPr>
        <p:txBody>
          <a:bodyPr/>
          <a:lstStyle/>
          <a:p>
            <a:r>
              <a:rPr lang="en-US"/>
              <a:t>Click to edit Master title style</a:t>
            </a:r>
            <a:endParaRPr lang="en-US" dirty="0"/>
          </a:p>
        </p:txBody>
      </p:sp>
      <p:sp>
        <p:nvSpPr>
          <p:cNvPr id="6" name="Text Placeholder 5"/>
          <p:cNvSpPr>
            <a:spLocks noGrp="1"/>
          </p:cNvSpPr>
          <p:nvPr>
            <p:ph type="body" sz="quarter" idx="12"/>
          </p:nvPr>
        </p:nvSpPr>
        <p:spPr>
          <a:xfrm>
            <a:off x="304800" y="1524000"/>
            <a:ext cx="5486400" cy="4779264"/>
          </a:xfrm>
        </p:spPr>
        <p:txBody>
          <a:bodyPr/>
          <a:lstStyle>
            <a:lvl1pPr marL="0" indent="0">
              <a:spcBef>
                <a:spcPts val="0"/>
              </a:spcBef>
              <a:tabLst>
                <a:tab pos="5245006" algn="dec"/>
              </a:tabLst>
              <a:defRPr sz="1467"/>
            </a:lvl1pPr>
            <a:lvl2pPr marL="230370" indent="-230370">
              <a:spcBef>
                <a:spcPts val="0"/>
              </a:spcBef>
              <a:tabLst/>
              <a:defRPr/>
            </a:lvl2pPr>
            <a:lvl3pPr>
              <a:spcBef>
                <a:spcPts val="0"/>
              </a:spcBef>
              <a:defRPr/>
            </a:lvl3pPr>
            <a:lvl4pPr>
              <a:spcBef>
                <a:spcPts val="0"/>
              </a:spcBef>
              <a:defRPr/>
            </a:lvl4pPr>
            <a:lvl5pPr>
              <a:spcBef>
                <a:spcPts val="0"/>
              </a:spcBef>
              <a:defRPr/>
            </a:lvl5pPr>
          </a:lstStyle>
          <a:p>
            <a:pPr lvl="0"/>
            <a:r>
              <a:rPr lang="en-US"/>
              <a:t>Edit Master text styles</a:t>
            </a:r>
          </a:p>
        </p:txBody>
      </p:sp>
      <p:sp>
        <p:nvSpPr>
          <p:cNvPr id="4" name="Slide Number Placeholder 2"/>
          <p:cNvSpPr>
            <a:spLocks noGrp="1"/>
          </p:cNvSpPr>
          <p:nvPr>
            <p:ph type="sldNum" sz="quarter" idx="13"/>
          </p:nvPr>
        </p:nvSpPr>
        <p:spPr/>
        <p:txBody>
          <a:bodyPr/>
          <a:lstStyle>
            <a:lvl1pPr defTabSz="914400" eaLnBrk="0" hangingPunct="0">
              <a:defRPr/>
            </a:lvl1pPr>
          </a:lstStyle>
          <a:p>
            <a:fld id="{3CBB79DC-C630-5349-A727-64AE3A1C8BF9}" type="slidenum">
              <a:rPr lang="en-US" altLang="x-none"/>
              <a:pPr/>
              <a:t>‹#›</a:t>
            </a:fld>
            <a:endParaRPr lang="en-US" altLang="x-none"/>
          </a:p>
        </p:txBody>
      </p:sp>
      <p:sp>
        <p:nvSpPr>
          <p:cNvPr id="5" name="Footer Placeholder 3"/>
          <p:cNvSpPr>
            <a:spLocks noGrp="1"/>
          </p:cNvSpPr>
          <p:nvPr>
            <p:ph type="ftr" sz="quarter" idx="14"/>
          </p:nvPr>
        </p:nvSpPr>
        <p:spPr/>
        <p:txBody>
          <a:bodyPr/>
          <a:lstStyle>
            <a:lvl1pPr defTabSz="914400" eaLnBrk="0" fontAlgn="base" hangingPunct="0">
              <a:spcBef>
                <a:spcPct val="0"/>
              </a:spcBef>
              <a:spcAft>
                <a:spcPct val="0"/>
              </a:spcAft>
              <a:defRPr/>
            </a:lvl1pPr>
          </a:lstStyle>
          <a:p>
            <a:pPr>
              <a:defRPr/>
            </a:pPr>
            <a:r>
              <a:rPr lang="en-US"/>
              <a:t>IBM Cloud  / February 08, 2018 / © 2018 IBM Corporation</a:t>
            </a: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ibm sign-off">
    <p:spTree>
      <p:nvGrpSpPr>
        <p:cNvPr id="1" name=""/>
        <p:cNvGrpSpPr/>
        <p:nvPr/>
      </p:nvGrpSpPr>
      <p:grpSpPr>
        <a:xfrm>
          <a:off x="0" y="0"/>
          <a:ext cx="0" cy="0"/>
          <a:chOff x="0" y="0"/>
          <a:chExt cx="0" cy="0"/>
        </a:xfrm>
      </p:grpSpPr>
      <p:pic>
        <p:nvPicPr>
          <p:cNvPr id="2" name="Picture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233988" y="2914650"/>
            <a:ext cx="17240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2"/>
          <p:cNvSpPr>
            <a:spLocks noGrp="1"/>
          </p:cNvSpPr>
          <p:nvPr>
            <p:ph type="sldNum" sz="quarter" idx="10"/>
          </p:nvPr>
        </p:nvSpPr>
        <p:spPr/>
        <p:txBody>
          <a:bodyPr/>
          <a:lstStyle>
            <a:lvl1pPr defTabSz="914400" eaLnBrk="0" hangingPunct="0">
              <a:defRPr/>
            </a:lvl1pPr>
          </a:lstStyle>
          <a:p>
            <a:fld id="{B4E7E76C-39AC-A348-B6A2-7FB97A6F6347}" type="slidenum">
              <a:rPr lang="en-US" altLang="x-none"/>
              <a:pPr/>
              <a:t>‹#›</a:t>
            </a:fld>
            <a:endParaRPr lang="en-US" altLang="x-none"/>
          </a:p>
        </p:txBody>
      </p:sp>
      <p:sp>
        <p:nvSpPr>
          <p:cNvPr id="4" name="Footer Placeholder 3"/>
          <p:cNvSpPr>
            <a:spLocks noGrp="1"/>
          </p:cNvSpPr>
          <p:nvPr>
            <p:ph type="ftr" sz="quarter" idx="11"/>
          </p:nvPr>
        </p:nvSpPr>
        <p:spPr/>
        <p:txBody>
          <a:bodyPr/>
          <a:lstStyle>
            <a:lvl1pPr defTabSz="914400" eaLnBrk="0" fontAlgn="base" hangingPunct="0">
              <a:spcBef>
                <a:spcPct val="0"/>
              </a:spcBef>
              <a:spcAft>
                <a:spcPct val="0"/>
              </a:spcAft>
              <a:defRPr/>
            </a:lvl1pPr>
          </a:lstStyle>
          <a:p>
            <a:pPr>
              <a:defRPr/>
            </a:pPr>
            <a:r>
              <a:rPr lang="en-US"/>
              <a:t>IBM Cloud  / February 08, 2018 / © 2018 IBM Corporation</a:t>
            </a: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x">
  <p:cSld name="1_case study 2: title, text (2/4), quote (2/4)">
    <p:spTree>
      <p:nvGrpSpPr>
        <p:cNvPr id="1" name=""/>
        <p:cNvGrpSpPr/>
        <p:nvPr/>
      </p:nvGrpSpPr>
      <p:grpSpPr>
        <a:xfrm>
          <a:off x="0" y="0"/>
          <a:ext cx="0" cy="0"/>
          <a:chOff x="0" y="0"/>
          <a:chExt cx="0" cy="0"/>
        </a:xfrm>
      </p:grpSpPr>
      <p:sp>
        <p:nvSpPr>
          <p:cNvPr id="114" name="Shape 114"/>
          <p:cNvSpPr>
            <a:spLocks noGrp="1"/>
          </p:cNvSpPr>
          <p:nvPr>
            <p:ph type="title"/>
          </p:nvPr>
        </p:nvSpPr>
        <p:spPr>
          <a:xfrm>
            <a:off x="304800" y="268226"/>
            <a:ext cx="5486400" cy="1194820"/>
          </a:xfrm>
          <a:prstGeom prst="rect">
            <a:avLst/>
          </a:prstGeom>
        </p:spPr>
        <p:txBody>
          <a:bodyPr/>
          <a:lstStyle/>
          <a:p>
            <a:pPr lvl="0"/>
            <a:r>
              <a:t>Title Text</a:t>
            </a:r>
          </a:p>
        </p:txBody>
      </p:sp>
      <p:sp>
        <p:nvSpPr>
          <p:cNvPr id="116" name="Shape 116"/>
          <p:cNvSpPr>
            <a:spLocks noGrp="1"/>
          </p:cNvSpPr>
          <p:nvPr>
            <p:ph type="body" idx="1"/>
          </p:nvPr>
        </p:nvSpPr>
        <p:spPr>
          <a:xfrm>
            <a:off x="304800" y="1463044"/>
            <a:ext cx="2438400" cy="5394961"/>
          </a:xfrm>
          <a:prstGeom prst="rect">
            <a:avLst/>
          </a:prstGeom>
        </p:spPr>
        <p:txBody>
          <a:bodyPr/>
          <a:lstStyle>
            <a:lvl1pPr>
              <a:defRPr sz="2133"/>
            </a:lvl1pPr>
            <a:lvl2pPr marL="335068" indent="-335068">
              <a:defRPr sz="2133"/>
            </a:lvl2pPr>
            <a:lvl3pPr marL="632995" indent="-335068">
              <a:defRPr sz="2133"/>
            </a:lvl3pPr>
            <a:lvl4pPr marL="934395" indent="-325831">
              <a:defRPr sz="2133"/>
            </a:lvl4pPr>
            <a:lvl5pPr marL="1173997" indent="-335068">
              <a:defRPr sz="2133"/>
            </a:lvl5pPr>
          </a:lstStyle>
          <a:p>
            <a:pPr lvl="0"/>
            <a:r>
              <a:t>Body Level One</a:t>
            </a:r>
          </a:p>
          <a:p>
            <a:pPr lvl="1"/>
            <a:r>
              <a:t>Body Level Two</a:t>
            </a:r>
          </a:p>
          <a:p>
            <a:pPr lvl="2"/>
            <a:r>
              <a:t>Body Level Three</a:t>
            </a:r>
          </a:p>
          <a:p>
            <a:pPr lvl="3"/>
            <a:r>
              <a:t>Body Level Four</a:t>
            </a:r>
          </a:p>
          <a:p>
            <a:pPr lvl="4"/>
            <a:r>
              <a:t>Body Level Five</a:t>
            </a:r>
          </a:p>
        </p:txBody>
      </p:sp>
      <p:sp>
        <p:nvSpPr>
          <p:cNvPr id="4" name="Shape 115"/>
          <p:cNvSpPr>
            <a:spLocks noGrp="1"/>
          </p:cNvSpPr>
          <p:nvPr>
            <p:ph type="sldNum" sz="quarter" idx="10"/>
          </p:nvPr>
        </p:nvSpPr>
        <p:spPr/>
        <p:txBody>
          <a:bodyPr/>
          <a:lstStyle>
            <a:lvl1pPr defTabSz="914400" eaLnBrk="0" hangingPunct="0">
              <a:defRPr/>
            </a:lvl1pPr>
          </a:lstStyle>
          <a:p>
            <a:fld id="{47D06396-D4ED-2545-A7A2-14EEBCA8A070}" type="slidenum">
              <a:rPr lang="x-none" altLang="x-none"/>
              <a:pPr/>
              <a:t>‹#›</a:t>
            </a:fld>
            <a:endParaRPr lang="x-none" altLang="x-none"/>
          </a:p>
        </p:txBody>
      </p:sp>
    </p:spTree>
  </p:cSld>
  <p:clrMapOvr>
    <a:masterClrMapping/>
  </p:clrMapOvr>
  <p:transition spd="med"/>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Text Page">
    <p:spTree>
      <p:nvGrpSpPr>
        <p:cNvPr id="1" name=""/>
        <p:cNvGrpSpPr/>
        <p:nvPr/>
      </p:nvGrpSpPr>
      <p:grpSpPr>
        <a:xfrm>
          <a:off x="0" y="0"/>
          <a:ext cx="0" cy="0"/>
          <a:chOff x="0" y="0"/>
          <a:chExt cx="0" cy="0"/>
        </a:xfrm>
      </p:grpSpPr>
      <p:sp>
        <p:nvSpPr>
          <p:cNvPr id="9" name="Text Placeholder 6"/>
          <p:cNvSpPr>
            <a:spLocks noGrp="1"/>
          </p:cNvSpPr>
          <p:nvPr>
            <p:ph type="body" sz="quarter" idx="10"/>
          </p:nvPr>
        </p:nvSpPr>
        <p:spPr>
          <a:xfrm>
            <a:off x="256124" y="1120665"/>
            <a:ext cx="8887881" cy="1121675"/>
          </a:xfrm>
          <a:prstGeom prst="rect">
            <a:avLst/>
          </a:prstGeom>
        </p:spPr>
        <p:txBody>
          <a:bodyPr wrap="square">
            <a:spAutoFit/>
          </a:bodyPr>
          <a:lstStyle>
            <a:lvl1pPr marL="0" indent="0">
              <a:spcBef>
                <a:spcPts val="800"/>
              </a:spcBef>
              <a:buFont typeface=".AppleSystemUIFont" charset="-120"/>
              <a:buNone/>
              <a:tabLst>
                <a:tab pos="608575" algn="l"/>
              </a:tabLst>
              <a:defRPr sz="2133" b="0" i="0" baseline="0">
                <a:solidFill>
                  <a:schemeClr val="tx1">
                    <a:lumMod val="65000"/>
                    <a:lumOff val="35000"/>
                  </a:schemeClr>
                </a:solidFill>
                <a:latin typeface="Arial" charset="0"/>
                <a:ea typeface="Arial" charset="0"/>
                <a:cs typeface="Arial" charset="0"/>
              </a:defRPr>
            </a:lvl1pPr>
            <a:lvl2pPr marL="486900" indent="-486900" hangingPunct="0">
              <a:lnSpc>
                <a:spcPct val="100000"/>
              </a:lnSpc>
              <a:spcBef>
                <a:spcPts val="1067"/>
              </a:spcBef>
              <a:buFont typeface=".AppleSystemUIFont" charset="-120"/>
              <a:buChar char="—"/>
              <a:defRPr sz="2133" b="0" i="0" baseline="0">
                <a:solidFill>
                  <a:schemeClr val="tx1">
                    <a:lumMod val="65000"/>
                    <a:lumOff val="35000"/>
                  </a:schemeClr>
                </a:solidFill>
                <a:latin typeface="Arial" charset="0"/>
                <a:ea typeface="Arial" charset="0"/>
                <a:cs typeface="Arial" charset="0"/>
              </a:defRPr>
            </a:lvl2pPr>
            <a:lvl3pPr marL="1217244" indent="0">
              <a:buNone/>
              <a:defRPr/>
            </a:lvl3pPr>
            <a:lvl4pPr marL="1825853" indent="0">
              <a:buNone/>
              <a:defRPr/>
            </a:lvl4pPr>
            <a:lvl5pPr marL="2434486" indent="0">
              <a:buNone/>
              <a:defRPr/>
            </a:lvl5pPr>
          </a:lstStyle>
          <a:p>
            <a:pPr lvl="0"/>
            <a:r>
              <a:rPr lang="en-US"/>
              <a:t>Click to edit Master text styles</a:t>
            </a:r>
          </a:p>
          <a:p>
            <a:pPr lvl="1"/>
            <a:r>
              <a:rPr lang="en-US"/>
              <a:t>Second level</a:t>
            </a:r>
          </a:p>
        </p:txBody>
      </p:sp>
      <p:sp>
        <p:nvSpPr>
          <p:cNvPr id="3" name="Text Placeholder 6"/>
          <p:cNvSpPr>
            <a:spLocks noGrp="1"/>
          </p:cNvSpPr>
          <p:nvPr>
            <p:ph type="body" sz="quarter" idx="11"/>
          </p:nvPr>
        </p:nvSpPr>
        <p:spPr>
          <a:xfrm>
            <a:off x="256124" y="422252"/>
            <a:ext cx="8887881" cy="533480"/>
          </a:xfrm>
          <a:prstGeom prst="rect">
            <a:avLst/>
          </a:prstGeom>
        </p:spPr>
        <p:txBody>
          <a:bodyPr wrap="square">
            <a:spAutoFit/>
          </a:bodyPr>
          <a:lstStyle>
            <a:lvl1pPr marL="0" indent="0">
              <a:spcBef>
                <a:spcPts val="800"/>
              </a:spcBef>
              <a:buFont typeface=".AppleSystemUIFont" charset="-120"/>
              <a:buNone/>
              <a:tabLst>
                <a:tab pos="608575" algn="l"/>
              </a:tabLst>
              <a:defRPr sz="3467" b="0" i="0" baseline="0">
                <a:solidFill>
                  <a:schemeClr val="accent1"/>
                </a:solidFill>
                <a:latin typeface="Arial" charset="0"/>
                <a:ea typeface="Arial" charset="0"/>
                <a:cs typeface="Arial" charset="0"/>
              </a:defRPr>
            </a:lvl1pPr>
            <a:lvl2pPr marL="486900" indent="-486900" hangingPunct="0">
              <a:lnSpc>
                <a:spcPct val="100000"/>
              </a:lnSpc>
              <a:spcBef>
                <a:spcPts val="1067"/>
              </a:spcBef>
              <a:buFont typeface=".AppleSystemUIFont" charset="-120"/>
              <a:buChar char="—"/>
              <a:defRPr sz="2400" b="0" i="0" baseline="0">
                <a:latin typeface="Arial" charset="0"/>
                <a:ea typeface="Arial" charset="0"/>
                <a:cs typeface="Arial" charset="0"/>
              </a:defRPr>
            </a:lvl2pPr>
            <a:lvl3pPr marL="1217244" indent="0">
              <a:buNone/>
              <a:defRPr/>
            </a:lvl3pPr>
            <a:lvl4pPr marL="1825853" indent="0">
              <a:buNone/>
              <a:defRPr/>
            </a:lvl4pPr>
            <a:lvl5pPr marL="2434486" indent="0">
              <a:buNone/>
              <a:defRPr/>
            </a:lvl5pPr>
          </a:lstStyle>
          <a:p>
            <a:pPr lvl="0"/>
            <a:r>
              <a:rPr lang="en-US"/>
              <a:t>Click to edit Master text styles</a:t>
            </a: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ver Slide">
    <p:spTree>
      <p:nvGrpSpPr>
        <p:cNvPr id="1" name=""/>
        <p:cNvGrpSpPr/>
        <p:nvPr/>
      </p:nvGrpSpPr>
      <p:grpSpPr>
        <a:xfrm>
          <a:off x="0" y="0"/>
          <a:ext cx="0" cy="0"/>
          <a:chOff x="0" y="0"/>
          <a:chExt cx="0" cy="0"/>
        </a:xfrm>
      </p:grpSpPr>
      <p:pic>
        <p:nvPicPr>
          <p:cNvPr id="3" name="Picture 5" descr="ibm_gry.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191875" y="6273800"/>
            <a:ext cx="69532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04800" y="271708"/>
            <a:ext cx="5486401" cy="5972459"/>
          </a:xfrm>
        </p:spPr>
        <p:txBody>
          <a:bodyPr/>
          <a:lstStyle>
            <a:lvl1pPr>
              <a:lnSpc>
                <a:spcPct val="90000"/>
              </a:lnSpc>
              <a:defRPr sz="3200" b="0">
                <a:solidFill>
                  <a:schemeClr val="tx1"/>
                </a:solidFill>
              </a:defRPr>
            </a:lvl1pPr>
          </a:lstStyle>
          <a:p>
            <a:r>
              <a:rPr lang="en-US"/>
              <a:t>Click to edit Master title style</a:t>
            </a:r>
            <a:endParaRPr lang="en-US" dirty="0"/>
          </a:p>
        </p:txBody>
      </p:sp>
      <p:sp>
        <p:nvSpPr>
          <p:cNvPr id="5" name="Footer Placeholder 1"/>
          <p:cNvSpPr>
            <a:spLocks noGrp="1"/>
          </p:cNvSpPr>
          <p:nvPr>
            <p:ph type="ftr" sz="quarter" idx="10"/>
          </p:nvPr>
        </p:nvSpPr>
        <p:spPr>
          <a:xfrm>
            <a:off x="304800" y="6437313"/>
            <a:ext cx="8534400" cy="182562"/>
          </a:xfrm>
        </p:spPr>
        <p:txBody>
          <a:bodyPr/>
          <a:lstStyle>
            <a:lvl1pPr defTabSz="914400">
              <a:defRPr/>
            </a:lvl1pPr>
          </a:lstStyle>
          <a:p>
            <a:r>
              <a:rPr lang="de-DE" altLang="x-none"/>
              <a:t>PartnerWorld 2018 / DOC ID / March 21, 2018 / © 2018 IBM Corporation</a:t>
            </a:r>
            <a:endParaRPr lang="en-US" altLang="x-non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Divider">
    <p:spTree>
      <p:nvGrpSpPr>
        <p:cNvPr id="1" name=""/>
        <p:cNvGrpSpPr/>
        <p:nvPr/>
      </p:nvGrpSpPr>
      <p:grpSpPr>
        <a:xfrm>
          <a:off x="0" y="0"/>
          <a:ext cx="0" cy="0"/>
          <a:chOff x="0" y="0"/>
          <a:chExt cx="0" cy="0"/>
        </a:xfrm>
      </p:grpSpPr>
      <p:sp>
        <p:nvSpPr>
          <p:cNvPr id="5" name="Title 4"/>
          <p:cNvSpPr>
            <a:spLocks noGrp="1"/>
          </p:cNvSpPr>
          <p:nvPr>
            <p:ph type="title"/>
          </p:nvPr>
        </p:nvSpPr>
        <p:spPr>
          <a:xfrm>
            <a:off x="304800" y="268224"/>
            <a:ext cx="5486400" cy="5991669"/>
          </a:xfrm>
        </p:spPr>
        <p:txBody>
          <a:bodyPr/>
          <a:lstStyle>
            <a:lvl1pPr>
              <a:lnSpc>
                <a:spcPct val="90000"/>
              </a:lnSpc>
              <a:defRPr>
                <a:solidFill>
                  <a:schemeClr val="tx1"/>
                </a:solidFill>
              </a:defRPr>
            </a:lvl1pPr>
          </a:lstStyle>
          <a:p>
            <a:r>
              <a:rPr lang="en-US"/>
              <a:t>Click to edit Master title style</a:t>
            </a:r>
            <a:endParaRPr lang="en-US" dirty="0"/>
          </a:p>
        </p:txBody>
      </p:sp>
      <p:sp>
        <p:nvSpPr>
          <p:cNvPr id="3" name="Footer Placeholder 2"/>
          <p:cNvSpPr>
            <a:spLocks noGrp="1"/>
          </p:cNvSpPr>
          <p:nvPr>
            <p:ph type="ftr" sz="quarter" idx="10"/>
          </p:nvPr>
        </p:nvSpPr>
        <p:spPr/>
        <p:txBody>
          <a:bodyPr/>
          <a:lstStyle>
            <a:lvl1pPr defTabSz="914400">
              <a:defRPr/>
            </a:lvl1pPr>
          </a:lstStyle>
          <a:p>
            <a:r>
              <a:rPr lang="de-DE" altLang="x-none"/>
              <a:t>PartnerWorld 2018 / DOC ID / March 21, 2018 / © 2018 IBM Corporation</a:t>
            </a:r>
            <a:endParaRPr lang="en-US" altLang="x-none"/>
          </a:p>
        </p:txBody>
      </p:sp>
      <p:sp>
        <p:nvSpPr>
          <p:cNvPr id="4" name="Slide Number Placeholder 3"/>
          <p:cNvSpPr>
            <a:spLocks noGrp="1"/>
          </p:cNvSpPr>
          <p:nvPr>
            <p:ph type="sldNum" sz="quarter" idx="11"/>
          </p:nvPr>
        </p:nvSpPr>
        <p:spPr/>
        <p:txBody>
          <a:bodyPr/>
          <a:lstStyle>
            <a:lvl1pPr defTabSz="914400">
              <a:defRPr/>
            </a:lvl1pPr>
          </a:lstStyle>
          <a:p>
            <a:fld id="{317FF38D-EE45-2E42-AE04-4DA041F4C7EE}" type="slidenum">
              <a:rPr lang="en-US" altLang="x-none"/>
              <a:pPr/>
              <a:t>‹#›</a:t>
            </a:fld>
            <a:endParaRPr lang="en-US" altLang="x-non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Divider (with page contents)">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40968"/>
          </a:xfrm>
        </p:spPr>
        <p:txBody>
          <a:bodyPr/>
          <a:lstStyle/>
          <a:p>
            <a:r>
              <a:rPr lang="en-US"/>
              <a:t>Click to edit Master title style</a:t>
            </a:r>
            <a:endParaRPr lang="en-US" dirty="0"/>
          </a:p>
        </p:txBody>
      </p:sp>
      <p:sp>
        <p:nvSpPr>
          <p:cNvPr id="6" name="Text Placeholder 5"/>
          <p:cNvSpPr>
            <a:spLocks noGrp="1"/>
          </p:cNvSpPr>
          <p:nvPr>
            <p:ph type="body" sz="quarter" idx="12"/>
          </p:nvPr>
        </p:nvSpPr>
        <p:spPr>
          <a:xfrm>
            <a:off x="304800" y="1498600"/>
            <a:ext cx="5486400" cy="4779264"/>
          </a:xfrm>
        </p:spPr>
        <p:txBody>
          <a:bodyPr/>
          <a:lstStyle>
            <a:lvl1pPr marL="0" indent="0">
              <a:spcBef>
                <a:spcPts val="0"/>
              </a:spcBef>
              <a:tabLst>
                <a:tab pos="5253435" algn="dec"/>
              </a:tabLst>
              <a:defRPr/>
            </a:lvl1pPr>
            <a:lvl2pPr marL="230712" indent="-230712">
              <a:spcBef>
                <a:spcPts val="0"/>
              </a:spcBef>
              <a:tabLst/>
              <a:defRPr/>
            </a:lvl2pPr>
            <a:lvl3pPr>
              <a:spcBef>
                <a:spcPts val="0"/>
              </a:spcBef>
              <a:defRPr/>
            </a:lvl3pPr>
            <a:lvl4pPr>
              <a:spcBef>
                <a:spcPts val="0"/>
              </a:spcBef>
              <a:defRPr/>
            </a:lvl4pPr>
            <a:lvl5pPr>
              <a:spcBef>
                <a:spcPts val="0"/>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6"/>
          <p:cNvSpPr>
            <a:spLocks noGrp="1"/>
          </p:cNvSpPr>
          <p:nvPr>
            <p:ph type="body" sz="quarter" idx="13"/>
          </p:nvPr>
        </p:nvSpPr>
        <p:spPr>
          <a:xfrm>
            <a:off x="6400800" y="1498600"/>
            <a:ext cx="5486400" cy="4779264"/>
          </a:xfrm>
        </p:spPr>
        <p:txBody>
          <a:bodyPr/>
          <a:lstStyle>
            <a:lvl1pPr marL="0" indent="0">
              <a:spcBef>
                <a:spcPts val="0"/>
              </a:spcBef>
              <a:tabLst>
                <a:tab pos="5253435" algn="dec"/>
              </a:tabLst>
              <a:defRPr/>
            </a:lvl1pPr>
            <a:lvl2pPr>
              <a:spcBef>
                <a:spcPts val="0"/>
              </a:spcBef>
              <a:defRPr/>
            </a:lvl2pPr>
            <a:lvl3pPr>
              <a:spcBef>
                <a:spcPts val="0"/>
              </a:spcBef>
              <a:defRPr/>
            </a:lvl3pPr>
            <a:lvl4pPr>
              <a:spcBef>
                <a:spcPts val="0"/>
              </a:spcBef>
              <a:defRPr/>
            </a:lvl4pPr>
            <a:lvl5pPr>
              <a:spcBef>
                <a:spcPts val="0"/>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2"/>
          <p:cNvSpPr>
            <a:spLocks noGrp="1"/>
          </p:cNvSpPr>
          <p:nvPr>
            <p:ph type="sldNum" sz="quarter" idx="14"/>
          </p:nvPr>
        </p:nvSpPr>
        <p:spPr/>
        <p:txBody>
          <a:bodyPr/>
          <a:lstStyle>
            <a:lvl1pPr defTabSz="914400">
              <a:defRPr/>
            </a:lvl1pPr>
          </a:lstStyle>
          <a:p>
            <a:fld id="{6A2CCDA0-AFB9-4741-B8B4-C329DCE14F02}" type="slidenum">
              <a:rPr lang="en-US" altLang="x-none"/>
              <a:pPr/>
              <a:t>‹#›</a:t>
            </a:fld>
            <a:endParaRPr lang="en-US" altLang="x-none"/>
          </a:p>
        </p:txBody>
      </p:sp>
      <p:sp>
        <p:nvSpPr>
          <p:cNvPr id="8" name="Footer Placeholder 3"/>
          <p:cNvSpPr>
            <a:spLocks noGrp="1"/>
          </p:cNvSpPr>
          <p:nvPr>
            <p:ph type="ftr" sz="quarter" idx="15"/>
          </p:nvPr>
        </p:nvSpPr>
        <p:spPr/>
        <p:txBody>
          <a:bodyPr/>
          <a:lstStyle>
            <a:lvl1pPr defTabSz="914400">
              <a:defRPr/>
            </a:lvl1pPr>
          </a:lstStyle>
          <a:p>
            <a:r>
              <a:rPr lang="de-DE" altLang="x-none"/>
              <a:t>PartnerWorld 2018 / DOC ID / March 21, 2018 / © 2018 IBM Corporation</a:t>
            </a:r>
            <a:endParaRPr lang="en-US" altLang="x-non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fact, number, half-image (bleeds)">
    <p:spTree>
      <p:nvGrpSpPr>
        <p:cNvPr id="1" name=""/>
        <p:cNvGrpSpPr/>
        <p:nvPr/>
      </p:nvGrpSpPr>
      <p:grpSpPr>
        <a:xfrm>
          <a:off x="0" y="0"/>
          <a:ext cx="0" cy="0"/>
          <a:chOff x="0" y="0"/>
          <a:chExt cx="0" cy="0"/>
        </a:xfrm>
      </p:grpSpPr>
      <p:sp>
        <p:nvSpPr>
          <p:cNvPr id="2" name="Title 1"/>
          <p:cNvSpPr>
            <a:spLocks noGrp="1"/>
          </p:cNvSpPr>
          <p:nvPr>
            <p:ph type="title"/>
          </p:nvPr>
        </p:nvSpPr>
        <p:spPr>
          <a:xfrm>
            <a:off x="304800" y="280417"/>
            <a:ext cx="5486400" cy="1338409"/>
          </a:xfrm>
        </p:spPr>
        <p:txBody>
          <a:bodyPr/>
          <a:lstStyle>
            <a:lvl1pPr>
              <a:defRPr sz="2133">
                <a:solidFill>
                  <a:schemeClr val="tx1"/>
                </a:solidFill>
              </a:defRPr>
            </a:lvl1pPr>
          </a:lstStyle>
          <a:p>
            <a:r>
              <a:rPr lang="en-US" dirty="0"/>
              <a:t>Click to edit Master title style</a:t>
            </a:r>
          </a:p>
        </p:txBody>
      </p:sp>
      <p:sp>
        <p:nvSpPr>
          <p:cNvPr id="8" name="Text Placeholder 7"/>
          <p:cNvSpPr>
            <a:spLocks noGrp="1"/>
          </p:cNvSpPr>
          <p:nvPr>
            <p:ph type="body" sz="quarter" idx="12"/>
          </p:nvPr>
        </p:nvSpPr>
        <p:spPr>
          <a:xfrm>
            <a:off x="304800" y="2015407"/>
            <a:ext cx="5486400" cy="4145280"/>
          </a:xfrm>
        </p:spPr>
        <p:txBody>
          <a:bodyPr/>
          <a:lstStyle>
            <a:lvl1pPr>
              <a:lnSpc>
                <a:spcPct val="90000"/>
              </a:lnSpc>
              <a:spcBef>
                <a:spcPts val="0"/>
              </a:spcBef>
              <a:defRPr sz="12800" b="1" baseline="0">
                <a:solidFill>
                  <a:schemeClr val="tx1"/>
                </a:solidFill>
              </a:defRPr>
            </a:lvl1pPr>
          </a:lstStyle>
          <a:p>
            <a:pPr lvl="0"/>
            <a:r>
              <a:rPr lang="en-US"/>
              <a:t>Click to edit Master text styles</a:t>
            </a:r>
          </a:p>
        </p:txBody>
      </p:sp>
      <p:sp>
        <p:nvSpPr>
          <p:cNvPr id="6" name="Picture Placeholder 5"/>
          <p:cNvSpPr>
            <a:spLocks noGrp="1"/>
          </p:cNvSpPr>
          <p:nvPr>
            <p:ph type="pic" sz="quarter" idx="13"/>
          </p:nvPr>
        </p:nvSpPr>
        <p:spPr>
          <a:xfrm>
            <a:off x="6096000" y="0"/>
            <a:ext cx="6096000" cy="6858000"/>
          </a:xfrm>
        </p:spPr>
        <p:txBody>
          <a:bodyPr rtlCol="0">
            <a:noAutofit/>
          </a:bodyPr>
          <a:lstStyle>
            <a:lvl1pPr>
              <a:defRPr>
                <a:solidFill>
                  <a:schemeClr val="tx1"/>
                </a:solidFill>
              </a:defRPr>
            </a:lvl1pPr>
          </a:lstStyle>
          <a:p>
            <a:pPr lvl="0"/>
            <a:r>
              <a:rPr lang="en-US" noProof="0"/>
              <a:t>Drag picture to placeholder or click icon to add</a:t>
            </a:r>
          </a:p>
        </p:txBody>
      </p:sp>
      <p:sp>
        <p:nvSpPr>
          <p:cNvPr id="5" name="Slide Number Placeholder 2"/>
          <p:cNvSpPr>
            <a:spLocks noGrp="1"/>
          </p:cNvSpPr>
          <p:nvPr>
            <p:ph type="sldNum" sz="quarter" idx="14"/>
          </p:nvPr>
        </p:nvSpPr>
        <p:spPr/>
        <p:txBody>
          <a:bodyPr/>
          <a:lstStyle>
            <a:lvl1pPr defTabSz="914400">
              <a:defRPr/>
            </a:lvl1pPr>
          </a:lstStyle>
          <a:p>
            <a:fld id="{D78D3448-D6B4-844E-90D3-5035A859776A}" type="slidenum">
              <a:rPr lang="en-US" altLang="x-none"/>
              <a:pPr/>
              <a:t>‹#›</a:t>
            </a:fld>
            <a:endParaRPr lang="en-US" altLang="x-none"/>
          </a:p>
        </p:txBody>
      </p:sp>
      <p:sp>
        <p:nvSpPr>
          <p:cNvPr id="7" name="Footer Placeholder 3"/>
          <p:cNvSpPr>
            <a:spLocks noGrp="1"/>
          </p:cNvSpPr>
          <p:nvPr>
            <p:ph type="ftr" sz="quarter" idx="15"/>
          </p:nvPr>
        </p:nvSpPr>
        <p:spPr/>
        <p:txBody>
          <a:bodyPr/>
          <a:lstStyle>
            <a:lvl1pPr defTabSz="914400">
              <a:defRPr/>
            </a:lvl1pPr>
          </a:lstStyle>
          <a:p>
            <a:r>
              <a:rPr lang="de-DE" altLang="x-none"/>
              <a:t>PartnerWorld 2018 / DOC ID / March 21, 2018 / © 2018 IBM Corporation</a:t>
            </a:r>
            <a:endParaRPr lang="en-US" altLang="x-non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5"/>
            <a:ext cx="6916616" cy="6027740"/>
          </a:xfrm>
        </p:spPr>
        <p:txBody>
          <a:bodyPr/>
          <a:lstStyle>
            <a:lvl1pPr marL="156629" indent="-156629">
              <a:tabLst/>
              <a:defRPr>
                <a:solidFill>
                  <a:schemeClr val="tx1"/>
                </a:solidFill>
              </a:defRPr>
            </a:lvl1p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lvl1pPr defTabSz="914400">
              <a:defRPr/>
            </a:lvl1pPr>
          </a:lstStyle>
          <a:p>
            <a:fld id="{428C51BD-44E2-7442-B944-319A35EE5999}" type="slidenum">
              <a:rPr lang="en-US" altLang="x-none"/>
              <a:pPr/>
              <a:t>‹#›</a:t>
            </a:fld>
            <a:endParaRPr lang="en-US" altLang="x-none"/>
          </a:p>
        </p:txBody>
      </p:sp>
      <p:sp>
        <p:nvSpPr>
          <p:cNvPr id="4" name="Footer Placeholder 3"/>
          <p:cNvSpPr>
            <a:spLocks noGrp="1"/>
          </p:cNvSpPr>
          <p:nvPr>
            <p:ph type="ftr" sz="quarter" idx="11"/>
          </p:nvPr>
        </p:nvSpPr>
        <p:spPr/>
        <p:txBody>
          <a:bodyPr/>
          <a:lstStyle>
            <a:lvl1pPr defTabSz="914400">
              <a:defRPr/>
            </a:lvl1pPr>
          </a:lstStyle>
          <a:p>
            <a:r>
              <a:rPr lang="de-DE" altLang="x-none"/>
              <a:t>PartnerWorld 2018 / DOC ID / March 21, 2018 / © 2018 IBM Corporation</a:t>
            </a:r>
            <a:endParaRPr lang="en-US" altLang="x-non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ection, title, text">
    <p:spTree>
      <p:nvGrpSpPr>
        <p:cNvPr id="1" name=""/>
        <p:cNvGrpSpPr/>
        <p:nvPr/>
      </p:nvGrpSpPr>
      <p:grpSpPr>
        <a:xfrm>
          <a:off x="0" y="0"/>
          <a:ext cx="0" cy="0"/>
          <a:chOff x="0" y="0"/>
          <a:chExt cx="0" cy="0"/>
        </a:xfrm>
      </p:grpSpPr>
      <p:sp>
        <p:nvSpPr>
          <p:cNvPr id="2" name="Title 1"/>
          <p:cNvSpPr>
            <a:spLocks noGrp="1"/>
          </p:cNvSpPr>
          <p:nvPr>
            <p:ph type="title"/>
          </p:nvPr>
        </p:nvSpPr>
        <p:spPr>
          <a:xfrm>
            <a:off x="304800" y="548640"/>
            <a:ext cx="5486400" cy="5770733"/>
          </a:xfrm>
        </p:spPr>
        <p:txBody>
          <a:bodyPr/>
          <a:lstStyle/>
          <a:p>
            <a:r>
              <a:rPr lang="en-US" dirty="0"/>
              <a:t>Click to edit Master title style</a:t>
            </a:r>
          </a:p>
        </p:txBody>
      </p:sp>
      <p:sp>
        <p:nvSpPr>
          <p:cNvPr id="6" name="Text Placeholder 5"/>
          <p:cNvSpPr>
            <a:spLocks noGrp="1"/>
          </p:cNvSpPr>
          <p:nvPr>
            <p:ph type="body" sz="quarter" idx="12"/>
          </p:nvPr>
        </p:nvSpPr>
        <p:spPr>
          <a:xfrm>
            <a:off x="6400800" y="658368"/>
            <a:ext cx="5486400" cy="5599640"/>
          </a:xfrm>
        </p:spPr>
        <p:txBody>
          <a:bodyPr/>
          <a:lstStyle>
            <a:lvl1pPr>
              <a:spcBef>
                <a:spcPts val="1467"/>
              </a:spcBef>
              <a:spcAft>
                <a:spcPts val="0"/>
              </a:spcAft>
              <a:defRPr/>
            </a:lvl1pPr>
            <a:lvl2pPr>
              <a:spcBef>
                <a:spcPts val="1467"/>
              </a:spcBef>
              <a:defRPr/>
            </a:lvl2pPr>
            <a:lvl3pPr>
              <a:spcBef>
                <a:spcPts val="1467"/>
              </a:spcBef>
              <a:defRPr/>
            </a:lvl3pPr>
            <a:lvl4pPr>
              <a:spcBef>
                <a:spcPts val="1467"/>
              </a:spcBef>
              <a:defRPr/>
            </a:lvl4pPr>
            <a:lvl5pPr>
              <a:spcBef>
                <a:spcPts val="1467"/>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p:cNvSpPr>
            <a:spLocks noGrp="1"/>
          </p:cNvSpPr>
          <p:nvPr>
            <p:ph type="body" sz="quarter" idx="13"/>
          </p:nvPr>
        </p:nvSpPr>
        <p:spPr>
          <a:xfrm>
            <a:off x="304800" y="267418"/>
            <a:ext cx="5486400" cy="400049"/>
          </a:xfrm>
        </p:spPr>
        <p:txBody>
          <a:bodyPr/>
          <a:lstStyle>
            <a:lvl1pPr>
              <a:defRPr sz="1467"/>
            </a:lvl1pPr>
          </a:lstStyle>
          <a:p>
            <a:pPr lvl="0"/>
            <a:r>
              <a:rPr lang="en-US"/>
              <a:t>Click to edit Master text styles</a:t>
            </a:r>
          </a:p>
        </p:txBody>
      </p:sp>
      <p:sp>
        <p:nvSpPr>
          <p:cNvPr id="5" name="Slide Number Placeholder 2"/>
          <p:cNvSpPr>
            <a:spLocks noGrp="1"/>
          </p:cNvSpPr>
          <p:nvPr>
            <p:ph type="sldNum" sz="quarter" idx="14"/>
          </p:nvPr>
        </p:nvSpPr>
        <p:spPr/>
        <p:txBody>
          <a:bodyPr/>
          <a:lstStyle>
            <a:lvl1pPr defTabSz="914400">
              <a:defRPr/>
            </a:lvl1pPr>
          </a:lstStyle>
          <a:p>
            <a:fld id="{566C05A6-072F-FD4E-9504-C91E96F01D0E}" type="slidenum">
              <a:rPr lang="en-US" altLang="x-none"/>
              <a:pPr/>
              <a:t>‹#›</a:t>
            </a:fld>
            <a:endParaRPr lang="en-US" altLang="x-none"/>
          </a:p>
        </p:txBody>
      </p:sp>
      <p:sp>
        <p:nvSpPr>
          <p:cNvPr id="7" name="Footer Placeholder 3"/>
          <p:cNvSpPr>
            <a:spLocks noGrp="1"/>
          </p:cNvSpPr>
          <p:nvPr>
            <p:ph type="ftr" sz="quarter" idx="15"/>
          </p:nvPr>
        </p:nvSpPr>
        <p:spPr/>
        <p:txBody>
          <a:bodyPr/>
          <a:lstStyle>
            <a:lvl1pPr defTabSz="914400">
              <a:defRPr/>
            </a:lvl1pPr>
          </a:lstStyle>
          <a:p>
            <a:r>
              <a:rPr lang="de-DE" altLang="x-none"/>
              <a:t>PartnerWorld 2018 / DOC ID / March 21, 2018 / © 2018 IBM Corporation</a:t>
            </a:r>
            <a:endParaRPr lang="en-US" altLang="x-non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itle, text (two columns)">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279144"/>
          </a:xfrm>
        </p:spPr>
        <p:txBody>
          <a:bodyPr/>
          <a:lstStyle/>
          <a:p>
            <a:r>
              <a:rPr lang="en-US"/>
              <a:t>Click to edit Master title style</a:t>
            </a:r>
            <a:endParaRPr lang="en-US" dirty="0"/>
          </a:p>
        </p:txBody>
      </p:sp>
      <p:sp>
        <p:nvSpPr>
          <p:cNvPr id="8" name="Text Placeholder 7"/>
          <p:cNvSpPr>
            <a:spLocks noGrp="1"/>
          </p:cNvSpPr>
          <p:nvPr>
            <p:ph type="body" sz="quarter" idx="12"/>
          </p:nvPr>
        </p:nvSpPr>
        <p:spPr>
          <a:xfrm>
            <a:off x="304800" y="1499617"/>
            <a:ext cx="5486400" cy="4781127"/>
          </a:xfrm>
        </p:spPr>
        <p:txBody>
          <a:bodyPr/>
          <a:lstStyle>
            <a:lvl1pPr>
              <a:spcBef>
                <a:spcPts val="0"/>
              </a:spcBef>
              <a:defRPr sz="1867"/>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9"/>
          <p:cNvSpPr>
            <a:spLocks noGrp="1"/>
          </p:cNvSpPr>
          <p:nvPr>
            <p:ph type="body" sz="quarter" idx="13"/>
          </p:nvPr>
        </p:nvSpPr>
        <p:spPr>
          <a:xfrm>
            <a:off x="6400800" y="1499617"/>
            <a:ext cx="5486400" cy="4781127"/>
          </a:xfrm>
        </p:spPr>
        <p:txBody>
          <a:bodyPr/>
          <a:lstStyle>
            <a:lvl1pPr>
              <a:spcBef>
                <a:spcPts val="0"/>
              </a:spcBef>
              <a:defRPr sz="1867"/>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2"/>
          <p:cNvSpPr>
            <a:spLocks noGrp="1"/>
          </p:cNvSpPr>
          <p:nvPr>
            <p:ph type="sldNum" sz="quarter" idx="14"/>
          </p:nvPr>
        </p:nvSpPr>
        <p:spPr/>
        <p:txBody>
          <a:bodyPr/>
          <a:lstStyle>
            <a:lvl1pPr defTabSz="914400">
              <a:defRPr/>
            </a:lvl1pPr>
          </a:lstStyle>
          <a:p>
            <a:fld id="{1DBCD845-9654-D24C-AAFB-7AFD40AD5E88}" type="slidenum">
              <a:rPr lang="en-US" altLang="x-none"/>
              <a:pPr/>
              <a:t>‹#›</a:t>
            </a:fld>
            <a:endParaRPr lang="en-US" altLang="x-none"/>
          </a:p>
        </p:txBody>
      </p:sp>
      <p:sp>
        <p:nvSpPr>
          <p:cNvPr id="6" name="Footer Placeholder 3"/>
          <p:cNvSpPr>
            <a:spLocks noGrp="1"/>
          </p:cNvSpPr>
          <p:nvPr>
            <p:ph type="ftr" sz="quarter" idx="15"/>
          </p:nvPr>
        </p:nvSpPr>
        <p:spPr/>
        <p:txBody>
          <a:bodyPr/>
          <a:lstStyle>
            <a:lvl1pPr defTabSz="914400">
              <a:defRPr/>
            </a:lvl1pPr>
          </a:lstStyle>
          <a:p>
            <a:r>
              <a:rPr lang="de-DE" altLang="x-none"/>
              <a:t>PartnerWorld 2018 / DOC ID / March 21, 2018 / © 2018 IBM Corporation</a:t>
            </a:r>
            <a:endParaRPr lang="en-US" altLang="x-non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ection, title, text (two columns)">
    <p:spTree>
      <p:nvGrpSpPr>
        <p:cNvPr id="1" name=""/>
        <p:cNvGrpSpPr/>
        <p:nvPr/>
      </p:nvGrpSpPr>
      <p:grpSpPr>
        <a:xfrm>
          <a:off x="0" y="0"/>
          <a:ext cx="0" cy="0"/>
          <a:chOff x="0" y="0"/>
          <a:chExt cx="0" cy="0"/>
        </a:xfrm>
      </p:grpSpPr>
      <p:sp>
        <p:nvSpPr>
          <p:cNvPr id="2" name="Title 1"/>
          <p:cNvSpPr>
            <a:spLocks noGrp="1"/>
          </p:cNvSpPr>
          <p:nvPr>
            <p:ph type="title"/>
          </p:nvPr>
        </p:nvSpPr>
        <p:spPr>
          <a:xfrm>
            <a:off x="304800" y="548640"/>
            <a:ext cx="8534400" cy="853440"/>
          </a:xfrm>
        </p:spPr>
        <p:txBody>
          <a:bodyPr/>
          <a:lstStyle/>
          <a:p>
            <a:r>
              <a:rPr lang="en-US"/>
              <a:t>Click to edit Master title style</a:t>
            </a:r>
            <a:endParaRPr lang="en-US" dirty="0"/>
          </a:p>
        </p:txBody>
      </p:sp>
      <p:sp>
        <p:nvSpPr>
          <p:cNvPr id="6" name="Text Placeholder 5"/>
          <p:cNvSpPr>
            <a:spLocks noGrp="1"/>
          </p:cNvSpPr>
          <p:nvPr>
            <p:ph type="body" sz="quarter" idx="12"/>
          </p:nvPr>
        </p:nvSpPr>
        <p:spPr>
          <a:xfrm>
            <a:off x="6400800" y="1457960"/>
            <a:ext cx="5486400" cy="4786208"/>
          </a:xfrm>
        </p:spPr>
        <p:txBody>
          <a:bodyPr/>
          <a:lstStyle>
            <a:lvl1pPr>
              <a:defRPr sz="2133"/>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p:cNvSpPr>
            <a:spLocks noGrp="1"/>
          </p:cNvSpPr>
          <p:nvPr>
            <p:ph type="body" sz="quarter" idx="13"/>
          </p:nvPr>
        </p:nvSpPr>
        <p:spPr>
          <a:xfrm>
            <a:off x="304800" y="268225"/>
            <a:ext cx="5486400" cy="400049"/>
          </a:xfrm>
        </p:spPr>
        <p:txBody>
          <a:bodyPr/>
          <a:lstStyle>
            <a:lvl1pPr>
              <a:defRPr sz="1467"/>
            </a:lvl1pPr>
          </a:lstStyle>
          <a:p>
            <a:pPr lvl="0"/>
            <a:r>
              <a:rPr lang="en-US"/>
              <a:t>Click to edit Master text styles</a:t>
            </a:r>
          </a:p>
        </p:txBody>
      </p:sp>
      <p:sp>
        <p:nvSpPr>
          <p:cNvPr id="7" name="Text Placeholder 6"/>
          <p:cNvSpPr>
            <a:spLocks noGrp="1"/>
          </p:cNvSpPr>
          <p:nvPr>
            <p:ph type="body" sz="quarter" idx="14"/>
          </p:nvPr>
        </p:nvSpPr>
        <p:spPr>
          <a:xfrm>
            <a:off x="304800" y="1457961"/>
            <a:ext cx="5486400" cy="4786207"/>
          </a:xfrm>
        </p:spPr>
        <p:txBody>
          <a:bodyPr/>
          <a:lstStyle>
            <a:lvl1pPr>
              <a:defRPr sz="2133"/>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2"/>
          <p:cNvSpPr>
            <a:spLocks noGrp="1"/>
          </p:cNvSpPr>
          <p:nvPr>
            <p:ph type="sldNum" sz="quarter" idx="15"/>
          </p:nvPr>
        </p:nvSpPr>
        <p:spPr/>
        <p:txBody>
          <a:bodyPr/>
          <a:lstStyle>
            <a:lvl1pPr defTabSz="914400">
              <a:defRPr/>
            </a:lvl1pPr>
          </a:lstStyle>
          <a:p>
            <a:fld id="{E1C44F05-72B1-A14C-BB22-2EBFC1D93A71}" type="slidenum">
              <a:rPr lang="en-US" altLang="x-none"/>
              <a:pPr/>
              <a:t>‹#›</a:t>
            </a:fld>
            <a:endParaRPr lang="en-US" altLang="x-none"/>
          </a:p>
        </p:txBody>
      </p:sp>
      <p:sp>
        <p:nvSpPr>
          <p:cNvPr id="9" name="Footer Placeholder 3"/>
          <p:cNvSpPr>
            <a:spLocks noGrp="1"/>
          </p:cNvSpPr>
          <p:nvPr>
            <p:ph type="ftr" sz="quarter" idx="16"/>
          </p:nvPr>
        </p:nvSpPr>
        <p:spPr/>
        <p:txBody>
          <a:bodyPr/>
          <a:lstStyle>
            <a:lvl1pPr defTabSz="914400">
              <a:defRPr/>
            </a:lvl1pPr>
          </a:lstStyle>
          <a:p>
            <a:r>
              <a:rPr lang="de-DE" altLang="x-none"/>
              <a:t>PartnerWorld 2018 / DOC ID / March 21, 2018 / © 2018 IBM Corporation</a:t>
            </a:r>
            <a:endParaRPr lang="en-US" altLang="x-non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itle, text (two columns, different text sizes)">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669544"/>
          </a:xfrm>
        </p:spPr>
        <p:txBody>
          <a:bodyPr/>
          <a:lstStyle/>
          <a:p>
            <a:r>
              <a:rPr lang="en-US"/>
              <a:t>Click to edit Master title style</a:t>
            </a:r>
            <a:endParaRPr lang="en-US" dirty="0"/>
          </a:p>
        </p:txBody>
      </p:sp>
      <p:sp>
        <p:nvSpPr>
          <p:cNvPr id="6" name="Content Placeholder 5"/>
          <p:cNvSpPr>
            <a:spLocks noGrp="1"/>
          </p:cNvSpPr>
          <p:nvPr>
            <p:ph sz="quarter" idx="12"/>
          </p:nvPr>
        </p:nvSpPr>
        <p:spPr>
          <a:xfrm>
            <a:off x="304800" y="1327358"/>
            <a:ext cx="5486400" cy="4916809"/>
          </a:xfrm>
        </p:spPr>
        <p:txBody>
          <a:bodyPr/>
          <a:lstStyle>
            <a:lvl1pPr>
              <a:defRPr sz="3200"/>
            </a:lvl1pPr>
          </a:lstStyle>
          <a:p>
            <a:pPr lvl="0"/>
            <a:r>
              <a:rPr lang="en-US"/>
              <a:t>Click to edit Master text styles</a:t>
            </a:r>
          </a:p>
        </p:txBody>
      </p:sp>
      <p:sp>
        <p:nvSpPr>
          <p:cNvPr id="8" name="Content Placeholder 7"/>
          <p:cNvSpPr>
            <a:spLocks noGrp="1"/>
          </p:cNvSpPr>
          <p:nvPr>
            <p:ph sz="quarter" idx="13"/>
          </p:nvPr>
        </p:nvSpPr>
        <p:spPr>
          <a:xfrm>
            <a:off x="6400800" y="1488865"/>
            <a:ext cx="5486400" cy="4755303"/>
          </a:xfrm>
        </p:spPr>
        <p:txBody>
          <a:bodyPr/>
          <a:lstStyle>
            <a:lvl1pPr>
              <a:defRPr sz="1867"/>
            </a:lvl1pPr>
            <a:lvl2pPr>
              <a:defRPr sz="1867"/>
            </a:lvl2pPr>
            <a:lvl3pPr>
              <a:defRPr sz="1867"/>
            </a:lvl3pPr>
            <a:lvl4pPr>
              <a:defRPr sz="1867"/>
            </a:lvl4pPr>
            <a:lvl5pPr>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2"/>
          <p:cNvSpPr>
            <a:spLocks noGrp="1"/>
          </p:cNvSpPr>
          <p:nvPr>
            <p:ph type="sldNum" sz="quarter" idx="14"/>
          </p:nvPr>
        </p:nvSpPr>
        <p:spPr/>
        <p:txBody>
          <a:bodyPr/>
          <a:lstStyle>
            <a:lvl1pPr defTabSz="914400">
              <a:defRPr/>
            </a:lvl1pPr>
          </a:lstStyle>
          <a:p>
            <a:fld id="{6E0C27FA-3EB3-784B-9EBE-48923FE24235}" type="slidenum">
              <a:rPr lang="en-US" altLang="x-none"/>
              <a:pPr/>
              <a:t>‹#›</a:t>
            </a:fld>
            <a:endParaRPr lang="en-US" altLang="x-none"/>
          </a:p>
        </p:txBody>
      </p:sp>
      <p:sp>
        <p:nvSpPr>
          <p:cNvPr id="7" name="Footer Placeholder 3"/>
          <p:cNvSpPr>
            <a:spLocks noGrp="1"/>
          </p:cNvSpPr>
          <p:nvPr>
            <p:ph type="ftr" sz="quarter" idx="15"/>
          </p:nvPr>
        </p:nvSpPr>
        <p:spPr/>
        <p:txBody>
          <a:bodyPr/>
          <a:lstStyle>
            <a:lvl1pPr defTabSz="914400">
              <a:defRPr/>
            </a:lvl1pPr>
          </a:lstStyle>
          <a:p>
            <a:r>
              <a:rPr lang="de-DE" altLang="x-none"/>
              <a:t>PartnerWorld 2018 / DOC ID / March 21, 2018 / © 2018 IBM Corporation</a:t>
            </a:r>
            <a:endParaRPr lang="en-US" altLang="x-non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ection, title, text (four columns)">
    <p:spTree>
      <p:nvGrpSpPr>
        <p:cNvPr id="1" name=""/>
        <p:cNvGrpSpPr/>
        <p:nvPr/>
      </p:nvGrpSpPr>
      <p:grpSpPr>
        <a:xfrm>
          <a:off x="0" y="0"/>
          <a:ext cx="0" cy="0"/>
          <a:chOff x="0" y="0"/>
          <a:chExt cx="0" cy="0"/>
        </a:xfrm>
      </p:grpSpPr>
      <p:sp>
        <p:nvSpPr>
          <p:cNvPr id="2" name="Title 1"/>
          <p:cNvSpPr>
            <a:spLocks noGrp="1"/>
          </p:cNvSpPr>
          <p:nvPr>
            <p:ph type="title"/>
          </p:nvPr>
        </p:nvSpPr>
        <p:spPr>
          <a:xfrm>
            <a:off x="304800" y="548640"/>
            <a:ext cx="8534400" cy="853440"/>
          </a:xfrm>
        </p:spPr>
        <p:txBody>
          <a:bodyPr/>
          <a:lstStyle/>
          <a:p>
            <a:r>
              <a:rPr lang="en-US" dirty="0"/>
              <a:t>Click to edit Master title style</a:t>
            </a:r>
          </a:p>
        </p:txBody>
      </p:sp>
      <p:sp>
        <p:nvSpPr>
          <p:cNvPr id="6" name="Text Placeholder 5"/>
          <p:cNvSpPr>
            <a:spLocks noGrp="1"/>
          </p:cNvSpPr>
          <p:nvPr>
            <p:ph type="body" sz="quarter" idx="12"/>
          </p:nvPr>
        </p:nvSpPr>
        <p:spPr>
          <a:xfrm>
            <a:off x="6400800" y="1457959"/>
            <a:ext cx="2438400" cy="4786207"/>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1"/>
          <p:cNvSpPr>
            <a:spLocks noGrp="1"/>
          </p:cNvSpPr>
          <p:nvPr>
            <p:ph type="body" sz="quarter" idx="13"/>
          </p:nvPr>
        </p:nvSpPr>
        <p:spPr>
          <a:xfrm>
            <a:off x="304800" y="268225"/>
            <a:ext cx="5486400" cy="400049"/>
          </a:xfrm>
        </p:spPr>
        <p:txBody>
          <a:bodyPr/>
          <a:lstStyle>
            <a:lvl1pPr>
              <a:defRPr sz="1467"/>
            </a:lvl1pPr>
          </a:lstStyle>
          <a:p>
            <a:pPr lvl="0"/>
            <a:r>
              <a:rPr lang="en-US"/>
              <a:t>Click to edit Master text styles</a:t>
            </a:r>
          </a:p>
        </p:txBody>
      </p:sp>
      <p:sp>
        <p:nvSpPr>
          <p:cNvPr id="7" name="Text Placeholder 6"/>
          <p:cNvSpPr>
            <a:spLocks noGrp="1"/>
          </p:cNvSpPr>
          <p:nvPr>
            <p:ph type="body" sz="quarter" idx="14"/>
          </p:nvPr>
        </p:nvSpPr>
        <p:spPr>
          <a:xfrm>
            <a:off x="304800" y="1457959"/>
            <a:ext cx="2438400" cy="4786207"/>
          </a:xfrm>
        </p:spPr>
        <p:txBody>
          <a:bodyPr/>
          <a:lstStyle>
            <a:lvl1pPr>
              <a:spcBef>
                <a:spcPts val="1467"/>
              </a:spcBef>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7"/>
          <p:cNvSpPr>
            <a:spLocks noGrp="1"/>
          </p:cNvSpPr>
          <p:nvPr>
            <p:ph type="body" sz="quarter" idx="15"/>
          </p:nvPr>
        </p:nvSpPr>
        <p:spPr>
          <a:xfrm>
            <a:off x="3352800" y="1457959"/>
            <a:ext cx="2438400" cy="4786207"/>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9"/>
          <p:cNvSpPr>
            <a:spLocks noGrp="1"/>
          </p:cNvSpPr>
          <p:nvPr>
            <p:ph type="body" sz="quarter" idx="16"/>
          </p:nvPr>
        </p:nvSpPr>
        <p:spPr>
          <a:xfrm>
            <a:off x="9448800" y="1457959"/>
            <a:ext cx="2438400" cy="4786207"/>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2"/>
          <p:cNvSpPr>
            <a:spLocks noGrp="1"/>
          </p:cNvSpPr>
          <p:nvPr>
            <p:ph type="sldNum" sz="quarter" idx="17"/>
          </p:nvPr>
        </p:nvSpPr>
        <p:spPr/>
        <p:txBody>
          <a:bodyPr/>
          <a:lstStyle>
            <a:lvl1pPr defTabSz="914400">
              <a:defRPr/>
            </a:lvl1pPr>
          </a:lstStyle>
          <a:p>
            <a:fld id="{457D10B3-E748-984F-A40D-46C5D5ED3B6D}" type="slidenum">
              <a:rPr lang="en-US" altLang="x-none"/>
              <a:pPr/>
              <a:t>‹#›</a:t>
            </a:fld>
            <a:endParaRPr lang="en-US" altLang="x-none"/>
          </a:p>
        </p:txBody>
      </p:sp>
      <p:sp>
        <p:nvSpPr>
          <p:cNvPr id="11" name="Footer Placeholder 3"/>
          <p:cNvSpPr>
            <a:spLocks noGrp="1"/>
          </p:cNvSpPr>
          <p:nvPr>
            <p:ph type="ftr" sz="quarter" idx="18"/>
          </p:nvPr>
        </p:nvSpPr>
        <p:spPr/>
        <p:txBody>
          <a:bodyPr/>
          <a:lstStyle>
            <a:lvl1pPr defTabSz="914400">
              <a:defRPr/>
            </a:lvl1pPr>
          </a:lstStyle>
          <a:p>
            <a:r>
              <a:rPr lang="de-DE" altLang="x-none"/>
              <a:t>PartnerWorld 2018 / DOC ID / March 21, 2018 / © 2018 IBM Corporation</a:t>
            </a:r>
            <a:endParaRPr lang="en-US" altLang="x-non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ection, title, text, half-image">
    <p:spTree>
      <p:nvGrpSpPr>
        <p:cNvPr id="1" name=""/>
        <p:cNvGrpSpPr/>
        <p:nvPr/>
      </p:nvGrpSpPr>
      <p:grpSpPr>
        <a:xfrm>
          <a:off x="0" y="0"/>
          <a:ext cx="0" cy="0"/>
          <a:chOff x="0" y="0"/>
          <a:chExt cx="0" cy="0"/>
        </a:xfrm>
      </p:grpSpPr>
      <p:sp>
        <p:nvSpPr>
          <p:cNvPr id="8" name="Picture Placeholder 7"/>
          <p:cNvSpPr>
            <a:spLocks noGrp="1"/>
          </p:cNvSpPr>
          <p:nvPr>
            <p:ph type="pic" sz="quarter" idx="15"/>
          </p:nvPr>
        </p:nvSpPr>
        <p:spPr>
          <a:xfrm>
            <a:off x="6096000" y="0"/>
            <a:ext cx="6096000" cy="6858000"/>
          </a:xfrm>
        </p:spPr>
        <p:txBody>
          <a:bodyPr rtlCol="0">
            <a:noAutofit/>
          </a:bodyPr>
          <a:lstStyle/>
          <a:p>
            <a:pPr lvl="0"/>
            <a:r>
              <a:rPr lang="en-US" noProof="0"/>
              <a:t>Drag picture to placeholder or click icon to add</a:t>
            </a:r>
          </a:p>
        </p:txBody>
      </p:sp>
      <p:sp>
        <p:nvSpPr>
          <p:cNvPr id="2" name="Title 1"/>
          <p:cNvSpPr>
            <a:spLocks noGrp="1"/>
          </p:cNvSpPr>
          <p:nvPr>
            <p:ph type="title"/>
          </p:nvPr>
        </p:nvSpPr>
        <p:spPr>
          <a:xfrm>
            <a:off x="304800" y="548640"/>
            <a:ext cx="5486400" cy="853440"/>
          </a:xfrm>
        </p:spPr>
        <p:txBody>
          <a:bodyPr/>
          <a:lstStyle/>
          <a:p>
            <a:r>
              <a:rPr lang="en-US" dirty="0"/>
              <a:t>Click to edit Master title style</a:t>
            </a:r>
          </a:p>
        </p:txBody>
      </p:sp>
      <p:sp>
        <p:nvSpPr>
          <p:cNvPr id="12" name="Text Placeholder 11"/>
          <p:cNvSpPr>
            <a:spLocks noGrp="1"/>
          </p:cNvSpPr>
          <p:nvPr>
            <p:ph type="body" sz="quarter" idx="13"/>
          </p:nvPr>
        </p:nvSpPr>
        <p:spPr>
          <a:xfrm>
            <a:off x="304800" y="268225"/>
            <a:ext cx="5486400" cy="400049"/>
          </a:xfrm>
        </p:spPr>
        <p:txBody>
          <a:bodyPr/>
          <a:lstStyle>
            <a:lvl1pPr>
              <a:defRPr sz="1467"/>
            </a:lvl1pPr>
          </a:lstStyle>
          <a:p>
            <a:pPr lvl="0"/>
            <a:r>
              <a:rPr lang="en-US"/>
              <a:t>Click to edit Master text styles</a:t>
            </a:r>
          </a:p>
        </p:txBody>
      </p:sp>
      <p:sp>
        <p:nvSpPr>
          <p:cNvPr id="7" name="Text Placeholder 6"/>
          <p:cNvSpPr>
            <a:spLocks noGrp="1"/>
          </p:cNvSpPr>
          <p:nvPr>
            <p:ph type="body" sz="quarter" idx="14"/>
          </p:nvPr>
        </p:nvSpPr>
        <p:spPr>
          <a:xfrm>
            <a:off x="304800" y="1463040"/>
            <a:ext cx="5486400" cy="4781127"/>
          </a:xfrm>
        </p:spPr>
        <p:txBody>
          <a:bodyPr/>
          <a:lstStyle>
            <a:lvl1pPr>
              <a:defRPr sz="2133"/>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2"/>
          <p:cNvSpPr>
            <a:spLocks noGrp="1"/>
          </p:cNvSpPr>
          <p:nvPr>
            <p:ph type="sldNum" sz="quarter" idx="16"/>
          </p:nvPr>
        </p:nvSpPr>
        <p:spPr/>
        <p:txBody>
          <a:bodyPr/>
          <a:lstStyle>
            <a:lvl1pPr defTabSz="914400">
              <a:defRPr/>
            </a:lvl1pPr>
          </a:lstStyle>
          <a:p>
            <a:fld id="{FCD48164-DABB-6B40-94F3-2D1E316B4A42}" type="slidenum">
              <a:rPr lang="en-US" altLang="x-none"/>
              <a:pPr/>
              <a:t>‹#›</a:t>
            </a:fld>
            <a:endParaRPr lang="en-US" altLang="x-none"/>
          </a:p>
        </p:txBody>
      </p:sp>
      <p:sp>
        <p:nvSpPr>
          <p:cNvPr id="9" name="Footer Placeholder 3"/>
          <p:cNvSpPr>
            <a:spLocks noGrp="1"/>
          </p:cNvSpPr>
          <p:nvPr>
            <p:ph type="ftr" sz="quarter" idx="17"/>
          </p:nvPr>
        </p:nvSpPr>
        <p:spPr/>
        <p:txBody>
          <a:bodyPr/>
          <a:lstStyle>
            <a:lvl1pPr defTabSz="914400">
              <a:defRPr/>
            </a:lvl1pPr>
          </a:lstStyle>
          <a:p>
            <a:r>
              <a:rPr lang="de-DE" altLang="x-none"/>
              <a:t>PartnerWorld 2018 / DOC ID / March 21, 2018 / © 2018 IBM Corporation</a:t>
            </a:r>
            <a:endParaRPr lang="en-US" altLang="x-non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section, title, text (two columns), half-image">
    <p:spTree>
      <p:nvGrpSpPr>
        <p:cNvPr id="1" name=""/>
        <p:cNvGrpSpPr/>
        <p:nvPr/>
      </p:nvGrpSpPr>
      <p:grpSpPr>
        <a:xfrm>
          <a:off x="0" y="0"/>
          <a:ext cx="0" cy="0"/>
          <a:chOff x="0" y="0"/>
          <a:chExt cx="0" cy="0"/>
        </a:xfrm>
      </p:grpSpPr>
      <p:sp>
        <p:nvSpPr>
          <p:cNvPr id="9" name="Picture Placeholder 8"/>
          <p:cNvSpPr>
            <a:spLocks noGrp="1"/>
          </p:cNvSpPr>
          <p:nvPr>
            <p:ph type="pic" sz="quarter" idx="16"/>
          </p:nvPr>
        </p:nvSpPr>
        <p:spPr>
          <a:xfrm>
            <a:off x="6096000" y="0"/>
            <a:ext cx="6096000" cy="6858000"/>
          </a:xfrm>
        </p:spPr>
        <p:txBody>
          <a:bodyPr rtlCol="0">
            <a:noAutofit/>
          </a:bodyPr>
          <a:lstStyle/>
          <a:p>
            <a:pPr lvl="0"/>
            <a:r>
              <a:rPr lang="en-US" noProof="0"/>
              <a:t>Drag picture to placeholder or click icon to add</a:t>
            </a:r>
          </a:p>
        </p:txBody>
      </p:sp>
      <p:sp>
        <p:nvSpPr>
          <p:cNvPr id="2" name="Title 1"/>
          <p:cNvSpPr>
            <a:spLocks noGrp="1"/>
          </p:cNvSpPr>
          <p:nvPr>
            <p:ph type="title"/>
          </p:nvPr>
        </p:nvSpPr>
        <p:spPr>
          <a:xfrm>
            <a:off x="304800" y="268224"/>
            <a:ext cx="5486400" cy="853440"/>
          </a:xfrm>
        </p:spPr>
        <p:txBody>
          <a:bodyPr/>
          <a:lstStyle/>
          <a:p>
            <a:r>
              <a:rPr lang="en-US"/>
              <a:t>Click to edit Master title style</a:t>
            </a:r>
            <a:endParaRPr lang="en-US" dirty="0"/>
          </a:p>
        </p:txBody>
      </p:sp>
      <p:sp>
        <p:nvSpPr>
          <p:cNvPr id="7" name="Text Placeholder 6"/>
          <p:cNvSpPr>
            <a:spLocks noGrp="1"/>
          </p:cNvSpPr>
          <p:nvPr>
            <p:ph type="body" sz="quarter" idx="14"/>
          </p:nvPr>
        </p:nvSpPr>
        <p:spPr>
          <a:xfrm>
            <a:off x="304800" y="1463039"/>
            <a:ext cx="2438400" cy="4781127"/>
          </a:xfrm>
        </p:spPr>
        <p:txBody>
          <a:bodyPr/>
          <a:lstStyle>
            <a:lvl1pPr>
              <a:spcBef>
                <a:spcPts val="1467"/>
              </a:spcBef>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7"/>
          <p:cNvSpPr>
            <a:spLocks noGrp="1"/>
          </p:cNvSpPr>
          <p:nvPr>
            <p:ph type="body" sz="quarter" idx="15"/>
          </p:nvPr>
        </p:nvSpPr>
        <p:spPr>
          <a:xfrm>
            <a:off x="3352800" y="1463039"/>
            <a:ext cx="2438400" cy="4781127"/>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2"/>
          <p:cNvSpPr>
            <a:spLocks noGrp="1"/>
          </p:cNvSpPr>
          <p:nvPr>
            <p:ph type="sldNum" sz="quarter" idx="17"/>
          </p:nvPr>
        </p:nvSpPr>
        <p:spPr/>
        <p:txBody>
          <a:bodyPr/>
          <a:lstStyle>
            <a:lvl1pPr defTabSz="914400">
              <a:defRPr/>
            </a:lvl1pPr>
          </a:lstStyle>
          <a:p>
            <a:fld id="{81345C54-0463-2D49-BA9D-E1E6B5072BB2}" type="slidenum">
              <a:rPr lang="en-US" altLang="x-none"/>
              <a:pPr/>
              <a:t>‹#›</a:t>
            </a:fld>
            <a:endParaRPr lang="en-US" altLang="x-none"/>
          </a:p>
        </p:txBody>
      </p:sp>
      <p:sp>
        <p:nvSpPr>
          <p:cNvPr id="10" name="Footer Placeholder 3"/>
          <p:cNvSpPr>
            <a:spLocks noGrp="1"/>
          </p:cNvSpPr>
          <p:nvPr>
            <p:ph type="ftr" sz="quarter" idx="18"/>
          </p:nvPr>
        </p:nvSpPr>
        <p:spPr/>
        <p:txBody>
          <a:bodyPr/>
          <a:lstStyle>
            <a:lvl1pPr defTabSz="914400">
              <a:defRPr/>
            </a:lvl1pPr>
          </a:lstStyle>
          <a:p>
            <a:r>
              <a:rPr lang="de-DE" altLang="x-none"/>
              <a:t>PartnerWorld 2018 / DOC ID / March 21, 2018 / © 2018 IBM Corporation</a:t>
            </a:r>
            <a:endParaRPr lang="en-US" altLang="x-non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section, title, text (two narrow columns)">
    <p:spTree>
      <p:nvGrpSpPr>
        <p:cNvPr id="1" name=""/>
        <p:cNvGrpSpPr/>
        <p:nvPr/>
      </p:nvGrpSpPr>
      <p:grpSpPr>
        <a:xfrm>
          <a:off x="0" y="0"/>
          <a:ext cx="0" cy="0"/>
          <a:chOff x="0" y="0"/>
          <a:chExt cx="0" cy="0"/>
        </a:xfrm>
      </p:grpSpPr>
      <p:sp>
        <p:nvSpPr>
          <p:cNvPr id="2" name="Title 1"/>
          <p:cNvSpPr>
            <a:spLocks noGrp="1"/>
          </p:cNvSpPr>
          <p:nvPr>
            <p:ph type="title"/>
          </p:nvPr>
        </p:nvSpPr>
        <p:spPr>
          <a:xfrm>
            <a:off x="304800" y="1377696"/>
            <a:ext cx="5486400" cy="4754880"/>
          </a:xfrm>
        </p:spPr>
        <p:txBody>
          <a:bodyPr/>
          <a:lstStyle/>
          <a:p>
            <a:r>
              <a:rPr lang="en-US" dirty="0"/>
              <a:t>Click to edit Master title style</a:t>
            </a:r>
          </a:p>
        </p:txBody>
      </p:sp>
      <p:sp>
        <p:nvSpPr>
          <p:cNvPr id="6" name="Text Placeholder 5"/>
          <p:cNvSpPr>
            <a:spLocks noGrp="1"/>
          </p:cNvSpPr>
          <p:nvPr>
            <p:ph type="body" sz="quarter" idx="12"/>
          </p:nvPr>
        </p:nvSpPr>
        <p:spPr>
          <a:xfrm>
            <a:off x="6400800" y="1463041"/>
            <a:ext cx="2438400" cy="4668593"/>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p:cNvSpPr>
            <a:spLocks noGrp="1"/>
          </p:cNvSpPr>
          <p:nvPr>
            <p:ph type="body" sz="quarter" idx="13"/>
          </p:nvPr>
        </p:nvSpPr>
        <p:spPr>
          <a:xfrm>
            <a:off x="304800" y="268225"/>
            <a:ext cx="5486400" cy="400049"/>
          </a:xfrm>
        </p:spPr>
        <p:txBody>
          <a:bodyPr/>
          <a:lstStyle>
            <a:lvl1pPr>
              <a:defRPr sz="1467"/>
            </a:lvl1pPr>
          </a:lstStyle>
          <a:p>
            <a:pPr lvl="0"/>
            <a:r>
              <a:rPr lang="en-US"/>
              <a:t>Click to edit Master text styles</a:t>
            </a:r>
          </a:p>
        </p:txBody>
      </p:sp>
      <p:sp>
        <p:nvSpPr>
          <p:cNvPr id="10" name="Text Placeholder 9"/>
          <p:cNvSpPr>
            <a:spLocks noGrp="1"/>
          </p:cNvSpPr>
          <p:nvPr>
            <p:ph type="body" sz="quarter" idx="16"/>
          </p:nvPr>
        </p:nvSpPr>
        <p:spPr>
          <a:xfrm>
            <a:off x="9448800" y="1463041"/>
            <a:ext cx="2438400" cy="4668593"/>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2"/>
          <p:cNvSpPr>
            <a:spLocks noGrp="1"/>
          </p:cNvSpPr>
          <p:nvPr>
            <p:ph type="sldNum" sz="quarter" idx="17"/>
          </p:nvPr>
        </p:nvSpPr>
        <p:spPr/>
        <p:txBody>
          <a:bodyPr/>
          <a:lstStyle>
            <a:lvl1pPr defTabSz="914400">
              <a:defRPr/>
            </a:lvl1pPr>
          </a:lstStyle>
          <a:p>
            <a:fld id="{B4E0BC28-8F35-D045-9779-FAE1B82B269C}" type="slidenum">
              <a:rPr lang="en-US" altLang="x-none"/>
              <a:pPr/>
              <a:t>‹#›</a:t>
            </a:fld>
            <a:endParaRPr lang="en-US" altLang="x-none"/>
          </a:p>
        </p:txBody>
      </p:sp>
      <p:sp>
        <p:nvSpPr>
          <p:cNvPr id="8" name="Footer Placeholder 3"/>
          <p:cNvSpPr>
            <a:spLocks noGrp="1"/>
          </p:cNvSpPr>
          <p:nvPr>
            <p:ph type="ftr" sz="quarter" idx="18"/>
          </p:nvPr>
        </p:nvSpPr>
        <p:spPr/>
        <p:txBody>
          <a:bodyPr/>
          <a:lstStyle>
            <a:lvl1pPr defTabSz="914400">
              <a:defRPr/>
            </a:lvl1pPr>
          </a:lstStyle>
          <a:p>
            <a:r>
              <a:rPr lang="de-DE" altLang="x-none"/>
              <a:t>PartnerWorld 2018 / DOC ID / March 21, 2018 / © 2018 IBM Corporation</a:t>
            </a:r>
            <a:endParaRPr lang="en-US" altLang="x-non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section, title, text (dark background)">
    <p:spTree>
      <p:nvGrpSpPr>
        <p:cNvPr id="1" name=""/>
        <p:cNvGrpSpPr/>
        <p:nvPr/>
      </p:nvGrpSpPr>
      <p:grpSpPr>
        <a:xfrm>
          <a:off x="0" y="0"/>
          <a:ext cx="0" cy="0"/>
          <a:chOff x="0" y="0"/>
          <a:chExt cx="0" cy="0"/>
        </a:xfrm>
      </p:grpSpPr>
      <p:sp>
        <p:nvSpPr>
          <p:cNvPr id="5" name="Rectangle 4"/>
          <p:cNvSpPr>
            <a:spLocks noChangeArrowheads="1"/>
          </p:cNvSpPr>
          <p:nvPr/>
        </p:nvSpPr>
        <p:spPr bwMode="auto">
          <a:xfrm>
            <a:off x="6096000" y="0"/>
            <a:ext cx="6096000" cy="68580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912813">
              <a:defRPr>
                <a:solidFill>
                  <a:schemeClr val="tx1"/>
                </a:solidFill>
                <a:latin typeface="IBM Plex Sans" charset="0"/>
              </a:defRPr>
            </a:lvl1pPr>
            <a:lvl2pPr marL="742950" indent="-285750" defTabSz="912813">
              <a:defRPr>
                <a:solidFill>
                  <a:schemeClr val="tx1"/>
                </a:solidFill>
                <a:latin typeface="IBM Plex Sans" charset="0"/>
              </a:defRPr>
            </a:lvl2pPr>
            <a:lvl3pPr marL="1143000" indent="-228600" defTabSz="912813">
              <a:defRPr>
                <a:solidFill>
                  <a:schemeClr val="tx1"/>
                </a:solidFill>
                <a:latin typeface="IBM Plex Sans" charset="0"/>
              </a:defRPr>
            </a:lvl3pPr>
            <a:lvl4pPr marL="1600200" indent="-228600" defTabSz="912813">
              <a:defRPr>
                <a:solidFill>
                  <a:schemeClr val="tx1"/>
                </a:solidFill>
                <a:latin typeface="IBM Plex Sans" charset="0"/>
              </a:defRPr>
            </a:lvl4pPr>
            <a:lvl5pPr marL="2057400" indent="-228600" defTabSz="912813">
              <a:defRPr>
                <a:solidFill>
                  <a:schemeClr val="tx1"/>
                </a:solidFill>
                <a:latin typeface="IBM Plex Sans" charset="0"/>
              </a:defRPr>
            </a:lvl5pPr>
            <a:lvl6pPr marL="2514600" indent="-228600" defTabSz="912813" eaLnBrk="0" fontAlgn="base" hangingPunct="0">
              <a:spcBef>
                <a:spcPct val="0"/>
              </a:spcBef>
              <a:spcAft>
                <a:spcPct val="0"/>
              </a:spcAft>
              <a:defRPr>
                <a:solidFill>
                  <a:schemeClr val="tx1"/>
                </a:solidFill>
                <a:latin typeface="IBM Plex Sans" charset="0"/>
              </a:defRPr>
            </a:lvl6pPr>
            <a:lvl7pPr marL="2971800" indent="-228600" defTabSz="912813" eaLnBrk="0" fontAlgn="base" hangingPunct="0">
              <a:spcBef>
                <a:spcPct val="0"/>
              </a:spcBef>
              <a:spcAft>
                <a:spcPct val="0"/>
              </a:spcAft>
              <a:defRPr>
                <a:solidFill>
                  <a:schemeClr val="tx1"/>
                </a:solidFill>
                <a:latin typeface="IBM Plex Sans" charset="0"/>
              </a:defRPr>
            </a:lvl7pPr>
            <a:lvl8pPr marL="3429000" indent="-228600" defTabSz="912813" eaLnBrk="0" fontAlgn="base" hangingPunct="0">
              <a:spcBef>
                <a:spcPct val="0"/>
              </a:spcBef>
              <a:spcAft>
                <a:spcPct val="0"/>
              </a:spcAft>
              <a:defRPr>
                <a:solidFill>
                  <a:schemeClr val="tx1"/>
                </a:solidFill>
                <a:latin typeface="IBM Plex Sans" charset="0"/>
              </a:defRPr>
            </a:lvl8pPr>
            <a:lvl9pPr marL="3886200" indent="-228600" defTabSz="912813" eaLnBrk="0" fontAlgn="base" hangingPunct="0">
              <a:spcBef>
                <a:spcPct val="0"/>
              </a:spcBef>
              <a:spcAft>
                <a:spcPct val="0"/>
              </a:spcAft>
              <a:defRPr>
                <a:solidFill>
                  <a:schemeClr val="tx1"/>
                </a:solidFill>
                <a:latin typeface="IBM Plex Sans" charset="0"/>
              </a:defRPr>
            </a:lvl9pPr>
          </a:lstStyle>
          <a:p>
            <a:pPr algn="ctr" fontAlgn="base">
              <a:spcBef>
                <a:spcPct val="0"/>
              </a:spcBef>
              <a:spcAft>
                <a:spcPct val="0"/>
              </a:spcAft>
            </a:pPr>
            <a:endParaRPr lang="en-US" altLang="en-US" sz="1600">
              <a:solidFill>
                <a:srgbClr val="FFFFFF"/>
              </a:solidFill>
              <a:latin typeface="Arial" charset="0"/>
              <a:ea typeface="Arial" charset="0"/>
              <a:cs typeface="Arial" charset="0"/>
            </a:endParaRPr>
          </a:p>
        </p:txBody>
      </p:sp>
      <p:sp>
        <p:nvSpPr>
          <p:cNvPr id="2" name="Title 1"/>
          <p:cNvSpPr>
            <a:spLocks noGrp="1"/>
          </p:cNvSpPr>
          <p:nvPr>
            <p:ph type="title"/>
          </p:nvPr>
        </p:nvSpPr>
        <p:spPr>
          <a:xfrm>
            <a:off x="304800" y="1377696"/>
            <a:ext cx="5486400" cy="4754880"/>
          </a:xfrm>
        </p:spPr>
        <p:txBody>
          <a:bodyPr/>
          <a:lstStyle/>
          <a:p>
            <a:r>
              <a:rPr lang="en-US" dirty="0"/>
              <a:t>Click to edit Master title style</a:t>
            </a:r>
          </a:p>
        </p:txBody>
      </p:sp>
      <p:sp>
        <p:nvSpPr>
          <p:cNvPr id="6" name="Text Placeholder 5"/>
          <p:cNvSpPr>
            <a:spLocks noGrp="1"/>
          </p:cNvSpPr>
          <p:nvPr>
            <p:ph type="body" sz="quarter" idx="12"/>
          </p:nvPr>
        </p:nvSpPr>
        <p:spPr>
          <a:xfrm>
            <a:off x="6400800" y="1481716"/>
            <a:ext cx="5486400" cy="4668593"/>
          </a:xfrm>
        </p:spPr>
        <p:txBody>
          <a:bodyPr/>
          <a:lstStyle>
            <a:lvl1pPr>
              <a:defRPr>
                <a:solidFill>
                  <a:schemeClr val="bg2"/>
                </a:solidFill>
              </a:defRPr>
            </a:lvl1pPr>
            <a:lvl2pPr marL="0" indent="0">
              <a:spcBef>
                <a:spcPts val="1467"/>
              </a:spcBef>
              <a:buFontTx/>
              <a:buNone/>
              <a:defRPr sz="1467">
                <a:solidFill>
                  <a:schemeClr val="bg2"/>
                </a:solidFill>
              </a:defRPr>
            </a:lvl2pPr>
            <a:lvl3pPr>
              <a:defRPr sz="1467">
                <a:solidFill>
                  <a:schemeClr val="bg2"/>
                </a:solidFill>
              </a:defRPr>
            </a:lvl3pPr>
            <a:lvl4pPr>
              <a:defRPr sz="1467">
                <a:solidFill>
                  <a:schemeClr val="bg2"/>
                </a:solidFill>
              </a:defRPr>
            </a:lvl4pPr>
            <a:lvl5pPr>
              <a:defRPr sz="1467">
                <a:solidFill>
                  <a:schemeClr val="bg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p:cNvSpPr>
            <a:spLocks noGrp="1"/>
          </p:cNvSpPr>
          <p:nvPr>
            <p:ph type="body" sz="quarter" idx="13"/>
          </p:nvPr>
        </p:nvSpPr>
        <p:spPr>
          <a:xfrm>
            <a:off x="304800" y="268225"/>
            <a:ext cx="5486400" cy="400049"/>
          </a:xfrm>
        </p:spPr>
        <p:txBody>
          <a:bodyPr/>
          <a:lstStyle>
            <a:lvl1pPr>
              <a:defRPr sz="1467"/>
            </a:lvl1pPr>
          </a:lstStyle>
          <a:p>
            <a:pPr lvl="0"/>
            <a:r>
              <a:rPr lang="en-US"/>
              <a:t>Click to edit Master text styles</a:t>
            </a:r>
          </a:p>
        </p:txBody>
      </p:sp>
      <p:sp>
        <p:nvSpPr>
          <p:cNvPr id="7" name="Slide Number Placeholder 2"/>
          <p:cNvSpPr>
            <a:spLocks noGrp="1"/>
          </p:cNvSpPr>
          <p:nvPr>
            <p:ph type="sldNum" sz="quarter" idx="14"/>
          </p:nvPr>
        </p:nvSpPr>
        <p:spPr/>
        <p:txBody>
          <a:bodyPr/>
          <a:lstStyle>
            <a:lvl1pPr defTabSz="914400">
              <a:defRPr>
                <a:solidFill>
                  <a:srgbClr val="FFFFFF"/>
                </a:solidFill>
              </a:defRPr>
            </a:lvl1pPr>
          </a:lstStyle>
          <a:p>
            <a:fld id="{C8F733C1-9FAC-1D4C-9561-0242A118C3F4}" type="slidenum">
              <a:rPr lang="en-US" altLang="x-none"/>
              <a:pPr/>
              <a:t>‹#›</a:t>
            </a:fld>
            <a:endParaRPr lang="en-US" altLang="x-none"/>
          </a:p>
        </p:txBody>
      </p:sp>
      <p:sp>
        <p:nvSpPr>
          <p:cNvPr id="8" name="Footer Placeholder 3"/>
          <p:cNvSpPr>
            <a:spLocks noGrp="1"/>
          </p:cNvSpPr>
          <p:nvPr>
            <p:ph type="ftr" sz="quarter" idx="15"/>
          </p:nvPr>
        </p:nvSpPr>
        <p:spPr/>
        <p:txBody>
          <a:bodyPr/>
          <a:lstStyle>
            <a:lvl1pPr defTabSz="914400">
              <a:defRPr/>
            </a:lvl1pPr>
          </a:lstStyle>
          <a:p>
            <a:r>
              <a:rPr lang="de-DE" altLang="x-none"/>
              <a:t>PartnerWorld 2018 / DOC ID / March 21, 2018 / © 2018 IBM Corporation</a:t>
            </a:r>
            <a:endParaRPr lang="en-US" altLang="x-non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title, image">
    <p:spTree>
      <p:nvGrpSpPr>
        <p:cNvPr id="1" name=""/>
        <p:cNvGrpSpPr/>
        <p:nvPr/>
      </p:nvGrpSpPr>
      <p:grpSpPr>
        <a:xfrm>
          <a:off x="0" y="0"/>
          <a:ext cx="0" cy="0"/>
          <a:chOff x="0" y="0"/>
          <a:chExt cx="0" cy="0"/>
        </a:xfrm>
      </p:grpSpPr>
      <p:sp>
        <p:nvSpPr>
          <p:cNvPr id="8" name="Picture Placeholder 7"/>
          <p:cNvSpPr>
            <a:spLocks noGrp="1"/>
          </p:cNvSpPr>
          <p:nvPr>
            <p:ph type="pic" sz="quarter" idx="15"/>
          </p:nvPr>
        </p:nvSpPr>
        <p:spPr>
          <a:xfrm>
            <a:off x="6096000" y="0"/>
            <a:ext cx="6096000" cy="6858000"/>
          </a:xfrm>
        </p:spPr>
        <p:txBody>
          <a:bodyPr rtlCol="0">
            <a:noAutofit/>
          </a:bodyPr>
          <a:lstStyle/>
          <a:p>
            <a:pPr lvl="0"/>
            <a:r>
              <a:rPr lang="en-US" noProof="0"/>
              <a:t>Drag picture to placeholder or click icon to add</a:t>
            </a:r>
          </a:p>
        </p:txBody>
      </p:sp>
      <p:sp>
        <p:nvSpPr>
          <p:cNvPr id="2" name="Title 1"/>
          <p:cNvSpPr>
            <a:spLocks noGrp="1"/>
          </p:cNvSpPr>
          <p:nvPr>
            <p:ph type="title"/>
          </p:nvPr>
        </p:nvSpPr>
        <p:spPr>
          <a:xfrm>
            <a:off x="304800" y="268225"/>
            <a:ext cx="5486400" cy="5870532"/>
          </a:xfrm>
        </p:spPr>
        <p:txBody>
          <a:bodyPr/>
          <a:lstStyle/>
          <a:p>
            <a:r>
              <a:rPr lang="en-US"/>
              <a:t>Click to edit Master title style</a:t>
            </a:r>
            <a:endParaRPr lang="en-US" dirty="0"/>
          </a:p>
        </p:txBody>
      </p:sp>
      <p:sp>
        <p:nvSpPr>
          <p:cNvPr id="4" name="Slide Number Placeholder 2"/>
          <p:cNvSpPr>
            <a:spLocks noGrp="1"/>
          </p:cNvSpPr>
          <p:nvPr>
            <p:ph type="sldNum" sz="quarter" idx="16"/>
          </p:nvPr>
        </p:nvSpPr>
        <p:spPr/>
        <p:txBody>
          <a:bodyPr/>
          <a:lstStyle>
            <a:lvl1pPr defTabSz="914400">
              <a:defRPr/>
            </a:lvl1pPr>
          </a:lstStyle>
          <a:p>
            <a:fld id="{4387C17F-B72F-F442-8BC6-7F65F972AA25}" type="slidenum">
              <a:rPr lang="en-US" altLang="x-none"/>
              <a:pPr/>
              <a:t>‹#›</a:t>
            </a:fld>
            <a:endParaRPr lang="en-US" altLang="x-none"/>
          </a:p>
        </p:txBody>
      </p:sp>
      <p:sp>
        <p:nvSpPr>
          <p:cNvPr id="5" name="Footer Placeholder 3"/>
          <p:cNvSpPr>
            <a:spLocks noGrp="1"/>
          </p:cNvSpPr>
          <p:nvPr>
            <p:ph type="ftr" sz="quarter" idx="17"/>
          </p:nvPr>
        </p:nvSpPr>
        <p:spPr/>
        <p:txBody>
          <a:bodyPr/>
          <a:lstStyle>
            <a:lvl1pPr defTabSz="914400">
              <a:defRPr/>
            </a:lvl1pPr>
          </a:lstStyle>
          <a:p>
            <a:r>
              <a:rPr lang="de-DE" altLang="x-none"/>
              <a:t>PartnerWorld 2018 / DOC ID / March 21, 2018 / © 2018 IBM Corporation</a:t>
            </a:r>
            <a:endParaRPr lang="en-US" altLang="x-non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itle, half-blank area">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5"/>
            <a:ext cx="5486400" cy="5870532"/>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lvl1pPr defTabSz="914400">
              <a:defRPr/>
            </a:lvl1pPr>
          </a:lstStyle>
          <a:p>
            <a:fld id="{753A5DD3-CB30-0649-BCB9-0361F7525A5A}" type="slidenum">
              <a:rPr lang="en-US" altLang="x-none"/>
              <a:pPr/>
              <a:t>‹#›</a:t>
            </a:fld>
            <a:endParaRPr lang="en-US" altLang="x-none"/>
          </a:p>
        </p:txBody>
      </p:sp>
      <p:sp>
        <p:nvSpPr>
          <p:cNvPr id="4" name="Footer Placeholder 3"/>
          <p:cNvSpPr>
            <a:spLocks noGrp="1"/>
          </p:cNvSpPr>
          <p:nvPr>
            <p:ph type="ftr" sz="quarter" idx="11"/>
          </p:nvPr>
        </p:nvSpPr>
        <p:spPr/>
        <p:txBody>
          <a:bodyPr/>
          <a:lstStyle>
            <a:lvl1pPr defTabSz="914400">
              <a:defRPr/>
            </a:lvl1pPr>
          </a:lstStyle>
          <a:p>
            <a:r>
              <a:rPr lang="de-DE" altLang="x-none"/>
              <a:t>PartnerWorld 2018 / DOC ID / March 21, 2018 / © 2018 IBM Corporation</a:t>
            </a:r>
            <a:endParaRPr lang="en-US" altLang="x-non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itle, blank">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508000"/>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lvl1pPr defTabSz="914400">
              <a:defRPr/>
            </a:lvl1pPr>
          </a:lstStyle>
          <a:p>
            <a:fld id="{0B167C2B-0A2B-9E4D-97F8-A8836E131B8E}" type="slidenum">
              <a:rPr lang="en-US" altLang="x-none"/>
              <a:pPr/>
              <a:t>‹#›</a:t>
            </a:fld>
            <a:endParaRPr lang="en-US" altLang="x-none"/>
          </a:p>
        </p:txBody>
      </p:sp>
      <p:sp>
        <p:nvSpPr>
          <p:cNvPr id="4" name="Footer Placeholder 3"/>
          <p:cNvSpPr>
            <a:spLocks noGrp="1"/>
          </p:cNvSpPr>
          <p:nvPr>
            <p:ph type="ftr" sz="quarter" idx="11"/>
          </p:nvPr>
        </p:nvSpPr>
        <p:spPr/>
        <p:txBody>
          <a:bodyPr/>
          <a:lstStyle>
            <a:lvl1pPr defTabSz="914400">
              <a:defRPr/>
            </a:lvl1pPr>
          </a:lstStyle>
          <a:p>
            <a:r>
              <a:rPr lang="de-DE" altLang="x-none"/>
              <a:t>PartnerWorld 2018 / DOC ID / March 21, 2018 / © 2018 IBM Corporation</a:t>
            </a:r>
            <a:endParaRPr lang="en-US" altLang="x-non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itle (black box) over image(s)">
    <p:spTree>
      <p:nvGrpSpPr>
        <p:cNvPr id="1" name=""/>
        <p:cNvGrpSpPr/>
        <p:nvPr/>
      </p:nvGrpSpPr>
      <p:grpSpPr>
        <a:xfrm>
          <a:off x="0" y="0"/>
          <a:ext cx="0" cy="0"/>
          <a:chOff x="0" y="0"/>
          <a:chExt cx="0" cy="0"/>
        </a:xfrm>
      </p:grpSpPr>
      <p:sp>
        <p:nvSpPr>
          <p:cNvPr id="6" name="Title 5"/>
          <p:cNvSpPr>
            <a:spLocks noGrp="1"/>
          </p:cNvSpPr>
          <p:nvPr>
            <p:ph type="title"/>
          </p:nvPr>
        </p:nvSpPr>
        <p:spPr>
          <a:xfrm>
            <a:off x="-1" y="-1"/>
            <a:ext cx="12191999" cy="1720852"/>
          </a:xfrm>
          <a:solidFill>
            <a:schemeClr val="tx1"/>
          </a:solidFill>
        </p:spPr>
        <p:txBody>
          <a:bodyPr lIns="228600" tIns="201168" rIns="228600" bIns="228600"/>
          <a:lstStyle>
            <a:lvl1pPr>
              <a:defRPr sz="3200">
                <a:solidFill>
                  <a:schemeClr val="bg2"/>
                </a:solidFill>
              </a:defRPr>
            </a:lvl1p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lvl1pPr defTabSz="914400">
              <a:defRPr/>
            </a:lvl1pPr>
          </a:lstStyle>
          <a:p>
            <a:fld id="{EE290B57-1A53-CD4F-B265-9F098C4410CB}" type="slidenum">
              <a:rPr lang="en-US" altLang="x-none"/>
              <a:pPr/>
              <a:t>‹#›</a:t>
            </a:fld>
            <a:endParaRPr lang="en-US" altLang="x-none"/>
          </a:p>
        </p:txBody>
      </p:sp>
      <p:sp>
        <p:nvSpPr>
          <p:cNvPr id="4" name="Footer Placeholder 3"/>
          <p:cNvSpPr>
            <a:spLocks noGrp="1"/>
          </p:cNvSpPr>
          <p:nvPr>
            <p:ph type="ftr" sz="quarter" idx="11"/>
          </p:nvPr>
        </p:nvSpPr>
        <p:spPr/>
        <p:txBody>
          <a:bodyPr/>
          <a:lstStyle>
            <a:lvl1pPr defTabSz="914400">
              <a:defRPr/>
            </a:lvl1pPr>
          </a:lstStyle>
          <a:p>
            <a:r>
              <a:rPr lang="de-DE" altLang="x-none"/>
              <a:t>PartnerWorld 2018 / DOC ID / March 21, 2018 / © 2018 IBM Corporation</a:t>
            </a:r>
            <a:endParaRPr lang="en-US" altLang="x-non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graph">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93365"/>
          </a:xfrm>
        </p:spPr>
        <p:txBody>
          <a:bodyPr/>
          <a:lstStyle/>
          <a:p>
            <a:r>
              <a:rPr lang="en-US"/>
              <a:t>Click to edit Master title style</a:t>
            </a:r>
            <a:endParaRPr lang="en-US" dirty="0"/>
          </a:p>
        </p:txBody>
      </p:sp>
      <p:sp>
        <p:nvSpPr>
          <p:cNvPr id="6" name="Text Placeholder 5"/>
          <p:cNvSpPr>
            <a:spLocks noGrp="1"/>
          </p:cNvSpPr>
          <p:nvPr>
            <p:ph type="body" sz="quarter" idx="12"/>
          </p:nvPr>
        </p:nvSpPr>
        <p:spPr>
          <a:xfrm>
            <a:off x="304800" y="1463041"/>
            <a:ext cx="2438400" cy="4668593"/>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2"/>
          <p:cNvSpPr>
            <a:spLocks noGrp="1"/>
          </p:cNvSpPr>
          <p:nvPr>
            <p:ph type="sldNum" sz="quarter" idx="13"/>
          </p:nvPr>
        </p:nvSpPr>
        <p:spPr/>
        <p:txBody>
          <a:bodyPr/>
          <a:lstStyle>
            <a:lvl1pPr defTabSz="914400">
              <a:defRPr/>
            </a:lvl1pPr>
          </a:lstStyle>
          <a:p>
            <a:fld id="{668CAF63-B438-8846-BBCC-BFE8DC5D8E35}" type="slidenum">
              <a:rPr lang="en-US" altLang="x-none"/>
              <a:pPr/>
              <a:t>‹#›</a:t>
            </a:fld>
            <a:endParaRPr lang="en-US" altLang="x-none"/>
          </a:p>
        </p:txBody>
      </p:sp>
      <p:sp>
        <p:nvSpPr>
          <p:cNvPr id="5" name="Footer Placeholder 3"/>
          <p:cNvSpPr>
            <a:spLocks noGrp="1"/>
          </p:cNvSpPr>
          <p:nvPr>
            <p:ph type="ftr" sz="quarter" idx="14"/>
          </p:nvPr>
        </p:nvSpPr>
        <p:spPr/>
        <p:txBody>
          <a:bodyPr/>
          <a:lstStyle>
            <a:lvl1pPr defTabSz="914400">
              <a:defRPr/>
            </a:lvl1pPr>
          </a:lstStyle>
          <a:p>
            <a:r>
              <a:rPr lang="de-DE" altLang="x-none"/>
              <a:t>PartnerWorld 2018 / DOC ID / March 21, 2018 / © 2018 IBM Corporation</a:t>
            </a:r>
            <a:endParaRPr lang="en-US" altLang="x-non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itle, text (1/4), content (3/4)">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93365"/>
          </a:xfrm>
        </p:spPr>
        <p:txBody>
          <a:bodyPr/>
          <a:lstStyle/>
          <a:p>
            <a:r>
              <a:rPr lang="en-US"/>
              <a:t>Click to edit Master title style</a:t>
            </a:r>
            <a:endParaRPr lang="en-US" dirty="0"/>
          </a:p>
        </p:txBody>
      </p:sp>
      <p:sp>
        <p:nvSpPr>
          <p:cNvPr id="7" name="Text Placeholder 6"/>
          <p:cNvSpPr>
            <a:spLocks noGrp="1"/>
          </p:cNvSpPr>
          <p:nvPr>
            <p:ph type="body" sz="quarter" idx="12"/>
          </p:nvPr>
        </p:nvSpPr>
        <p:spPr>
          <a:xfrm>
            <a:off x="304800" y="1488651"/>
            <a:ext cx="2438400" cy="4605867"/>
          </a:xfrm>
        </p:spPr>
        <p:txBody>
          <a:bodyPr/>
          <a:lstStyle>
            <a:lvl1pPr>
              <a:defRPr sz="1867"/>
            </a:lvl1pPr>
            <a:lvl2pPr>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8"/>
          <p:cNvSpPr>
            <a:spLocks noGrp="1"/>
          </p:cNvSpPr>
          <p:nvPr>
            <p:ph sz="quarter" idx="13"/>
          </p:nvPr>
        </p:nvSpPr>
        <p:spPr>
          <a:xfrm>
            <a:off x="3352800" y="889000"/>
            <a:ext cx="8534400" cy="509905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2"/>
          <p:cNvSpPr>
            <a:spLocks noGrp="1"/>
          </p:cNvSpPr>
          <p:nvPr>
            <p:ph type="sldNum" sz="quarter" idx="14"/>
          </p:nvPr>
        </p:nvSpPr>
        <p:spPr/>
        <p:txBody>
          <a:bodyPr/>
          <a:lstStyle>
            <a:lvl1pPr defTabSz="914400">
              <a:defRPr/>
            </a:lvl1pPr>
          </a:lstStyle>
          <a:p>
            <a:fld id="{37EC911C-75A6-1848-A622-784D3D97BA76}" type="slidenum">
              <a:rPr lang="en-US" altLang="x-none"/>
              <a:pPr/>
              <a:t>‹#›</a:t>
            </a:fld>
            <a:endParaRPr lang="en-US" altLang="x-none"/>
          </a:p>
        </p:txBody>
      </p:sp>
      <p:sp>
        <p:nvSpPr>
          <p:cNvPr id="6" name="Footer Placeholder 3"/>
          <p:cNvSpPr>
            <a:spLocks noGrp="1"/>
          </p:cNvSpPr>
          <p:nvPr>
            <p:ph type="ftr" sz="quarter" idx="15"/>
          </p:nvPr>
        </p:nvSpPr>
        <p:spPr/>
        <p:txBody>
          <a:bodyPr/>
          <a:lstStyle>
            <a:lvl1pPr defTabSz="914400">
              <a:defRPr/>
            </a:lvl1pPr>
          </a:lstStyle>
          <a:p>
            <a:r>
              <a:rPr lang="de-DE" altLang="x-none"/>
              <a:t>PartnerWorld 2018 / DOC ID / March 21, 2018 / © 2018 IBM Corporation</a:t>
            </a:r>
            <a:endParaRPr lang="en-US" altLang="x-non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title, text (1/4), blank (3/4)">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93365"/>
          </a:xfrm>
        </p:spPr>
        <p:txBody>
          <a:bodyPr/>
          <a:lstStyle/>
          <a:p>
            <a:r>
              <a:rPr lang="en-US"/>
              <a:t>Click to edit Master title style</a:t>
            </a:r>
            <a:endParaRPr lang="en-US" dirty="0"/>
          </a:p>
        </p:txBody>
      </p:sp>
      <p:sp>
        <p:nvSpPr>
          <p:cNvPr id="7" name="Text Placeholder 6"/>
          <p:cNvSpPr>
            <a:spLocks noGrp="1"/>
          </p:cNvSpPr>
          <p:nvPr>
            <p:ph type="body" sz="quarter" idx="12"/>
          </p:nvPr>
        </p:nvSpPr>
        <p:spPr>
          <a:xfrm>
            <a:off x="304800" y="1488651"/>
            <a:ext cx="2438400" cy="4605867"/>
          </a:xfrm>
        </p:spPr>
        <p:txBody>
          <a:bodyPr/>
          <a:lstStyle>
            <a:lvl1pPr>
              <a:defRPr sz="1867"/>
            </a:lvl1pPr>
            <a:lvl2pPr>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2"/>
          <p:cNvSpPr>
            <a:spLocks noGrp="1"/>
          </p:cNvSpPr>
          <p:nvPr>
            <p:ph type="sldNum" sz="quarter" idx="13"/>
          </p:nvPr>
        </p:nvSpPr>
        <p:spPr/>
        <p:txBody>
          <a:bodyPr/>
          <a:lstStyle>
            <a:lvl1pPr defTabSz="914400">
              <a:defRPr/>
            </a:lvl1pPr>
          </a:lstStyle>
          <a:p>
            <a:fld id="{ECCF2F9A-6316-814C-BC2C-4F442C529E4B}" type="slidenum">
              <a:rPr lang="en-US" altLang="x-none"/>
              <a:pPr/>
              <a:t>‹#›</a:t>
            </a:fld>
            <a:endParaRPr lang="en-US" altLang="x-none"/>
          </a:p>
        </p:txBody>
      </p:sp>
      <p:sp>
        <p:nvSpPr>
          <p:cNvPr id="5" name="Footer Placeholder 3"/>
          <p:cNvSpPr>
            <a:spLocks noGrp="1"/>
          </p:cNvSpPr>
          <p:nvPr>
            <p:ph type="ftr" sz="quarter" idx="14"/>
          </p:nvPr>
        </p:nvSpPr>
        <p:spPr/>
        <p:txBody>
          <a:bodyPr/>
          <a:lstStyle>
            <a:lvl1pPr defTabSz="914400">
              <a:defRPr/>
            </a:lvl1pPr>
          </a:lstStyle>
          <a:p>
            <a:r>
              <a:rPr lang="de-DE" altLang="x-none"/>
              <a:t>PartnerWorld 2018 / DOC ID / March 21, 2018 / © 2018 IBM Corporation</a:t>
            </a:r>
            <a:endParaRPr lang="en-US" altLang="x-non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case study: title, text (2/4), content (2/4)">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93365"/>
          </a:xfrm>
        </p:spPr>
        <p:txBody>
          <a:bodyPr/>
          <a:lstStyle/>
          <a:p>
            <a:r>
              <a:rPr lang="en-US"/>
              <a:t>Click to edit Master title style</a:t>
            </a:r>
            <a:endParaRPr lang="en-US" dirty="0"/>
          </a:p>
        </p:txBody>
      </p:sp>
      <p:sp>
        <p:nvSpPr>
          <p:cNvPr id="7" name="Text Placeholder 6"/>
          <p:cNvSpPr>
            <a:spLocks noGrp="1"/>
          </p:cNvSpPr>
          <p:nvPr>
            <p:ph type="body" sz="quarter" idx="12"/>
          </p:nvPr>
        </p:nvSpPr>
        <p:spPr>
          <a:xfrm>
            <a:off x="304800" y="1463040"/>
            <a:ext cx="2438400" cy="4669536"/>
          </a:xfrm>
        </p:spPr>
        <p:txBody>
          <a:bodyPr/>
          <a:lstStyle>
            <a:lvl1pPr>
              <a:defRPr sz="2133"/>
            </a:lvl1pPr>
            <a:lvl2pPr>
              <a:defRPr sz="1467"/>
            </a:lvl2pPr>
            <a:lvl3pPr>
              <a:defRPr sz="1467"/>
            </a:lvl3pPr>
            <a:lvl4pPr>
              <a:defRPr sz="1467"/>
            </a:lvl4pPr>
            <a:lvl5pPr>
              <a:defRPr sz="14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5"/>
          <p:cNvSpPr>
            <a:spLocks noGrp="1"/>
          </p:cNvSpPr>
          <p:nvPr>
            <p:ph type="body" sz="quarter" idx="13"/>
          </p:nvPr>
        </p:nvSpPr>
        <p:spPr>
          <a:xfrm>
            <a:off x="3352800" y="1499616"/>
            <a:ext cx="2438400" cy="4608576"/>
          </a:xfrm>
        </p:spPr>
        <p:txBody>
          <a:bodyPr/>
          <a:lstStyle>
            <a:lvl1pPr>
              <a:defRPr sz="1867"/>
            </a:lvl1pPr>
            <a:lvl2pPr marL="0" indent="0">
              <a:buNone/>
              <a:defRPr sz="1333"/>
            </a:lvl2pPr>
            <a:lvl3pPr>
              <a:defRPr sz="1333"/>
            </a:lvl3pPr>
            <a:lvl4pPr>
              <a:defRPr sz="1333"/>
            </a:lvl4pPr>
            <a:lvl5pPr>
              <a:defRPr sz="1333"/>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Picture Placeholder 11"/>
          <p:cNvSpPr>
            <a:spLocks noGrp="1"/>
          </p:cNvSpPr>
          <p:nvPr>
            <p:ph type="pic" sz="quarter" idx="14"/>
          </p:nvPr>
        </p:nvSpPr>
        <p:spPr>
          <a:xfrm>
            <a:off x="6096000" y="0"/>
            <a:ext cx="6096000" cy="6858000"/>
          </a:xfrm>
        </p:spPr>
        <p:txBody>
          <a:bodyPr rtlCol="0">
            <a:noAutofit/>
          </a:bodyPr>
          <a:lstStyle/>
          <a:p>
            <a:pPr lvl="0"/>
            <a:r>
              <a:rPr lang="en-US" noProof="0"/>
              <a:t>Drag picture to placeholder or click icon to add</a:t>
            </a:r>
          </a:p>
        </p:txBody>
      </p:sp>
      <p:sp>
        <p:nvSpPr>
          <p:cNvPr id="8" name="Slide Number Placeholder 2"/>
          <p:cNvSpPr>
            <a:spLocks noGrp="1"/>
          </p:cNvSpPr>
          <p:nvPr>
            <p:ph type="sldNum" sz="quarter" idx="15"/>
          </p:nvPr>
        </p:nvSpPr>
        <p:spPr/>
        <p:txBody>
          <a:bodyPr/>
          <a:lstStyle>
            <a:lvl1pPr defTabSz="914400">
              <a:defRPr/>
            </a:lvl1pPr>
          </a:lstStyle>
          <a:p>
            <a:fld id="{E1F7F6C1-5FB5-564D-BB87-CA04DBB47AD9}" type="slidenum">
              <a:rPr lang="en-US" altLang="x-none"/>
              <a:pPr/>
              <a:t>‹#›</a:t>
            </a:fld>
            <a:endParaRPr lang="en-US" altLang="x-none"/>
          </a:p>
        </p:txBody>
      </p:sp>
      <p:sp>
        <p:nvSpPr>
          <p:cNvPr id="9" name="Footer Placeholder 3"/>
          <p:cNvSpPr>
            <a:spLocks noGrp="1"/>
          </p:cNvSpPr>
          <p:nvPr>
            <p:ph type="ftr" sz="quarter" idx="16"/>
          </p:nvPr>
        </p:nvSpPr>
        <p:spPr/>
        <p:txBody>
          <a:bodyPr/>
          <a:lstStyle>
            <a:lvl1pPr defTabSz="914400">
              <a:defRPr/>
            </a:lvl1pPr>
          </a:lstStyle>
          <a:p>
            <a:r>
              <a:rPr lang="de-DE" altLang="x-none"/>
              <a:t>PartnerWorld 2018 / DOC ID / March 21, 2018 / © 2018 IBM Corporation</a:t>
            </a:r>
            <a:endParaRPr lang="en-US" altLang="x-non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case study 2: title, text (2/4), quote (2/4)">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93365"/>
          </a:xfrm>
        </p:spPr>
        <p:txBody>
          <a:bodyPr/>
          <a:lstStyle/>
          <a:p>
            <a:r>
              <a:rPr lang="en-US"/>
              <a:t>Click to edit Master title style</a:t>
            </a:r>
            <a:endParaRPr lang="en-US" dirty="0"/>
          </a:p>
        </p:txBody>
      </p:sp>
      <p:sp>
        <p:nvSpPr>
          <p:cNvPr id="7" name="Text Placeholder 6"/>
          <p:cNvSpPr>
            <a:spLocks noGrp="1"/>
          </p:cNvSpPr>
          <p:nvPr>
            <p:ph type="body" sz="quarter" idx="12"/>
          </p:nvPr>
        </p:nvSpPr>
        <p:spPr>
          <a:xfrm>
            <a:off x="304800" y="1463040"/>
            <a:ext cx="2438400" cy="4669536"/>
          </a:xfrm>
        </p:spPr>
        <p:txBody>
          <a:bodyPr/>
          <a:lstStyle>
            <a:lvl1pPr>
              <a:defRPr sz="2133"/>
            </a:lvl1pPr>
            <a:lvl2pPr>
              <a:defRPr sz="1467"/>
            </a:lvl2pPr>
            <a:lvl3pPr>
              <a:defRPr sz="1467"/>
            </a:lvl3pPr>
            <a:lvl4pPr>
              <a:defRPr sz="1467"/>
            </a:lvl4pPr>
            <a:lvl5pPr>
              <a:defRPr sz="14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5"/>
          <p:cNvSpPr>
            <a:spLocks noGrp="1"/>
          </p:cNvSpPr>
          <p:nvPr>
            <p:ph type="body" sz="quarter" idx="13"/>
          </p:nvPr>
        </p:nvSpPr>
        <p:spPr>
          <a:xfrm>
            <a:off x="3352800" y="1499616"/>
            <a:ext cx="2438400" cy="4608576"/>
          </a:xfrm>
        </p:spPr>
        <p:txBody>
          <a:bodyPr/>
          <a:lstStyle>
            <a:lvl1pPr>
              <a:defRPr sz="1867"/>
            </a:lvl1pPr>
            <a:lvl2pPr marL="0" indent="0">
              <a:buNone/>
              <a:defRPr sz="1333"/>
            </a:lvl2pPr>
            <a:lvl3pPr>
              <a:defRPr sz="1333"/>
            </a:lvl3pPr>
            <a:lvl4pPr>
              <a:defRPr sz="1333"/>
            </a:lvl4pPr>
            <a:lvl5pPr>
              <a:defRPr sz="1333"/>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8"/>
          <p:cNvSpPr>
            <a:spLocks noGrp="1"/>
          </p:cNvSpPr>
          <p:nvPr>
            <p:ph type="body" sz="quarter" idx="14"/>
          </p:nvPr>
        </p:nvSpPr>
        <p:spPr>
          <a:xfrm>
            <a:off x="6267189" y="1454615"/>
            <a:ext cx="5620011" cy="4608576"/>
          </a:xfrm>
        </p:spPr>
        <p:txBody>
          <a:bodyPr/>
          <a:lstStyle>
            <a:lvl1pPr marL="156629" indent="-156629">
              <a:tabLst/>
              <a:defRPr sz="3200"/>
            </a:lvl1pPr>
            <a:lvl2pPr marL="0" indent="0">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2"/>
          <p:cNvSpPr>
            <a:spLocks noGrp="1"/>
          </p:cNvSpPr>
          <p:nvPr>
            <p:ph type="sldNum" sz="quarter" idx="15"/>
          </p:nvPr>
        </p:nvSpPr>
        <p:spPr/>
        <p:txBody>
          <a:bodyPr/>
          <a:lstStyle>
            <a:lvl1pPr defTabSz="914400">
              <a:defRPr/>
            </a:lvl1pPr>
          </a:lstStyle>
          <a:p>
            <a:fld id="{C7189315-2F0E-094A-943B-6DE3BA83FB41}" type="slidenum">
              <a:rPr lang="en-US" altLang="x-none"/>
              <a:pPr/>
              <a:t>‹#›</a:t>
            </a:fld>
            <a:endParaRPr lang="en-US" altLang="x-none"/>
          </a:p>
        </p:txBody>
      </p:sp>
      <p:sp>
        <p:nvSpPr>
          <p:cNvPr id="10" name="Footer Placeholder 3"/>
          <p:cNvSpPr>
            <a:spLocks noGrp="1"/>
          </p:cNvSpPr>
          <p:nvPr>
            <p:ph type="ftr" sz="quarter" idx="16"/>
          </p:nvPr>
        </p:nvSpPr>
        <p:spPr/>
        <p:txBody>
          <a:bodyPr/>
          <a:lstStyle>
            <a:lvl1pPr defTabSz="914400">
              <a:defRPr/>
            </a:lvl1pPr>
          </a:lstStyle>
          <a:p>
            <a:r>
              <a:rPr lang="de-DE" altLang="x-none"/>
              <a:t>PartnerWorld 2018 / DOC ID / March 21, 2018 / © 2018 IBM Corporation</a:t>
            </a:r>
            <a:endParaRPr lang="en-US" altLang="x-non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table">
    <p:spTree>
      <p:nvGrpSpPr>
        <p:cNvPr id="1" name=""/>
        <p:cNvGrpSpPr/>
        <p:nvPr/>
      </p:nvGrpSpPr>
      <p:grpSpPr>
        <a:xfrm>
          <a:off x="0" y="0"/>
          <a:ext cx="0" cy="0"/>
          <a:chOff x="0" y="0"/>
          <a:chExt cx="0" cy="0"/>
        </a:xfrm>
      </p:grpSpPr>
      <p:sp>
        <p:nvSpPr>
          <p:cNvPr id="6" name="Text Placeholder 5"/>
          <p:cNvSpPr>
            <a:spLocks noGrp="1"/>
          </p:cNvSpPr>
          <p:nvPr>
            <p:ph type="body" sz="quarter" idx="12"/>
          </p:nvPr>
        </p:nvSpPr>
        <p:spPr>
          <a:xfrm>
            <a:off x="304800" y="256033"/>
            <a:ext cx="2438400" cy="5878660"/>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able Placeholder 6"/>
          <p:cNvSpPr>
            <a:spLocks noGrp="1"/>
          </p:cNvSpPr>
          <p:nvPr>
            <p:ph type="tbl" sz="quarter" idx="13"/>
          </p:nvPr>
        </p:nvSpPr>
        <p:spPr>
          <a:xfrm>
            <a:off x="3352800" y="300567"/>
            <a:ext cx="8534400" cy="6129867"/>
          </a:xfrm>
        </p:spPr>
        <p:txBody>
          <a:bodyPr rtlCol="0">
            <a:noAutofit/>
          </a:bodyPr>
          <a:lstStyle/>
          <a:p>
            <a:pPr lvl="0"/>
            <a:r>
              <a:rPr lang="en-US" noProof="0"/>
              <a:t>Click icon to add table</a:t>
            </a:r>
          </a:p>
        </p:txBody>
      </p:sp>
      <p:sp>
        <p:nvSpPr>
          <p:cNvPr id="4" name="Slide Number Placeholder 2"/>
          <p:cNvSpPr>
            <a:spLocks noGrp="1"/>
          </p:cNvSpPr>
          <p:nvPr>
            <p:ph type="sldNum" sz="quarter" idx="14"/>
          </p:nvPr>
        </p:nvSpPr>
        <p:spPr/>
        <p:txBody>
          <a:bodyPr/>
          <a:lstStyle>
            <a:lvl1pPr defTabSz="914400">
              <a:defRPr/>
            </a:lvl1pPr>
          </a:lstStyle>
          <a:p>
            <a:fld id="{CD771209-B3EB-D342-8872-650C31E20E2C}" type="slidenum">
              <a:rPr lang="en-US" altLang="x-none"/>
              <a:pPr/>
              <a:t>‹#›</a:t>
            </a:fld>
            <a:endParaRPr lang="en-US" altLang="x-none"/>
          </a:p>
        </p:txBody>
      </p:sp>
      <p:sp>
        <p:nvSpPr>
          <p:cNvPr id="5" name="Footer Placeholder 3"/>
          <p:cNvSpPr>
            <a:spLocks noGrp="1"/>
          </p:cNvSpPr>
          <p:nvPr>
            <p:ph type="ftr" sz="quarter" idx="15"/>
          </p:nvPr>
        </p:nvSpPr>
        <p:spPr/>
        <p:txBody>
          <a:bodyPr/>
          <a:lstStyle>
            <a:lvl1pPr defTabSz="914400">
              <a:defRPr/>
            </a:lvl1pPr>
          </a:lstStyle>
          <a:p>
            <a:r>
              <a:rPr lang="de-DE" altLang="x-none"/>
              <a:t>PartnerWorld 2018 / DOC ID / March 21, 2018 / © 2018 IBM Corporation</a:t>
            </a:r>
            <a:endParaRPr lang="en-US" altLang="x-non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blank (with footer)">
    <p:spTree>
      <p:nvGrpSpPr>
        <p:cNvPr id="1" name=""/>
        <p:cNvGrpSpPr/>
        <p:nvPr/>
      </p:nvGrpSpPr>
      <p:grpSpPr>
        <a:xfrm>
          <a:off x="0" y="0"/>
          <a:ext cx="0" cy="0"/>
          <a:chOff x="0" y="0"/>
          <a:chExt cx="0" cy="0"/>
        </a:xfrm>
      </p:grpSpPr>
      <p:sp>
        <p:nvSpPr>
          <p:cNvPr id="2" name="Slide Number Placeholder 2"/>
          <p:cNvSpPr>
            <a:spLocks noGrp="1"/>
          </p:cNvSpPr>
          <p:nvPr>
            <p:ph type="sldNum" sz="quarter" idx="10"/>
          </p:nvPr>
        </p:nvSpPr>
        <p:spPr/>
        <p:txBody>
          <a:bodyPr/>
          <a:lstStyle>
            <a:lvl1pPr defTabSz="914400">
              <a:defRPr/>
            </a:lvl1pPr>
          </a:lstStyle>
          <a:p>
            <a:fld id="{6E6C6A1E-DB00-0E44-9BB0-F0A7BCF01806}" type="slidenum">
              <a:rPr lang="en-US" altLang="x-none"/>
              <a:pPr/>
              <a:t>‹#›</a:t>
            </a:fld>
            <a:endParaRPr lang="en-US" altLang="x-none"/>
          </a:p>
        </p:txBody>
      </p:sp>
      <p:sp>
        <p:nvSpPr>
          <p:cNvPr id="3" name="Footer Placeholder 3"/>
          <p:cNvSpPr>
            <a:spLocks noGrp="1"/>
          </p:cNvSpPr>
          <p:nvPr>
            <p:ph type="ftr" sz="quarter" idx="11"/>
          </p:nvPr>
        </p:nvSpPr>
        <p:spPr/>
        <p:txBody>
          <a:bodyPr/>
          <a:lstStyle>
            <a:lvl1pPr defTabSz="914400">
              <a:defRPr/>
            </a:lvl1pPr>
          </a:lstStyle>
          <a:p>
            <a:r>
              <a:rPr lang="de-DE" altLang="x-none"/>
              <a:t>PartnerWorld 2018 / DOC ID / March 21, 2018 / © 2018 IBM Corporation</a:t>
            </a:r>
            <a:endParaRPr lang="en-US" altLang="x-non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blank (no footer)">
    <p:spTree>
      <p:nvGrpSpPr>
        <p:cNvPr id="1" name=""/>
        <p:cNvGrpSpPr/>
        <p:nvPr/>
      </p:nvGrpSpPr>
      <p:grpSpPr>
        <a:xfrm>
          <a:off x="0" y="0"/>
          <a:ext cx="0" cy="0"/>
          <a:chOff x="0" y="0"/>
          <a:chExt cx="0" cy="0"/>
        </a:xfrm>
      </p:grpSpPr>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40968"/>
          </a:xfrm>
        </p:spPr>
        <p:txBody>
          <a:bodyPr/>
          <a:lstStyle/>
          <a:p>
            <a:r>
              <a:rPr lang="en-US" dirty="0"/>
              <a:t>Click to edit Master title style</a:t>
            </a:r>
          </a:p>
        </p:txBody>
      </p:sp>
      <p:sp>
        <p:nvSpPr>
          <p:cNvPr id="6" name="Text Placeholder 5"/>
          <p:cNvSpPr>
            <a:spLocks noGrp="1"/>
          </p:cNvSpPr>
          <p:nvPr>
            <p:ph type="body" sz="quarter" idx="12"/>
          </p:nvPr>
        </p:nvSpPr>
        <p:spPr>
          <a:xfrm>
            <a:off x="304800" y="1524000"/>
            <a:ext cx="5486400" cy="4779264"/>
          </a:xfrm>
        </p:spPr>
        <p:txBody>
          <a:bodyPr/>
          <a:lstStyle>
            <a:lvl1pPr marL="0" indent="0">
              <a:spcBef>
                <a:spcPts val="0"/>
              </a:spcBef>
              <a:tabLst>
                <a:tab pos="5253435" algn="dec"/>
              </a:tabLst>
              <a:defRPr sz="1467"/>
            </a:lvl1pPr>
            <a:lvl2pPr marL="230712" indent="-230712">
              <a:spcBef>
                <a:spcPts val="0"/>
              </a:spcBef>
              <a:tabLst/>
              <a:defRPr/>
            </a:lvl2pPr>
            <a:lvl3pPr>
              <a:spcBef>
                <a:spcPts val="0"/>
              </a:spcBef>
              <a:defRPr/>
            </a:lvl3pPr>
            <a:lvl4pPr>
              <a:spcBef>
                <a:spcPts val="0"/>
              </a:spcBef>
              <a:defRPr/>
            </a:lvl4pPr>
            <a:lvl5pPr>
              <a:spcBef>
                <a:spcPts val="0"/>
              </a:spcBef>
              <a:defRPr/>
            </a:lvl5pPr>
          </a:lstStyle>
          <a:p>
            <a:pPr lvl="0"/>
            <a:r>
              <a:rPr lang="en-US" dirty="0"/>
              <a:t>Click to edit Master text styles</a:t>
            </a:r>
          </a:p>
        </p:txBody>
      </p:sp>
      <p:sp>
        <p:nvSpPr>
          <p:cNvPr id="4" name="Slide Number Placeholder 2"/>
          <p:cNvSpPr>
            <a:spLocks noGrp="1"/>
          </p:cNvSpPr>
          <p:nvPr>
            <p:ph type="sldNum" sz="quarter" idx="13"/>
          </p:nvPr>
        </p:nvSpPr>
        <p:spPr/>
        <p:txBody>
          <a:bodyPr/>
          <a:lstStyle>
            <a:lvl1pPr defTabSz="914400">
              <a:defRPr/>
            </a:lvl1pPr>
          </a:lstStyle>
          <a:p>
            <a:fld id="{D9BB35F7-5E49-C84A-A3F9-A8268C86BCB9}" type="slidenum">
              <a:rPr lang="en-US" altLang="x-none"/>
              <a:pPr/>
              <a:t>‹#›</a:t>
            </a:fld>
            <a:endParaRPr lang="en-US" altLang="x-none"/>
          </a:p>
        </p:txBody>
      </p:sp>
      <p:sp>
        <p:nvSpPr>
          <p:cNvPr id="5" name="Footer Placeholder 3"/>
          <p:cNvSpPr>
            <a:spLocks noGrp="1"/>
          </p:cNvSpPr>
          <p:nvPr>
            <p:ph type="ftr" sz="quarter" idx="14"/>
          </p:nvPr>
        </p:nvSpPr>
        <p:spPr/>
        <p:txBody>
          <a:bodyPr/>
          <a:lstStyle>
            <a:lvl1pPr defTabSz="914400">
              <a:defRPr/>
            </a:lvl1pPr>
          </a:lstStyle>
          <a:p>
            <a:r>
              <a:rPr lang="de-DE" altLang="x-none"/>
              <a:t>PartnerWorld 2018 / DOC ID / March 21, 2018 / © 2018 IBM Corporation</a:t>
            </a:r>
            <a:endParaRPr lang="en-US" altLang="x-non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ibm sign-off">
    <p:spTree>
      <p:nvGrpSpPr>
        <p:cNvPr id="1" name=""/>
        <p:cNvGrpSpPr/>
        <p:nvPr/>
      </p:nvGrpSpPr>
      <p:grpSpPr>
        <a:xfrm>
          <a:off x="0" y="0"/>
          <a:ext cx="0" cy="0"/>
          <a:chOff x="0" y="0"/>
          <a:chExt cx="0" cy="0"/>
        </a:xfrm>
      </p:grpSpPr>
      <p:pic>
        <p:nvPicPr>
          <p:cNvPr id="2" name="Picture 5" descr="ibm_gry.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233988" y="2914650"/>
            <a:ext cx="17303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2"/>
          <p:cNvSpPr>
            <a:spLocks noGrp="1"/>
          </p:cNvSpPr>
          <p:nvPr>
            <p:ph type="sldNum" sz="quarter" idx="10"/>
          </p:nvPr>
        </p:nvSpPr>
        <p:spPr/>
        <p:txBody>
          <a:bodyPr/>
          <a:lstStyle>
            <a:lvl1pPr defTabSz="914400">
              <a:defRPr/>
            </a:lvl1pPr>
          </a:lstStyle>
          <a:p>
            <a:fld id="{08D74E5B-A77B-1D45-9AE3-038A534B759B}" type="slidenum">
              <a:rPr lang="en-US" altLang="x-none"/>
              <a:pPr/>
              <a:t>‹#›</a:t>
            </a:fld>
            <a:endParaRPr lang="en-US" altLang="x-none"/>
          </a:p>
        </p:txBody>
      </p:sp>
      <p:sp>
        <p:nvSpPr>
          <p:cNvPr id="4" name="Footer Placeholder 3"/>
          <p:cNvSpPr>
            <a:spLocks noGrp="1"/>
          </p:cNvSpPr>
          <p:nvPr>
            <p:ph type="ftr" sz="quarter" idx="11"/>
          </p:nvPr>
        </p:nvSpPr>
        <p:spPr/>
        <p:txBody>
          <a:bodyPr/>
          <a:lstStyle>
            <a:lvl1pPr defTabSz="914400">
              <a:defRPr/>
            </a:lvl1pPr>
          </a:lstStyle>
          <a:p>
            <a:r>
              <a:rPr lang="de-DE" altLang="x-none"/>
              <a:t>PartnerWorld 2018 / DOC ID / March 21, 2018 / © 2018 IBM Corporation</a:t>
            </a:r>
            <a:endParaRPr lang="en-US" altLang="x-non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Cover Slide">
    <p:bg>
      <p:bgPr>
        <a:gradFill>
          <a:gsLst>
            <a:gs pos="0">
              <a:schemeClr val="accent2"/>
            </a:gs>
            <a:gs pos="100000">
              <a:schemeClr val="tx1"/>
            </a:gs>
          </a:gsLst>
          <a:lin ang="0" scaled="0"/>
        </a:gradFill>
        <a:effectLst/>
      </p:bgPr>
    </p:bg>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a:xfrm>
            <a:off x="304800" y="6437376"/>
            <a:ext cx="8534400" cy="182880"/>
          </a:xfrm>
        </p:spPr>
        <p:txBody>
          <a:bodyPr/>
          <a:lstStyle>
            <a:lvl1pPr>
              <a:defRPr>
                <a:solidFill>
                  <a:schemeClr val="bg2"/>
                </a:solidFill>
              </a:defRPr>
            </a:lvl1pPr>
          </a:lstStyle>
          <a:p>
            <a:r>
              <a:rPr lang="en-US">
                <a:solidFill>
                  <a:srgbClr val="FFFFFF"/>
                </a:solidFill>
              </a:rPr>
              <a:t>IBM Cloud  / February 08, 2018 / © 2018 IBM Corporation</a:t>
            </a:r>
          </a:p>
        </p:txBody>
      </p:sp>
      <p:sp>
        <p:nvSpPr>
          <p:cNvPr id="4" name="Title 3"/>
          <p:cNvSpPr>
            <a:spLocks noGrp="1"/>
          </p:cNvSpPr>
          <p:nvPr>
            <p:ph type="title"/>
          </p:nvPr>
        </p:nvSpPr>
        <p:spPr>
          <a:xfrm>
            <a:off x="304803" y="271708"/>
            <a:ext cx="5486401" cy="5972459"/>
          </a:xfrm>
        </p:spPr>
        <p:txBody>
          <a:bodyPr/>
          <a:lstStyle>
            <a:lvl1pPr>
              <a:lnSpc>
                <a:spcPct val="90000"/>
              </a:lnSpc>
              <a:defRPr sz="3200" b="0">
                <a:solidFill>
                  <a:schemeClr val="bg2"/>
                </a:solidFill>
              </a:defRPr>
            </a:lvl1pPr>
          </a:lstStyle>
          <a:p>
            <a:r>
              <a:rPr lang="en-US"/>
              <a:t>Click to edit Master title style</a:t>
            </a:r>
            <a:endParaRPr lang="en-US" dirty="0"/>
          </a:p>
        </p:txBody>
      </p:sp>
      <p:pic>
        <p:nvPicPr>
          <p:cNvPr id="5" name="Picture 4"/>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1191751" y="321738"/>
            <a:ext cx="695452" cy="281940"/>
          </a:xfrm>
          <a:prstGeom prst="rect">
            <a:avLst/>
          </a:prstGeom>
        </p:spPr>
      </p:pic>
      <p:pic>
        <p:nvPicPr>
          <p:cNvPr id="7" name="Picture 6"/>
          <p:cNvPicPr>
            <a:picLocks noChangeAspect="1"/>
          </p:cNvPicPr>
          <p:nvPr userDrawn="1"/>
        </p:nvPicPr>
        <p:blipFill rotWithShape="1">
          <a:blip r:embed="rId3">
            <a:extLst>
              <a:ext uri="{28A0092B-C50C-407E-A947-70E740481C1C}">
                <a14:useLocalDpi xmlns:a14="http://schemas.microsoft.com/office/drawing/2010/main" val="0"/>
              </a:ext>
            </a:extLst>
          </a:blip>
          <a:srcRect l="15132" t="30197" r="15583" b="32340"/>
          <a:stretch/>
        </p:blipFill>
        <p:spPr>
          <a:xfrm>
            <a:off x="9880999" y="6139915"/>
            <a:ext cx="2098804" cy="531956"/>
          </a:xfrm>
          <a:prstGeom prst="rect">
            <a:avLst/>
          </a:prstGeom>
        </p:spPr>
      </p:pic>
      <p:pic>
        <p:nvPicPr>
          <p:cNvPr id="9" name="BCK_PEG_[01].png"/>
          <p:cNvPicPr>
            <a:picLocks noChangeAspect="1"/>
          </p:cNvPicPr>
          <p:nvPr userDrawn="1"/>
        </p:nvPicPr>
        <p:blipFill>
          <a:blip r:embed="rId4"/>
          <a:stretch>
            <a:fillRect/>
          </a:stretch>
        </p:blipFill>
        <p:spPr>
          <a:xfrm>
            <a:off x="4663064" y="2162168"/>
            <a:ext cx="2865872" cy="2533669"/>
          </a:xfrm>
          <a:prstGeom prst="rect">
            <a:avLst/>
          </a:prstGeom>
          <a:ln w="12700">
            <a:miter lim="400000"/>
          </a:ln>
        </p:spPr>
      </p:pic>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Divider">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lvl1pPr>
              <a:defRPr>
                <a:solidFill>
                  <a:schemeClr val="bg2"/>
                </a:solidFill>
              </a:defRPr>
            </a:lvl1pPr>
          </a:lstStyle>
          <a:p>
            <a:r>
              <a:rPr lang="en-US">
                <a:solidFill>
                  <a:srgbClr val="FFFFFF"/>
                </a:solidFill>
              </a:rPr>
              <a:t>IBM Cloud  / February 08, 2018 / © 2018 IBM Corporation</a:t>
            </a:r>
          </a:p>
        </p:txBody>
      </p:sp>
      <p:sp>
        <p:nvSpPr>
          <p:cNvPr id="4" name="Slide Number Placeholder 3"/>
          <p:cNvSpPr>
            <a:spLocks noGrp="1"/>
          </p:cNvSpPr>
          <p:nvPr>
            <p:ph type="sldNum" sz="quarter" idx="11"/>
          </p:nvPr>
        </p:nvSpPr>
        <p:spPr/>
        <p:txBody>
          <a:bodyPr/>
          <a:lstStyle>
            <a:lvl1pPr>
              <a:defRPr>
                <a:solidFill>
                  <a:schemeClr val="bg2"/>
                </a:solidFill>
              </a:defRPr>
            </a:lvl1pPr>
          </a:lstStyle>
          <a:p>
            <a:fld id="{3FD999D4-B456-9943-89B7-30D56181CE18}" type="slidenum">
              <a:rPr lang="en-US" smtClean="0">
                <a:solidFill>
                  <a:srgbClr val="FFFFFF"/>
                </a:solidFill>
              </a:rPr>
              <a:pPr/>
              <a:t>‹#›</a:t>
            </a:fld>
            <a:endParaRPr lang="en-US">
              <a:solidFill>
                <a:srgbClr val="FFFFFF"/>
              </a:solidFill>
            </a:endParaRPr>
          </a:p>
        </p:txBody>
      </p:sp>
      <p:sp>
        <p:nvSpPr>
          <p:cNvPr id="5" name="Title 4"/>
          <p:cNvSpPr>
            <a:spLocks noGrp="1"/>
          </p:cNvSpPr>
          <p:nvPr>
            <p:ph type="title"/>
          </p:nvPr>
        </p:nvSpPr>
        <p:spPr>
          <a:xfrm>
            <a:off x="304800" y="268224"/>
            <a:ext cx="5486400" cy="5991669"/>
          </a:xfrm>
        </p:spPr>
        <p:txBody>
          <a:bodyPr/>
          <a:lstStyle>
            <a:lvl1pPr>
              <a:lnSpc>
                <a:spcPct val="90000"/>
              </a:lnSpc>
              <a:defRPr>
                <a:solidFill>
                  <a:schemeClr val="bg2"/>
                </a:solidFill>
              </a:defRPr>
            </a:lvl1pPr>
          </a:lstStyle>
          <a:p>
            <a:r>
              <a:rPr lang="en-US"/>
              <a:t>Click to edit Master title style</a:t>
            </a:r>
            <a:endParaRPr lang="en-US" dirty="0"/>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Divider (with page contents)">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40968"/>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D0BE6F14-FF48-0F4F-A8AA-2E3F25371E4A}"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February 08, 2018 / © 2018 IBM Corporation</a:t>
            </a:r>
          </a:p>
        </p:txBody>
      </p:sp>
      <p:sp>
        <p:nvSpPr>
          <p:cNvPr id="6" name="Text Placeholder 5"/>
          <p:cNvSpPr>
            <a:spLocks noGrp="1"/>
          </p:cNvSpPr>
          <p:nvPr>
            <p:ph type="body" sz="quarter" idx="12"/>
          </p:nvPr>
        </p:nvSpPr>
        <p:spPr>
          <a:xfrm>
            <a:off x="304800" y="1498600"/>
            <a:ext cx="5486400" cy="4779264"/>
          </a:xfrm>
        </p:spPr>
        <p:txBody>
          <a:bodyPr/>
          <a:lstStyle>
            <a:lvl1pPr marL="0" indent="0">
              <a:spcBef>
                <a:spcPts val="0"/>
              </a:spcBef>
              <a:tabLst>
                <a:tab pos="5245006" algn="dec"/>
              </a:tabLst>
              <a:defRPr/>
            </a:lvl1pPr>
            <a:lvl2pPr marL="230370" indent="-230370">
              <a:spcBef>
                <a:spcPts val="0"/>
              </a:spcBef>
              <a:tabLst/>
              <a:defRPr/>
            </a:lvl2pPr>
            <a:lvl3pPr>
              <a:spcBef>
                <a:spcPts val="0"/>
              </a:spcBef>
              <a:defRPr/>
            </a:lvl3pPr>
            <a:lvl4pPr>
              <a:spcBef>
                <a:spcPts val="0"/>
              </a:spcBef>
              <a:defRPr/>
            </a:lvl4pPr>
            <a:lvl5pPr>
              <a:spcBef>
                <a:spcPts val="0"/>
              </a:spcBef>
              <a:defRPr/>
            </a:lvl5pPr>
          </a:lstStyle>
          <a:p>
            <a:pPr marL="0" marR="0" lvl="0" indent="0" algn="l" defTabSz="608575" rtl="0" eaLnBrk="1" fontAlgn="auto" latinLnBrk="0" hangingPunct="1">
              <a:lnSpc>
                <a:spcPct val="100000"/>
              </a:lnSpc>
              <a:spcBef>
                <a:spcPts val="0"/>
              </a:spcBef>
              <a:spcAft>
                <a:spcPts val="0"/>
              </a:spcAft>
              <a:buClrTx/>
              <a:buSzTx/>
              <a:buFont typeface="Arial"/>
              <a:buNone/>
              <a:tabLst>
                <a:tab pos="5355771" algn="r"/>
              </a:tabLst>
              <a:defRPr/>
            </a:pPr>
            <a:r>
              <a:rPr lang="en-US"/>
              <a:t>Edit Master text styles</a:t>
            </a:r>
          </a:p>
          <a:p>
            <a:pPr marL="0" marR="0" lvl="1" indent="0" algn="l" defTabSz="608575" rtl="0" eaLnBrk="1" fontAlgn="auto" latinLnBrk="0" hangingPunct="1">
              <a:lnSpc>
                <a:spcPct val="100000"/>
              </a:lnSpc>
              <a:spcBef>
                <a:spcPts val="0"/>
              </a:spcBef>
              <a:spcAft>
                <a:spcPts val="0"/>
              </a:spcAft>
              <a:buClrTx/>
              <a:buSzTx/>
              <a:buFont typeface="Arial"/>
              <a:buNone/>
              <a:tabLst>
                <a:tab pos="5355771" algn="r"/>
              </a:tabLst>
              <a:defRPr/>
            </a:pPr>
            <a:r>
              <a:rPr lang="en-US"/>
              <a:t>Second level</a:t>
            </a:r>
          </a:p>
          <a:p>
            <a:pPr marL="0" marR="0" lvl="2" indent="0" algn="l" defTabSz="608575" rtl="0" eaLnBrk="1" fontAlgn="auto" latinLnBrk="0" hangingPunct="1">
              <a:lnSpc>
                <a:spcPct val="100000"/>
              </a:lnSpc>
              <a:spcBef>
                <a:spcPts val="0"/>
              </a:spcBef>
              <a:spcAft>
                <a:spcPts val="0"/>
              </a:spcAft>
              <a:buClrTx/>
              <a:buSzTx/>
              <a:buFont typeface="Arial"/>
              <a:buNone/>
              <a:tabLst>
                <a:tab pos="5355771" algn="r"/>
              </a:tabLst>
              <a:defRPr/>
            </a:pPr>
            <a:r>
              <a:rPr lang="en-US"/>
              <a:t>Third level</a:t>
            </a:r>
          </a:p>
          <a:p>
            <a:pPr marL="0" marR="0" lvl="3" indent="0" algn="l" defTabSz="608575" rtl="0" eaLnBrk="1" fontAlgn="auto" latinLnBrk="0" hangingPunct="1">
              <a:lnSpc>
                <a:spcPct val="100000"/>
              </a:lnSpc>
              <a:spcBef>
                <a:spcPts val="0"/>
              </a:spcBef>
              <a:spcAft>
                <a:spcPts val="0"/>
              </a:spcAft>
              <a:buClrTx/>
              <a:buSzTx/>
              <a:buFont typeface="Arial"/>
              <a:buNone/>
              <a:tabLst>
                <a:tab pos="5355771" algn="r"/>
              </a:tabLst>
              <a:defRPr/>
            </a:pPr>
            <a:r>
              <a:rPr lang="en-US"/>
              <a:t>Fourth level</a:t>
            </a:r>
          </a:p>
          <a:p>
            <a:pPr marL="0" marR="0" lvl="4" indent="0" algn="l" defTabSz="608575" rtl="0" eaLnBrk="1" fontAlgn="auto" latinLnBrk="0" hangingPunct="1">
              <a:lnSpc>
                <a:spcPct val="100000"/>
              </a:lnSpc>
              <a:spcBef>
                <a:spcPts val="0"/>
              </a:spcBef>
              <a:spcAft>
                <a:spcPts val="0"/>
              </a:spcAft>
              <a:buClrTx/>
              <a:buSzTx/>
              <a:buFont typeface="Arial"/>
              <a:buNone/>
              <a:tabLst>
                <a:tab pos="5355771" algn="r"/>
              </a:tabLst>
              <a:defRPr/>
            </a:pPr>
            <a:r>
              <a:rPr lang="en-US"/>
              <a:t>Fifth level</a:t>
            </a:r>
            <a:endParaRPr lang="en-US" dirty="0"/>
          </a:p>
        </p:txBody>
      </p:sp>
      <p:sp>
        <p:nvSpPr>
          <p:cNvPr id="7" name="Text Placeholder 6"/>
          <p:cNvSpPr>
            <a:spLocks noGrp="1"/>
          </p:cNvSpPr>
          <p:nvPr>
            <p:ph type="body" sz="quarter" idx="13"/>
          </p:nvPr>
        </p:nvSpPr>
        <p:spPr>
          <a:xfrm>
            <a:off x="6400800" y="1498600"/>
            <a:ext cx="5486400" cy="4779264"/>
          </a:xfrm>
        </p:spPr>
        <p:txBody>
          <a:bodyPr/>
          <a:lstStyle>
            <a:lvl1pPr marL="0" indent="0">
              <a:spcBef>
                <a:spcPts val="0"/>
              </a:spcBef>
              <a:tabLst>
                <a:tab pos="5245006" algn="dec"/>
              </a:tabLst>
              <a:defRPr/>
            </a:lvl1pPr>
            <a:lvl2pPr>
              <a:spcBef>
                <a:spcPts val="0"/>
              </a:spcBef>
              <a:defRPr/>
            </a:lvl2pPr>
            <a:lvl3pPr>
              <a:spcBef>
                <a:spcPts val="0"/>
              </a:spcBef>
              <a:defRPr/>
            </a:lvl3pPr>
            <a:lvl4pPr>
              <a:spcBef>
                <a:spcPts val="0"/>
              </a:spcBef>
              <a:defRPr/>
            </a:lvl4pPr>
            <a:lvl5pPr>
              <a:spcBef>
                <a:spcPts val="0"/>
              </a:spcBef>
              <a:defRPr/>
            </a:lvl5pPr>
          </a:lstStyle>
          <a:p>
            <a:pPr marL="0" marR="0" lvl="0" indent="0" algn="l" defTabSz="608575" rtl="0" eaLnBrk="1" fontAlgn="auto" latinLnBrk="0" hangingPunct="1">
              <a:lnSpc>
                <a:spcPct val="100000"/>
              </a:lnSpc>
              <a:spcBef>
                <a:spcPts val="1467"/>
              </a:spcBef>
              <a:spcAft>
                <a:spcPts val="0"/>
              </a:spcAft>
              <a:buClrTx/>
              <a:buSzTx/>
              <a:buFont typeface="Arial"/>
              <a:buNone/>
              <a:tabLst>
                <a:tab pos="5355771" algn="r"/>
              </a:tabLst>
              <a:defRPr/>
            </a:pPr>
            <a:r>
              <a:rPr lang="en-US"/>
              <a:t>Edit Master text styles</a:t>
            </a:r>
          </a:p>
          <a:p>
            <a:pPr marL="0" marR="0" lvl="1" indent="0" algn="l" defTabSz="608575" rtl="0" eaLnBrk="1" fontAlgn="auto" latinLnBrk="0" hangingPunct="1">
              <a:lnSpc>
                <a:spcPct val="100000"/>
              </a:lnSpc>
              <a:spcBef>
                <a:spcPts val="1467"/>
              </a:spcBef>
              <a:spcAft>
                <a:spcPts val="0"/>
              </a:spcAft>
              <a:buClrTx/>
              <a:buSzTx/>
              <a:buFont typeface="Arial"/>
              <a:buNone/>
              <a:tabLst>
                <a:tab pos="5355771" algn="r"/>
              </a:tabLst>
              <a:defRPr/>
            </a:pPr>
            <a:r>
              <a:rPr lang="en-US"/>
              <a:t>Second level</a:t>
            </a:r>
          </a:p>
          <a:p>
            <a:pPr marL="0" marR="0" lvl="2" indent="0" algn="l" defTabSz="608575" rtl="0" eaLnBrk="1" fontAlgn="auto" latinLnBrk="0" hangingPunct="1">
              <a:lnSpc>
                <a:spcPct val="100000"/>
              </a:lnSpc>
              <a:spcBef>
                <a:spcPts val="1467"/>
              </a:spcBef>
              <a:spcAft>
                <a:spcPts val="0"/>
              </a:spcAft>
              <a:buClrTx/>
              <a:buSzTx/>
              <a:buFont typeface="Arial"/>
              <a:buNone/>
              <a:tabLst>
                <a:tab pos="5355771" algn="r"/>
              </a:tabLst>
              <a:defRPr/>
            </a:pPr>
            <a:r>
              <a:rPr lang="en-US"/>
              <a:t>Third level</a:t>
            </a:r>
          </a:p>
          <a:p>
            <a:pPr marL="0" marR="0" lvl="3" indent="0" algn="l" defTabSz="608575" rtl="0" eaLnBrk="1" fontAlgn="auto" latinLnBrk="0" hangingPunct="1">
              <a:lnSpc>
                <a:spcPct val="100000"/>
              </a:lnSpc>
              <a:spcBef>
                <a:spcPts val="1467"/>
              </a:spcBef>
              <a:spcAft>
                <a:spcPts val="0"/>
              </a:spcAft>
              <a:buClrTx/>
              <a:buSzTx/>
              <a:buFont typeface="Arial"/>
              <a:buNone/>
              <a:tabLst>
                <a:tab pos="5355771" algn="r"/>
              </a:tabLst>
              <a:defRPr/>
            </a:pPr>
            <a:r>
              <a:rPr lang="en-US"/>
              <a:t>Fourth level</a:t>
            </a:r>
          </a:p>
          <a:p>
            <a:pPr marL="0" marR="0" lvl="4" indent="0" algn="l" defTabSz="608575" rtl="0" eaLnBrk="1" fontAlgn="auto" latinLnBrk="0" hangingPunct="1">
              <a:lnSpc>
                <a:spcPct val="100000"/>
              </a:lnSpc>
              <a:spcBef>
                <a:spcPts val="1467"/>
              </a:spcBef>
              <a:spcAft>
                <a:spcPts val="0"/>
              </a:spcAft>
              <a:buClrTx/>
              <a:buSzTx/>
              <a:buFont typeface="Arial"/>
              <a:buNone/>
              <a:tabLst>
                <a:tab pos="5355771" algn="r"/>
              </a:tabLst>
              <a:defRPr/>
            </a:pPr>
            <a:r>
              <a:rPr lang="en-US"/>
              <a:t>Fifth level</a:t>
            </a:r>
            <a:endParaRPr lang="en-US" dirty="0"/>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fact, number">
    <p:spTree>
      <p:nvGrpSpPr>
        <p:cNvPr id="1" name=""/>
        <p:cNvGrpSpPr/>
        <p:nvPr/>
      </p:nvGrpSpPr>
      <p:grpSpPr>
        <a:xfrm>
          <a:off x="0" y="0"/>
          <a:ext cx="0" cy="0"/>
          <a:chOff x="0" y="0"/>
          <a:chExt cx="0" cy="0"/>
        </a:xfrm>
      </p:grpSpPr>
      <p:sp>
        <p:nvSpPr>
          <p:cNvPr id="2" name="Title 1"/>
          <p:cNvSpPr>
            <a:spLocks noGrp="1"/>
          </p:cNvSpPr>
          <p:nvPr>
            <p:ph type="title"/>
          </p:nvPr>
        </p:nvSpPr>
        <p:spPr>
          <a:xfrm>
            <a:off x="304800" y="280424"/>
            <a:ext cx="5486400" cy="1338409"/>
          </a:xfrm>
        </p:spPr>
        <p:txBody>
          <a:bodyPr/>
          <a:lstStyle>
            <a:lvl1pPr>
              <a:defRPr sz="2133">
                <a:solidFill>
                  <a:schemeClr val="bg2"/>
                </a:solidFill>
              </a:defRPr>
            </a:lvl1p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lvl1pPr>
              <a:defRPr>
                <a:solidFill>
                  <a:schemeClr val="bg2"/>
                </a:solidFill>
              </a:defRPr>
            </a:lvl1p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lvl1pPr>
              <a:defRPr>
                <a:solidFill>
                  <a:schemeClr val="bg2"/>
                </a:solidFill>
              </a:defRPr>
            </a:lvl1pPr>
          </a:lstStyle>
          <a:p>
            <a:r>
              <a:rPr lang="en-US">
                <a:solidFill>
                  <a:srgbClr val="FFFFFF"/>
                </a:solidFill>
              </a:rPr>
              <a:t>IBM Cloud  / February 08, 2018 / © 2018 IBM Corporation</a:t>
            </a:r>
          </a:p>
        </p:txBody>
      </p:sp>
      <p:sp>
        <p:nvSpPr>
          <p:cNvPr id="8" name="Text Placeholder 7"/>
          <p:cNvSpPr>
            <a:spLocks noGrp="1"/>
          </p:cNvSpPr>
          <p:nvPr>
            <p:ph type="body" sz="quarter" idx="12"/>
          </p:nvPr>
        </p:nvSpPr>
        <p:spPr>
          <a:xfrm>
            <a:off x="192501" y="1354244"/>
            <a:ext cx="5486400" cy="4145280"/>
          </a:xfrm>
        </p:spPr>
        <p:txBody>
          <a:bodyPr/>
          <a:lstStyle>
            <a:lvl1pPr>
              <a:lnSpc>
                <a:spcPct val="90000"/>
              </a:lnSpc>
              <a:spcBef>
                <a:spcPts val="0"/>
              </a:spcBef>
              <a:defRPr sz="12800" b="1" baseline="0">
                <a:solidFill>
                  <a:schemeClr val="bg2"/>
                </a:solidFill>
                <a:latin typeface="+mj-lt"/>
                <a:ea typeface="IBM Plex Mono" charset="0"/>
                <a:cs typeface="IBM Plex Mono" charset="0"/>
              </a:defRPr>
            </a:lvl1pPr>
          </a:lstStyle>
          <a:p>
            <a:pPr lvl="0"/>
            <a:r>
              <a:rPr lang="en-US"/>
              <a:t>Edit Master text styles</a:t>
            </a: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fact, number, half-image (bleeds)">
    <p:spTree>
      <p:nvGrpSpPr>
        <p:cNvPr id="1" name=""/>
        <p:cNvGrpSpPr/>
        <p:nvPr/>
      </p:nvGrpSpPr>
      <p:grpSpPr>
        <a:xfrm>
          <a:off x="0" y="0"/>
          <a:ext cx="0" cy="0"/>
          <a:chOff x="0" y="0"/>
          <a:chExt cx="0" cy="0"/>
        </a:xfrm>
      </p:grpSpPr>
      <p:sp>
        <p:nvSpPr>
          <p:cNvPr id="2" name="Title 1"/>
          <p:cNvSpPr>
            <a:spLocks noGrp="1"/>
          </p:cNvSpPr>
          <p:nvPr>
            <p:ph type="title"/>
          </p:nvPr>
        </p:nvSpPr>
        <p:spPr>
          <a:xfrm>
            <a:off x="304800" y="280424"/>
            <a:ext cx="5486400" cy="1338409"/>
          </a:xfrm>
        </p:spPr>
        <p:txBody>
          <a:bodyPr/>
          <a:lstStyle>
            <a:lvl1pPr>
              <a:defRPr sz="2133">
                <a:solidFill>
                  <a:schemeClr val="bg2"/>
                </a:solidFill>
              </a:defRPr>
            </a:lvl1p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lvl1pPr>
              <a:defRPr>
                <a:solidFill>
                  <a:schemeClr val="bg2"/>
                </a:solidFill>
              </a:defRPr>
            </a:lvl1p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lvl1pPr>
              <a:defRPr>
                <a:solidFill>
                  <a:schemeClr val="bg2"/>
                </a:solidFill>
              </a:defRPr>
            </a:lvl1pPr>
          </a:lstStyle>
          <a:p>
            <a:r>
              <a:rPr lang="en-US">
                <a:solidFill>
                  <a:srgbClr val="FFFFFF"/>
                </a:solidFill>
              </a:rPr>
              <a:t>IBM Cloud  / February 08, 2018 / © 2018 IBM Corporation</a:t>
            </a:r>
          </a:p>
        </p:txBody>
      </p:sp>
      <p:sp>
        <p:nvSpPr>
          <p:cNvPr id="8" name="Text Placeholder 7"/>
          <p:cNvSpPr>
            <a:spLocks noGrp="1"/>
          </p:cNvSpPr>
          <p:nvPr>
            <p:ph type="body" sz="quarter" idx="12"/>
          </p:nvPr>
        </p:nvSpPr>
        <p:spPr>
          <a:xfrm>
            <a:off x="192501" y="1354244"/>
            <a:ext cx="5486400" cy="4145280"/>
          </a:xfrm>
        </p:spPr>
        <p:txBody>
          <a:bodyPr/>
          <a:lstStyle>
            <a:lvl1pPr>
              <a:lnSpc>
                <a:spcPct val="90000"/>
              </a:lnSpc>
              <a:spcBef>
                <a:spcPts val="0"/>
              </a:spcBef>
              <a:defRPr sz="12800" b="1" baseline="0">
                <a:solidFill>
                  <a:schemeClr val="bg2"/>
                </a:solidFill>
                <a:latin typeface="+mj-lt"/>
                <a:ea typeface="IBM Plex Mono" charset="0"/>
                <a:cs typeface="IBM Plex Mono" charset="0"/>
              </a:defRPr>
            </a:lvl1pPr>
          </a:lstStyle>
          <a:p>
            <a:pPr lvl="0"/>
            <a:r>
              <a:rPr lang="en-US"/>
              <a:t>Edit Master text styles</a:t>
            </a:r>
          </a:p>
        </p:txBody>
      </p:sp>
      <p:sp>
        <p:nvSpPr>
          <p:cNvPr id="6" name="Picture Placeholder 5"/>
          <p:cNvSpPr>
            <a:spLocks noGrp="1"/>
          </p:cNvSpPr>
          <p:nvPr>
            <p:ph type="pic" sz="quarter" idx="13"/>
          </p:nvPr>
        </p:nvSpPr>
        <p:spPr>
          <a:xfrm>
            <a:off x="6096000" y="0"/>
            <a:ext cx="6096000" cy="6858000"/>
          </a:xfrm>
        </p:spPr>
        <p:txBody>
          <a:bodyPr/>
          <a:lstStyle>
            <a:lvl1pPr>
              <a:defRPr>
                <a:solidFill>
                  <a:schemeClr val="bg2"/>
                </a:solidFill>
              </a:defRPr>
            </a:lvl1pPr>
          </a:lstStyle>
          <a:p>
            <a:r>
              <a:rPr lang="en-US"/>
              <a:t>Click icon to add picture</a:t>
            </a: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big text">
    <p:spTree>
      <p:nvGrpSpPr>
        <p:cNvPr id="1" name=""/>
        <p:cNvGrpSpPr/>
        <p:nvPr/>
      </p:nvGrpSpPr>
      <p:grpSpPr>
        <a:xfrm>
          <a:off x="0" y="0"/>
          <a:ext cx="0" cy="0"/>
          <a:chOff x="0" y="0"/>
          <a:chExt cx="0" cy="0"/>
        </a:xfrm>
      </p:grpSpPr>
      <p:sp>
        <p:nvSpPr>
          <p:cNvPr id="2" name="Title 1"/>
          <p:cNvSpPr>
            <a:spLocks noGrp="1"/>
          </p:cNvSpPr>
          <p:nvPr>
            <p:ph type="title"/>
          </p:nvPr>
        </p:nvSpPr>
        <p:spPr>
          <a:xfrm>
            <a:off x="208544" y="112949"/>
            <a:ext cx="11582400" cy="5964767"/>
          </a:xfrm>
        </p:spPr>
        <p:txBody>
          <a:bodyPr/>
          <a:lstStyle>
            <a:lvl1pPr>
              <a:lnSpc>
                <a:spcPct val="90000"/>
              </a:lnSpc>
              <a:defRPr sz="12800" b="1" i="0">
                <a:latin typeface="+mj-lt"/>
                <a:ea typeface="IBM Plex Mono" charset="0"/>
                <a:cs typeface="IBM Plex Mono" charset="0"/>
              </a:defRPr>
            </a:lvl1p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February 08, 2018 / © 2018 IBM Corporation</a:t>
            </a: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7"/>
            <a:ext cx="6916616" cy="6027740"/>
          </a:xfrm>
        </p:spPr>
        <p:txBody>
          <a:bodyPr/>
          <a:lstStyle>
            <a:lvl1pPr marL="156373" indent="-156373">
              <a:tabLst/>
              <a:defRPr>
                <a:solidFill>
                  <a:schemeClr val="bg2"/>
                </a:solidFill>
              </a:defRPr>
            </a:lvl1p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lvl1pPr>
              <a:defRPr>
                <a:solidFill>
                  <a:schemeClr val="bg2"/>
                </a:solidFill>
              </a:defRPr>
            </a:lvl1p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lvl1pPr>
              <a:defRPr>
                <a:solidFill>
                  <a:schemeClr val="bg2"/>
                </a:solidFill>
              </a:defRPr>
            </a:lvl1pPr>
          </a:lstStyle>
          <a:p>
            <a:r>
              <a:rPr lang="en-US">
                <a:solidFill>
                  <a:srgbClr val="FFFFFF"/>
                </a:solidFill>
              </a:rPr>
              <a:t>IBM Cloud  / February 08, 2018 / © 2018 IBM Corporation</a:t>
            </a: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section, title, text">
    <p:spTree>
      <p:nvGrpSpPr>
        <p:cNvPr id="1" name=""/>
        <p:cNvGrpSpPr/>
        <p:nvPr/>
      </p:nvGrpSpPr>
      <p:grpSpPr>
        <a:xfrm>
          <a:off x="0" y="0"/>
          <a:ext cx="0" cy="0"/>
          <a:chOff x="0" y="0"/>
          <a:chExt cx="0" cy="0"/>
        </a:xfrm>
      </p:grpSpPr>
      <p:sp>
        <p:nvSpPr>
          <p:cNvPr id="2" name="Title 1"/>
          <p:cNvSpPr>
            <a:spLocks noGrp="1"/>
          </p:cNvSpPr>
          <p:nvPr>
            <p:ph type="title"/>
          </p:nvPr>
        </p:nvSpPr>
        <p:spPr>
          <a:xfrm>
            <a:off x="304800" y="548640"/>
            <a:ext cx="5486400" cy="5770733"/>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February 08, 2018 / © 2018 IBM Corporation</a:t>
            </a:r>
          </a:p>
        </p:txBody>
      </p:sp>
      <p:sp>
        <p:nvSpPr>
          <p:cNvPr id="6" name="Text Placeholder 5"/>
          <p:cNvSpPr>
            <a:spLocks noGrp="1"/>
          </p:cNvSpPr>
          <p:nvPr>
            <p:ph type="body" sz="quarter" idx="12"/>
          </p:nvPr>
        </p:nvSpPr>
        <p:spPr>
          <a:xfrm>
            <a:off x="6400800" y="658368"/>
            <a:ext cx="5486400" cy="5599640"/>
          </a:xfrm>
        </p:spPr>
        <p:txBody>
          <a:bodyPr/>
          <a:lstStyle>
            <a:lvl1pPr>
              <a:spcBef>
                <a:spcPts val="1467"/>
              </a:spcBef>
              <a:spcAft>
                <a:spcPts val="0"/>
              </a:spcAft>
              <a:defRPr/>
            </a:lvl1pPr>
            <a:lvl2pPr>
              <a:spcBef>
                <a:spcPts val="1467"/>
              </a:spcBef>
              <a:defRPr/>
            </a:lvl2pPr>
            <a:lvl3pPr>
              <a:spcBef>
                <a:spcPts val="1467"/>
              </a:spcBef>
              <a:defRPr/>
            </a:lvl3pPr>
            <a:lvl4pPr>
              <a:spcBef>
                <a:spcPts val="1467"/>
              </a:spcBef>
              <a:defRPr/>
            </a:lvl4pPr>
            <a:lvl5pPr>
              <a:spcBef>
                <a:spcPts val="1467"/>
              </a:spcBef>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1"/>
          <p:cNvSpPr>
            <a:spLocks noGrp="1"/>
          </p:cNvSpPr>
          <p:nvPr>
            <p:ph type="body" sz="quarter" idx="13"/>
          </p:nvPr>
        </p:nvSpPr>
        <p:spPr>
          <a:xfrm>
            <a:off x="304800" y="267503"/>
            <a:ext cx="5486400" cy="400049"/>
          </a:xfrm>
        </p:spPr>
        <p:txBody>
          <a:bodyPr/>
          <a:lstStyle>
            <a:lvl1pPr>
              <a:defRPr sz="1467"/>
            </a:lvl1pPr>
          </a:lstStyle>
          <a:p>
            <a:pPr lvl="0"/>
            <a:r>
              <a:rPr lang="en-US"/>
              <a:t>Edit Master text styles</a:t>
            </a: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title, text (two columns)">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279144"/>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February 08, 2018 / © 2018 IBM Corporation</a:t>
            </a:r>
          </a:p>
        </p:txBody>
      </p:sp>
      <p:sp>
        <p:nvSpPr>
          <p:cNvPr id="8" name="Text Placeholder 7"/>
          <p:cNvSpPr>
            <a:spLocks noGrp="1"/>
          </p:cNvSpPr>
          <p:nvPr>
            <p:ph type="body" sz="quarter" idx="12"/>
          </p:nvPr>
        </p:nvSpPr>
        <p:spPr>
          <a:xfrm>
            <a:off x="304800" y="1499624"/>
            <a:ext cx="5486400" cy="4781127"/>
          </a:xfrm>
        </p:spPr>
        <p:txBody>
          <a:bodyPr/>
          <a:lstStyle>
            <a:lvl1pPr>
              <a:spcBef>
                <a:spcPts val="0"/>
              </a:spcBef>
              <a:defRPr sz="1867"/>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9"/>
          <p:cNvSpPr>
            <a:spLocks noGrp="1"/>
          </p:cNvSpPr>
          <p:nvPr>
            <p:ph type="body" sz="quarter" idx="13"/>
          </p:nvPr>
        </p:nvSpPr>
        <p:spPr>
          <a:xfrm>
            <a:off x="6400800" y="1499624"/>
            <a:ext cx="5486400" cy="4781127"/>
          </a:xfrm>
        </p:spPr>
        <p:txBody>
          <a:bodyPr/>
          <a:lstStyle>
            <a:lvl1pPr>
              <a:spcBef>
                <a:spcPts val="0"/>
              </a:spcBef>
              <a:defRPr sz="1867"/>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section, title, text (two columns)">
    <p:spTree>
      <p:nvGrpSpPr>
        <p:cNvPr id="1" name=""/>
        <p:cNvGrpSpPr/>
        <p:nvPr/>
      </p:nvGrpSpPr>
      <p:grpSpPr>
        <a:xfrm>
          <a:off x="0" y="0"/>
          <a:ext cx="0" cy="0"/>
          <a:chOff x="0" y="0"/>
          <a:chExt cx="0" cy="0"/>
        </a:xfrm>
      </p:grpSpPr>
      <p:sp>
        <p:nvSpPr>
          <p:cNvPr id="2" name="Title 1"/>
          <p:cNvSpPr>
            <a:spLocks noGrp="1"/>
          </p:cNvSpPr>
          <p:nvPr>
            <p:ph type="title"/>
          </p:nvPr>
        </p:nvSpPr>
        <p:spPr>
          <a:xfrm>
            <a:off x="304800" y="548640"/>
            <a:ext cx="8534400" cy="853440"/>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February 08, 2018 / © 2018 IBM Corporation</a:t>
            </a:r>
          </a:p>
        </p:txBody>
      </p:sp>
      <p:sp>
        <p:nvSpPr>
          <p:cNvPr id="6" name="Text Placeholder 5"/>
          <p:cNvSpPr>
            <a:spLocks noGrp="1"/>
          </p:cNvSpPr>
          <p:nvPr>
            <p:ph type="body" sz="quarter" idx="12"/>
          </p:nvPr>
        </p:nvSpPr>
        <p:spPr>
          <a:xfrm>
            <a:off x="6400800" y="1457960"/>
            <a:ext cx="5486400" cy="4786208"/>
          </a:xfrm>
        </p:spPr>
        <p:txBody>
          <a:bodyPr/>
          <a:lstStyle>
            <a:lvl1pPr>
              <a:defRPr sz="2133"/>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1"/>
          <p:cNvSpPr>
            <a:spLocks noGrp="1"/>
          </p:cNvSpPr>
          <p:nvPr>
            <p:ph type="body" sz="quarter" idx="13"/>
          </p:nvPr>
        </p:nvSpPr>
        <p:spPr>
          <a:xfrm>
            <a:off x="304800" y="268235"/>
            <a:ext cx="5486400" cy="400049"/>
          </a:xfrm>
        </p:spPr>
        <p:txBody>
          <a:bodyPr/>
          <a:lstStyle>
            <a:lvl1pPr>
              <a:defRPr sz="1467"/>
            </a:lvl1pPr>
          </a:lstStyle>
          <a:p>
            <a:pPr lvl="0"/>
            <a:r>
              <a:rPr lang="en-US"/>
              <a:t>Edit Master text styles</a:t>
            </a:r>
          </a:p>
        </p:txBody>
      </p:sp>
      <p:sp>
        <p:nvSpPr>
          <p:cNvPr id="7" name="Text Placeholder 6"/>
          <p:cNvSpPr>
            <a:spLocks noGrp="1"/>
          </p:cNvSpPr>
          <p:nvPr>
            <p:ph type="body" sz="quarter" idx="14"/>
          </p:nvPr>
        </p:nvSpPr>
        <p:spPr>
          <a:xfrm>
            <a:off x="304800" y="1457972"/>
            <a:ext cx="5486400" cy="4786207"/>
          </a:xfrm>
        </p:spPr>
        <p:txBody>
          <a:bodyPr/>
          <a:lstStyle>
            <a:lvl1pPr>
              <a:defRPr sz="2133"/>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title, text (two columns, different text sizes)">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669544"/>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lvl1pPr>
              <a:defRPr>
                <a:latin typeface="+mn-lt"/>
              </a:defRPr>
            </a:lvl1p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lvl1pPr>
              <a:defRPr>
                <a:latin typeface="+mn-lt"/>
              </a:defRPr>
            </a:lvl1pPr>
          </a:lstStyle>
          <a:p>
            <a:r>
              <a:rPr lang="en-US">
                <a:solidFill>
                  <a:srgbClr val="FFFFFF"/>
                </a:solidFill>
              </a:rPr>
              <a:t>IBM Cloud  / February 08, 2018 / © 2018 IBM Corporation</a:t>
            </a:r>
          </a:p>
        </p:txBody>
      </p:sp>
      <p:sp>
        <p:nvSpPr>
          <p:cNvPr id="6" name="Content Placeholder 5"/>
          <p:cNvSpPr>
            <a:spLocks noGrp="1"/>
          </p:cNvSpPr>
          <p:nvPr>
            <p:ph sz="quarter" idx="12"/>
          </p:nvPr>
        </p:nvSpPr>
        <p:spPr>
          <a:xfrm>
            <a:off x="304800" y="1327367"/>
            <a:ext cx="5486400" cy="4916809"/>
          </a:xfrm>
        </p:spPr>
        <p:txBody>
          <a:bodyPr/>
          <a:lstStyle>
            <a:lvl1pPr>
              <a:defRPr sz="3200"/>
            </a:lvl1pPr>
          </a:lstStyle>
          <a:p>
            <a:pPr lvl="0"/>
            <a:r>
              <a:rPr lang="en-US"/>
              <a:t>Edit Master text styles</a:t>
            </a:r>
          </a:p>
        </p:txBody>
      </p:sp>
      <p:sp>
        <p:nvSpPr>
          <p:cNvPr id="8" name="Content Placeholder 7"/>
          <p:cNvSpPr>
            <a:spLocks noGrp="1"/>
          </p:cNvSpPr>
          <p:nvPr>
            <p:ph sz="quarter" idx="13"/>
          </p:nvPr>
        </p:nvSpPr>
        <p:spPr>
          <a:xfrm>
            <a:off x="6400800" y="1488872"/>
            <a:ext cx="5486400" cy="4755303"/>
          </a:xfrm>
        </p:spPr>
        <p:txBody>
          <a:bodyPr/>
          <a:lstStyle>
            <a:lvl1pPr>
              <a:defRPr sz="1867"/>
            </a:lvl1pPr>
            <a:lvl2pPr>
              <a:defRPr sz="1867"/>
            </a:lvl2pPr>
            <a:lvl3pPr>
              <a:defRPr sz="1867"/>
            </a:lvl3pPr>
            <a:lvl4pPr>
              <a:defRPr sz="1867"/>
            </a:lvl4pPr>
            <a:lvl5pPr>
              <a:defRPr sz="18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section, title, text (four columns)">
    <p:spTree>
      <p:nvGrpSpPr>
        <p:cNvPr id="1" name=""/>
        <p:cNvGrpSpPr/>
        <p:nvPr/>
      </p:nvGrpSpPr>
      <p:grpSpPr>
        <a:xfrm>
          <a:off x="0" y="0"/>
          <a:ext cx="0" cy="0"/>
          <a:chOff x="0" y="0"/>
          <a:chExt cx="0" cy="0"/>
        </a:xfrm>
      </p:grpSpPr>
      <p:sp>
        <p:nvSpPr>
          <p:cNvPr id="2" name="Title 1"/>
          <p:cNvSpPr>
            <a:spLocks noGrp="1"/>
          </p:cNvSpPr>
          <p:nvPr>
            <p:ph type="title"/>
          </p:nvPr>
        </p:nvSpPr>
        <p:spPr>
          <a:xfrm>
            <a:off x="304800" y="548640"/>
            <a:ext cx="8534400" cy="853440"/>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February 08, 2018 / © 2018 IBM Corporation</a:t>
            </a:r>
          </a:p>
        </p:txBody>
      </p:sp>
      <p:sp>
        <p:nvSpPr>
          <p:cNvPr id="6" name="Text Placeholder 5"/>
          <p:cNvSpPr>
            <a:spLocks noGrp="1"/>
          </p:cNvSpPr>
          <p:nvPr>
            <p:ph type="body" sz="quarter" idx="12"/>
          </p:nvPr>
        </p:nvSpPr>
        <p:spPr>
          <a:xfrm>
            <a:off x="6400800" y="1457972"/>
            <a:ext cx="2438400" cy="4786207"/>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1"/>
          <p:cNvSpPr>
            <a:spLocks noGrp="1"/>
          </p:cNvSpPr>
          <p:nvPr>
            <p:ph type="body" sz="quarter" idx="13"/>
          </p:nvPr>
        </p:nvSpPr>
        <p:spPr>
          <a:xfrm>
            <a:off x="304800" y="268235"/>
            <a:ext cx="5486400" cy="400049"/>
          </a:xfrm>
        </p:spPr>
        <p:txBody>
          <a:bodyPr/>
          <a:lstStyle>
            <a:lvl1pPr>
              <a:defRPr sz="1467"/>
            </a:lvl1pPr>
          </a:lstStyle>
          <a:p>
            <a:pPr lvl="0"/>
            <a:r>
              <a:rPr lang="en-US"/>
              <a:t>Edit Master text styles</a:t>
            </a:r>
          </a:p>
        </p:txBody>
      </p:sp>
      <p:sp>
        <p:nvSpPr>
          <p:cNvPr id="7" name="Text Placeholder 6"/>
          <p:cNvSpPr>
            <a:spLocks noGrp="1"/>
          </p:cNvSpPr>
          <p:nvPr>
            <p:ph type="body" sz="quarter" idx="14"/>
          </p:nvPr>
        </p:nvSpPr>
        <p:spPr>
          <a:xfrm>
            <a:off x="304800" y="1457972"/>
            <a:ext cx="2438400" cy="4786207"/>
          </a:xfrm>
        </p:spPr>
        <p:txBody>
          <a:bodyPr/>
          <a:lstStyle>
            <a:lvl1pPr>
              <a:spcBef>
                <a:spcPts val="1467"/>
              </a:spcBef>
              <a:defRPr sz="2133"/>
            </a:lvl1pPr>
            <a:lvl2pPr marL="0" indent="0">
              <a:spcBef>
                <a:spcPts val="1467"/>
              </a:spcBef>
              <a:buFontTx/>
              <a:buNone/>
              <a:defRPr sz="1467"/>
            </a:lvl2pPr>
            <a:lvl3pPr>
              <a:defRPr sz="1467"/>
            </a:lvl3pPr>
            <a:lvl4pPr>
              <a:defRPr sz="1467"/>
            </a:lvl4pPr>
            <a:lvl5pPr>
              <a:defRPr sz="14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7"/>
          <p:cNvSpPr>
            <a:spLocks noGrp="1"/>
          </p:cNvSpPr>
          <p:nvPr>
            <p:ph type="body" sz="quarter" idx="15"/>
          </p:nvPr>
        </p:nvSpPr>
        <p:spPr>
          <a:xfrm>
            <a:off x="3352800" y="1457972"/>
            <a:ext cx="2438400" cy="4786207"/>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9"/>
          <p:cNvSpPr>
            <a:spLocks noGrp="1"/>
          </p:cNvSpPr>
          <p:nvPr>
            <p:ph type="body" sz="quarter" idx="16"/>
          </p:nvPr>
        </p:nvSpPr>
        <p:spPr>
          <a:xfrm>
            <a:off x="9448800" y="1457972"/>
            <a:ext cx="2438400" cy="4786207"/>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section, title, text, half-image">
    <p:spTree>
      <p:nvGrpSpPr>
        <p:cNvPr id="1" name=""/>
        <p:cNvGrpSpPr/>
        <p:nvPr/>
      </p:nvGrpSpPr>
      <p:grpSpPr>
        <a:xfrm>
          <a:off x="0" y="0"/>
          <a:ext cx="0" cy="0"/>
          <a:chOff x="0" y="0"/>
          <a:chExt cx="0" cy="0"/>
        </a:xfrm>
      </p:grpSpPr>
      <p:sp>
        <p:nvSpPr>
          <p:cNvPr id="8" name="Picture Placeholder 7"/>
          <p:cNvSpPr>
            <a:spLocks noGrp="1"/>
          </p:cNvSpPr>
          <p:nvPr>
            <p:ph type="pic" sz="quarter" idx="15"/>
          </p:nvPr>
        </p:nvSpPr>
        <p:spPr>
          <a:xfrm>
            <a:off x="6096000" y="0"/>
            <a:ext cx="6096000" cy="6858000"/>
          </a:xfrm>
        </p:spPr>
        <p:txBody>
          <a:bodyPr/>
          <a:lstStyle/>
          <a:p>
            <a:r>
              <a:rPr lang="en-US"/>
              <a:t>Click icon to add picture</a:t>
            </a:r>
          </a:p>
        </p:txBody>
      </p:sp>
      <p:sp>
        <p:nvSpPr>
          <p:cNvPr id="2" name="Title 1"/>
          <p:cNvSpPr>
            <a:spLocks noGrp="1"/>
          </p:cNvSpPr>
          <p:nvPr>
            <p:ph type="title"/>
          </p:nvPr>
        </p:nvSpPr>
        <p:spPr>
          <a:xfrm>
            <a:off x="304800" y="548640"/>
            <a:ext cx="5486400" cy="853440"/>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February 08, 2018 / © 2018 IBM Corporation</a:t>
            </a:r>
          </a:p>
        </p:txBody>
      </p:sp>
      <p:sp>
        <p:nvSpPr>
          <p:cNvPr id="12" name="Text Placeholder 11"/>
          <p:cNvSpPr>
            <a:spLocks noGrp="1"/>
          </p:cNvSpPr>
          <p:nvPr>
            <p:ph type="body" sz="quarter" idx="13"/>
          </p:nvPr>
        </p:nvSpPr>
        <p:spPr>
          <a:xfrm>
            <a:off x="304800" y="268235"/>
            <a:ext cx="5486400" cy="400049"/>
          </a:xfrm>
        </p:spPr>
        <p:txBody>
          <a:bodyPr/>
          <a:lstStyle>
            <a:lvl1pPr>
              <a:defRPr sz="1467"/>
            </a:lvl1pPr>
          </a:lstStyle>
          <a:p>
            <a:pPr lvl="0"/>
            <a:r>
              <a:rPr lang="en-US"/>
              <a:t>Edit Master text styles</a:t>
            </a:r>
          </a:p>
        </p:txBody>
      </p:sp>
      <p:sp>
        <p:nvSpPr>
          <p:cNvPr id="7" name="Text Placeholder 6"/>
          <p:cNvSpPr>
            <a:spLocks noGrp="1"/>
          </p:cNvSpPr>
          <p:nvPr>
            <p:ph type="body" sz="quarter" idx="14"/>
          </p:nvPr>
        </p:nvSpPr>
        <p:spPr>
          <a:xfrm>
            <a:off x="304800" y="1463040"/>
            <a:ext cx="5486400" cy="4781127"/>
          </a:xfrm>
        </p:spPr>
        <p:txBody>
          <a:bodyPr/>
          <a:lstStyle>
            <a:lvl1pPr>
              <a:defRPr sz="2133"/>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section, title, text (two columns), half-image">
    <p:spTree>
      <p:nvGrpSpPr>
        <p:cNvPr id="1" name=""/>
        <p:cNvGrpSpPr/>
        <p:nvPr/>
      </p:nvGrpSpPr>
      <p:grpSpPr>
        <a:xfrm>
          <a:off x="0" y="0"/>
          <a:ext cx="0" cy="0"/>
          <a:chOff x="0" y="0"/>
          <a:chExt cx="0" cy="0"/>
        </a:xfrm>
      </p:grpSpPr>
      <p:sp>
        <p:nvSpPr>
          <p:cNvPr id="9" name="Picture Placeholder 8"/>
          <p:cNvSpPr>
            <a:spLocks noGrp="1"/>
          </p:cNvSpPr>
          <p:nvPr>
            <p:ph type="pic" sz="quarter" idx="16"/>
          </p:nvPr>
        </p:nvSpPr>
        <p:spPr>
          <a:xfrm>
            <a:off x="6096000" y="0"/>
            <a:ext cx="6096000" cy="6858000"/>
          </a:xfrm>
        </p:spPr>
        <p:txBody>
          <a:bodyPr/>
          <a:lstStyle/>
          <a:p>
            <a:r>
              <a:rPr lang="en-US"/>
              <a:t>Click icon to add picture</a:t>
            </a:r>
          </a:p>
        </p:txBody>
      </p:sp>
      <p:sp>
        <p:nvSpPr>
          <p:cNvPr id="2" name="Title 1"/>
          <p:cNvSpPr>
            <a:spLocks noGrp="1"/>
          </p:cNvSpPr>
          <p:nvPr>
            <p:ph type="title"/>
          </p:nvPr>
        </p:nvSpPr>
        <p:spPr>
          <a:xfrm>
            <a:off x="304800" y="268224"/>
            <a:ext cx="5486400" cy="853440"/>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February 08, 2018 / © 2018 IBM Corporation</a:t>
            </a:r>
          </a:p>
        </p:txBody>
      </p:sp>
      <p:sp>
        <p:nvSpPr>
          <p:cNvPr id="7" name="Text Placeholder 6"/>
          <p:cNvSpPr>
            <a:spLocks noGrp="1"/>
          </p:cNvSpPr>
          <p:nvPr>
            <p:ph type="body" sz="quarter" idx="14"/>
          </p:nvPr>
        </p:nvSpPr>
        <p:spPr>
          <a:xfrm>
            <a:off x="304800" y="1463040"/>
            <a:ext cx="2438400" cy="4781127"/>
          </a:xfrm>
        </p:spPr>
        <p:txBody>
          <a:bodyPr/>
          <a:lstStyle>
            <a:lvl1pPr>
              <a:spcBef>
                <a:spcPts val="1467"/>
              </a:spcBef>
              <a:defRPr sz="2133"/>
            </a:lvl1pPr>
            <a:lvl2pPr marL="0" indent="0">
              <a:spcBef>
                <a:spcPts val="1467"/>
              </a:spcBef>
              <a:buFontTx/>
              <a:buNone/>
              <a:defRPr sz="1467"/>
            </a:lvl2pPr>
            <a:lvl3pPr>
              <a:defRPr sz="1467"/>
            </a:lvl3pPr>
            <a:lvl4pPr>
              <a:defRPr sz="1467"/>
            </a:lvl4pPr>
            <a:lvl5pPr>
              <a:defRPr sz="14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7"/>
          <p:cNvSpPr>
            <a:spLocks noGrp="1"/>
          </p:cNvSpPr>
          <p:nvPr>
            <p:ph type="body" sz="quarter" idx="15"/>
          </p:nvPr>
        </p:nvSpPr>
        <p:spPr>
          <a:xfrm>
            <a:off x="3352800" y="1463040"/>
            <a:ext cx="2438400" cy="4781127"/>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section, title, text (two narrow columns)">
    <p:spTree>
      <p:nvGrpSpPr>
        <p:cNvPr id="1" name=""/>
        <p:cNvGrpSpPr/>
        <p:nvPr/>
      </p:nvGrpSpPr>
      <p:grpSpPr>
        <a:xfrm>
          <a:off x="0" y="0"/>
          <a:ext cx="0" cy="0"/>
          <a:chOff x="0" y="0"/>
          <a:chExt cx="0" cy="0"/>
        </a:xfrm>
      </p:grpSpPr>
      <p:sp>
        <p:nvSpPr>
          <p:cNvPr id="2" name="Title 1"/>
          <p:cNvSpPr>
            <a:spLocks noGrp="1"/>
          </p:cNvSpPr>
          <p:nvPr>
            <p:ph type="title"/>
          </p:nvPr>
        </p:nvSpPr>
        <p:spPr>
          <a:xfrm>
            <a:off x="304800" y="1377696"/>
            <a:ext cx="5486400" cy="4754880"/>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February 08, 2018 / © 2018 IBM Corporation</a:t>
            </a:r>
          </a:p>
        </p:txBody>
      </p:sp>
      <p:sp>
        <p:nvSpPr>
          <p:cNvPr id="6" name="Text Placeholder 5"/>
          <p:cNvSpPr>
            <a:spLocks noGrp="1"/>
          </p:cNvSpPr>
          <p:nvPr>
            <p:ph type="body" sz="quarter" idx="12"/>
          </p:nvPr>
        </p:nvSpPr>
        <p:spPr>
          <a:xfrm>
            <a:off x="6400800" y="1463055"/>
            <a:ext cx="2438400" cy="4668593"/>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1"/>
          <p:cNvSpPr>
            <a:spLocks noGrp="1"/>
          </p:cNvSpPr>
          <p:nvPr>
            <p:ph type="body" sz="quarter" idx="13"/>
          </p:nvPr>
        </p:nvSpPr>
        <p:spPr>
          <a:xfrm>
            <a:off x="304800" y="268235"/>
            <a:ext cx="5486400" cy="400049"/>
          </a:xfrm>
        </p:spPr>
        <p:txBody>
          <a:bodyPr/>
          <a:lstStyle>
            <a:lvl1pPr>
              <a:defRPr sz="1467"/>
            </a:lvl1pPr>
          </a:lstStyle>
          <a:p>
            <a:pPr lvl="0"/>
            <a:r>
              <a:rPr lang="en-US"/>
              <a:t>Edit Master text styles</a:t>
            </a:r>
          </a:p>
        </p:txBody>
      </p:sp>
      <p:sp>
        <p:nvSpPr>
          <p:cNvPr id="10" name="Text Placeholder 9"/>
          <p:cNvSpPr>
            <a:spLocks noGrp="1"/>
          </p:cNvSpPr>
          <p:nvPr>
            <p:ph type="body" sz="quarter" idx="16"/>
          </p:nvPr>
        </p:nvSpPr>
        <p:spPr>
          <a:xfrm>
            <a:off x="9448800" y="1463055"/>
            <a:ext cx="2438400" cy="4668593"/>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section, title, text (dark background)">
    <p:spTree>
      <p:nvGrpSpPr>
        <p:cNvPr id="1" name=""/>
        <p:cNvGrpSpPr/>
        <p:nvPr/>
      </p:nvGrpSpPr>
      <p:grpSpPr>
        <a:xfrm>
          <a:off x="0" y="0"/>
          <a:ext cx="0" cy="0"/>
          <a:chOff x="0" y="0"/>
          <a:chExt cx="0" cy="0"/>
        </a:xfrm>
      </p:grpSpPr>
      <p:sp>
        <p:nvSpPr>
          <p:cNvPr id="5" name="Rectangle 4"/>
          <p:cNvSpPr/>
          <p:nvPr/>
        </p:nvSpPr>
        <p:spPr>
          <a:xfrm>
            <a:off x="6096000" y="0"/>
            <a:ext cx="6096000" cy="6858000"/>
          </a:xfrm>
          <a:prstGeom prst="rect">
            <a:avLst/>
          </a:prstGeom>
          <a:solidFill>
            <a:schemeClr val="tx1"/>
          </a:solidFill>
        </p:spPr>
        <p:txBody>
          <a:bodyPr wrap="square" lIns="0" tIns="0" rIns="0" bIns="0" rtlCol="0" anchor="ctr">
            <a:noAutofit/>
          </a:bodyPr>
          <a:lstStyle/>
          <a:p>
            <a:pPr algn="ctr" defTabSz="912927"/>
            <a:endParaRPr lang="en-US" sz="1600" err="1">
              <a:solidFill>
                <a:srgbClr val="FFFFFF"/>
              </a:solidFill>
              <a:latin typeface="Arial"/>
              <a:cs typeface="Arial"/>
            </a:endParaRPr>
          </a:p>
        </p:txBody>
      </p:sp>
      <p:sp>
        <p:nvSpPr>
          <p:cNvPr id="2" name="Title 1"/>
          <p:cNvSpPr>
            <a:spLocks noGrp="1"/>
          </p:cNvSpPr>
          <p:nvPr>
            <p:ph type="title"/>
          </p:nvPr>
        </p:nvSpPr>
        <p:spPr>
          <a:xfrm>
            <a:off x="304800" y="1377696"/>
            <a:ext cx="5486400" cy="4754880"/>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February 08, 2018 / © 2018 IBM Corporation</a:t>
            </a:r>
          </a:p>
        </p:txBody>
      </p:sp>
      <p:sp>
        <p:nvSpPr>
          <p:cNvPr id="6" name="Text Placeholder 5"/>
          <p:cNvSpPr>
            <a:spLocks noGrp="1"/>
          </p:cNvSpPr>
          <p:nvPr>
            <p:ph type="body" sz="quarter" idx="12"/>
          </p:nvPr>
        </p:nvSpPr>
        <p:spPr>
          <a:xfrm>
            <a:off x="6400800" y="1499619"/>
            <a:ext cx="5486400" cy="4668593"/>
          </a:xfrm>
        </p:spPr>
        <p:txBody>
          <a:bodyPr/>
          <a:lstStyle>
            <a:lvl1pPr>
              <a:defRPr>
                <a:solidFill>
                  <a:schemeClr val="bg2"/>
                </a:solidFill>
              </a:defRPr>
            </a:lvl1pPr>
            <a:lvl2pPr marL="0" indent="0">
              <a:spcBef>
                <a:spcPts val="1467"/>
              </a:spcBef>
              <a:buFontTx/>
              <a:buNone/>
              <a:defRPr sz="1467">
                <a:solidFill>
                  <a:schemeClr val="bg2"/>
                </a:solidFill>
              </a:defRPr>
            </a:lvl2pPr>
            <a:lvl3pPr>
              <a:defRPr sz="1467">
                <a:solidFill>
                  <a:schemeClr val="bg2"/>
                </a:solidFill>
              </a:defRPr>
            </a:lvl3pPr>
            <a:lvl4pPr>
              <a:defRPr sz="1467">
                <a:solidFill>
                  <a:schemeClr val="bg2"/>
                </a:solidFill>
              </a:defRPr>
            </a:lvl4pPr>
            <a:lvl5pPr>
              <a:defRPr sz="1467">
                <a:solidFill>
                  <a:schemeClr val="bg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1"/>
          <p:cNvSpPr>
            <a:spLocks noGrp="1"/>
          </p:cNvSpPr>
          <p:nvPr>
            <p:ph type="body" sz="quarter" idx="13"/>
          </p:nvPr>
        </p:nvSpPr>
        <p:spPr>
          <a:xfrm>
            <a:off x="304800" y="268235"/>
            <a:ext cx="5486400" cy="400049"/>
          </a:xfrm>
        </p:spPr>
        <p:txBody>
          <a:bodyPr/>
          <a:lstStyle>
            <a:lvl1pPr>
              <a:defRPr sz="1467"/>
            </a:lvl1pPr>
          </a:lstStyle>
          <a:p>
            <a:pPr lvl="0"/>
            <a:r>
              <a:rPr lang="en-US"/>
              <a:t>Edit Master text styles</a:t>
            </a: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title, image">
    <p:spTree>
      <p:nvGrpSpPr>
        <p:cNvPr id="1" name=""/>
        <p:cNvGrpSpPr/>
        <p:nvPr/>
      </p:nvGrpSpPr>
      <p:grpSpPr>
        <a:xfrm>
          <a:off x="0" y="0"/>
          <a:ext cx="0" cy="0"/>
          <a:chOff x="0" y="0"/>
          <a:chExt cx="0" cy="0"/>
        </a:xfrm>
      </p:grpSpPr>
      <p:sp>
        <p:nvSpPr>
          <p:cNvPr id="8" name="Picture Placeholder 7"/>
          <p:cNvSpPr>
            <a:spLocks noGrp="1"/>
          </p:cNvSpPr>
          <p:nvPr>
            <p:ph type="pic" sz="quarter" idx="15"/>
          </p:nvPr>
        </p:nvSpPr>
        <p:spPr>
          <a:xfrm>
            <a:off x="6096000" y="0"/>
            <a:ext cx="6096000" cy="6858000"/>
          </a:xfrm>
        </p:spPr>
        <p:txBody>
          <a:bodyPr/>
          <a:lstStyle/>
          <a:p>
            <a:r>
              <a:rPr lang="en-US"/>
              <a:t>Click icon to add picture</a:t>
            </a:r>
          </a:p>
        </p:txBody>
      </p:sp>
      <p:sp>
        <p:nvSpPr>
          <p:cNvPr id="2" name="Title 1"/>
          <p:cNvSpPr>
            <a:spLocks noGrp="1"/>
          </p:cNvSpPr>
          <p:nvPr>
            <p:ph type="title"/>
          </p:nvPr>
        </p:nvSpPr>
        <p:spPr>
          <a:xfrm>
            <a:off x="304800" y="268226"/>
            <a:ext cx="5486400" cy="5870532"/>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February 08, 2018 / © 2018 IBM Corporation</a:t>
            </a: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title, half-blank area">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6"/>
            <a:ext cx="5486400" cy="5870532"/>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February 08, 2018 / © 2018 IBM Corporation</a:t>
            </a: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title, blank">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508000"/>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February 08, 2018 / © 2018 IBM Corporation</a:t>
            </a: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insight, text, boxes">
    <p:spTree>
      <p:nvGrpSpPr>
        <p:cNvPr id="1" name=""/>
        <p:cNvGrpSpPr/>
        <p:nvPr/>
      </p:nvGrpSpPr>
      <p:grpSpPr>
        <a:xfrm>
          <a:off x="0" y="0"/>
          <a:ext cx="0" cy="0"/>
          <a:chOff x="0" y="0"/>
          <a:chExt cx="0" cy="0"/>
        </a:xfrm>
      </p:grpSpPr>
      <p:sp>
        <p:nvSpPr>
          <p:cNvPr id="14" name="Content Placeholder 13"/>
          <p:cNvSpPr>
            <a:spLocks noGrp="1"/>
          </p:cNvSpPr>
          <p:nvPr>
            <p:ph sz="quarter" idx="17"/>
          </p:nvPr>
        </p:nvSpPr>
        <p:spPr>
          <a:xfrm>
            <a:off x="6096001" y="3429000"/>
            <a:ext cx="6096000" cy="3429000"/>
          </a:xfrm>
          <a:solidFill>
            <a:schemeClr val="accent3"/>
          </a:solidFill>
        </p:spPr>
        <p:txBody>
          <a:bodyPr lIns="228216" tIns="191732" rIns="228216" bIns="228216"/>
          <a:lstStyle>
            <a:lvl1pPr>
              <a:defRPr sz="1867">
                <a:solidFill>
                  <a:schemeClr val="bg2"/>
                </a:solidFill>
              </a:defRPr>
            </a:lvl1pPr>
          </a:lstStyle>
          <a:p>
            <a:pPr lvl="0"/>
            <a:r>
              <a:rPr lang="en-US"/>
              <a:t>Edit Master text styles</a:t>
            </a:r>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February 08, 2018 / © 2018 IBM Corporation</a:t>
            </a:r>
          </a:p>
        </p:txBody>
      </p:sp>
      <p:sp>
        <p:nvSpPr>
          <p:cNvPr id="12" name="Text Placeholder 11"/>
          <p:cNvSpPr>
            <a:spLocks noGrp="1"/>
          </p:cNvSpPr>
          <p:nvPr>
            <p:ph type="body" sz="quarter" idx="13"/>
          </p:nvPr>
        </p:nvSpPr>
        <p:spPr>
          <a:xfrm>
            <a:off x="304800" y="243843"/>
            <a:ext cx="5486400" cy="400049"/>
          </a:xfrm>
        </p:spPr>
        <p:txBody>
          <a:bodyPr/>
          <a:lstStyle>
            <a:lvl1pPr>
              <a:defRPr sz="2133"/>
            </a:lvl1pPr>
          </a:lstStyle>
          <a:p>
            <a:pPr lvl="0"/>
            <a:r>
              <a:rPr lang="en-US"/>
              <a:t>Edit Master text styles</a:t>
            </a:r>
          </a:p>
        </p:txBody>
      </p:sp>
      <p:sp>
        <p:nvSpPr>
          <p:cNvPr id="7" name="Text Placeholder 6"/>
          <p:cNvSpPr>
            <a:spLocks noGrp="1"/>
          </p:cNvSpPr>
          <p:nvPr>
            <p:ph type="body" sz="quarter" idx="14"/>
          </p:nvPr>
        </p:nvSpPr>
        <p:spPr>
          <a:xfrm>
            <a:off x="304800" y="1463051"/>
            <a:ext cx="5486400" cy="4651641"/>
          </a:xfrm>
        </p:spPr>
        <p:txBody>
          <a:bodyPr/>
          <a:lstStyle>
            <a:lvl1pPr>
              <a:defRPr sz="2133"/>
            </a:lvl1pPr>
            <a:lvl2pPr>
              <a:defRPr sz="1867"/>
            </a:lvl2pPr>
            <a:lvl3pPr>
              <a:defRPr sz="1867"/>
            </a:lvl3pPr>
            <a:lvl4pPr>
              <a:defRPr sz="1867"/>
            </a:lvl4pPr>
            <a:lvl5pPr>
              <a:defRPr sz="18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7"/>
          <p:cNvSpPr>
            <a:spLocks noGrp="1"/>
          </p:cNvSpPr>
          <p:nvPr>
            <p:ph sz="quarter" idx="15"/>
          </p:nvPr>
        </p:nvSpPr>
        <p:spPr>
          <a:xfrm>
            <a:off x="9144000" y="0"/>
            <a:ext cx="3048000" cy="3429000"/>
          </a:xfrm>
          <a:solidFill>
            <a:schemeClr val="bg1"/>
          </a:solidFill>
        </p:spPr>
        <p:txBody>
          <a:bodyPr lIns="228216" tIns="191732" rIns="228216" bIns="228216"/>
          <a:lstStyle>
            <a:lvl1pPr>
              <a:defRPr sz="1867">
                <a:solidFill>
                  <a:schemeClr val="bg2"/>
                </a:solidFill>
              </a:defRPr>
            </a:lvl1pPr>
          </a:lstStyle>
          <a:p>
            <a:pPr lvl="0"/>
            <a:r>
              <a:rPr lang="en-US"/>
              <a:t>Edit Master text styles</a:t>
            </a:r>
          </a:p>
        </p:txBody>
      </p:sp>
      <p:sp>
        <p:nvSpPr>
          <p:cNvPr id="10" name="Content Placeholder 9"/>
          <p:cNvSpPr>
            <a:spLocks noGrp="1"/>
          </p:cNvSpPr>
          <p:nvPr>
            <p:ph sz="quarter" idx="16"/>
          </p:nvPr>
        </p:nvSpPr>
        <p:spPr>
          <a:xfrm>
            <a:off x="6096000" y="0"/>
            <a:ext cx="3048000" cy="3429000"/>
          </a:xfrm>
          <a:solidFill>
            <a:schemeClr val="accent2"/>
          </a:solidFill>
        </p:spPr>
        <p:txBody>
          <a:bodyPr lIns="228216" tIns="191732" rIns="228216" bIns="228216"/>
          <a:lstStyle>
            <a:lvl1pPr>
              <a:defRPr sz="1867">
                <a:solidFill>
                  <a:schemeClr val="bg2"/>
                </a:solidFill>
              </a:defRPr>
            </a:lvl1pPr>
          </a:lstStyle>
          <a:p>
            <a:pPr lvl="0"/>
            <a:r>
              <a:rPr lang="en-US"/>
              <a:t>Edit Master text styles</a:t>
            </a: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boxes (3 med, 2 small)">
    <p:spTree>
      <p:nvGrpSpPr>
        <p:cNvPr id="1" name=""/>
        <p:cNvGrpSpPr/>
        <p:nvPr/>
      </p:nvGrpSpPr>
      <p:grpSpPr>
        <a:xfrm>
          <a:off x="0" y="0"/>
          <a:ext cx="0" cy="0"/>
          <a:chOff x="0" y="0"/>
          <a:chExt cx="0" cy="0"/>
        </a:xfrm>
      </p:grpSpPr>
      <p:sp>
        <p:nvSpPr>
          <p:cNvPr id="14" name="Content Placeholder 13"/>
          <p:cNvSpPr>
            <a:spLocks noGrp="1"/>
          </p:cNvSpPr>
          <p:nvPr>
            <p:ph sz="quarter" idx="17"/>
          </p:nvPr>
        </p:nvSpPr>
        <p:spPr>
          <a:xfrm>
            <a:off x="6096001" y="3429000"/>
            <a:ext cx="6096000" cy="3429000"/>
          </a:xfrm>
          <a:solidFill>
            <a:schemeClr val="accent3"/>
          </a:solidFill>
        </p:spPr>
        <p:txBody>
          <a:bodyPr lIns="228216" tIns="191732" rIns="228216" bIns="228216"/>
          <a:lstStyle>
            <a:lvl1pPr>
              <a:defRPr sz="1867">
                <a:solidFill>
                  <a:schemeClr val="bg2"/>
                </a:solidFill>
              </a:defRPr>
            </a:lvl1pPr>
          </a:lstStyle>
          <a:p>
            <a:pPr lvl="0"/>
            <a:r>
              <a:rPr lang="en-US"/>
              <a:t>Edit Master text styles</a:t>
            </a:r>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February 08, 2018 / © 2018 IBM Corporation</a:t>
            </a:r>
          </a:p>
        </p:txBody>
      </p:sp>
      <p:sp>
        <p:nvSpPr>
          <p:cNvPr id="8" name="Content Placeholder 7"/>
          <p:cNvSpPr>
            <a:spLocks noGrp="1"/>
          </p:cNvSpPr>
          <p:nvPr>
            <p:ph sz="quarter" idx="15"/>
          </p:nvPr>
        </p:nvSpPr>
        <p:spPr>
          <a:xfrm>
            <a:off x="9144000" y="0"/>
            <a:ext cx="3048000" cy="3429000"/>
          </a:xfrm>
          <a:solidFill>
            <a:schemeClr val="accent2"/>
          </a:solidFill>
        </p:spPr>
        <p:txBody>
          <a:bodyPr lIns="228216" tIns="191732" rIns="228216" bIns="228216"/>
          <a:lstStyle>
            <a:lvl1pPr>
              <a:defRPr sz="1867">
                <a:solidFill>
                  <a:schemeClr val="bg2"/>
                </a:solidFill>
              </a:defRPr>
            </a:lvl1pPr>
          </a:lstStyle>
          <a:p>
            <a:pPr lvl="0"/>
            <a:r>
              <a:rPr lang="en-US"/>
              <a:t>Edit Master text styles</a:t>
            </a:r>
          </a:p>
        </p:txBody>
      </p:sp>
      <p:sp>
        <p:nvSpPr>
          <p:cNvPr id="10" name="Content Placeholder 9"/>
          <p:cNvSpPr>
            <a:spLocks noGrp="1"/>
          </p:cNvSpPr>
          <p:nvPr>
            <p:ph sz="quarter" idx="16"/>
          </p:nvPr>
        </p:nvSpPr>
        <p:spPr>
          <a:xfrm>
            <a:off x="6096000" y="0"/>
            <a:ext cx="3048000" cy="3429000"/>
          </a:xfrm>
          <a:solidFill>
            <a:schemeClr val="tx1"/>
          </a:solidFill>
        </p:spPr>
        <p:txBody>
          <a:bodyPr lIns="228216" tIns="191732" rIns="228216" bIns="228216"/>
          <a:lstStyle>
            <a:lvl1pPr>
              <a:defRPr sz="1867">
                <a:solidFill>
                  <a:schemeClr val="bg2"/>
                </a:solidFill>
              </a:defRPr>
            </a:lvl1pPr>
          </a:lstStyle>
          <a:p>
            <a:pPr lvl="0"/>
            <a:r>
              <a:rPr lang="en-US"/>
              <a:t>Edit Master text styles</a:t>
            </a:r>
          </a:p>
        </p:txBody>
      </p:sp>
      <p:sp>
        <p:nvSpPr>
          <p:cNvPr id="5" name="Content Placeholder 4"/>
          <p:cNvSpPr>
            <a:spLocks noGrp="1"/>
          </p:cNvSpPr>
          <p:nvPr>
            <p:ph sz="quarter" idx="18"/>
          </p:nvPr>
        </p:nvSpPr>
        <p:spPr>
          <a:xfrm>
            <a:off x="0" y="3429069"/>
            <a:ext cx="6096000" cy="2815167"/>
          </a:xfrm>
          <a:solidFill>
            <a:schemeClr val="tx1"/>
          </a:solidFill>
        </p:spPr>
        <p:txBody>
          <a:bodyPr lIns="228216" tIns="191732" rIns="228216" bIns="228216"/>
          <a:lstStyle>
            <a:lvl1pPr>
              <a:defRPr sz="1867">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Edit Master text styles</a:t>
            </a:r>
          </a:p>
        </p:txBody>
      </p:sp>
      <p:sp>
        <p:nvSpPr>
          <p:cNvPr id="6" name="Title 5"/>
          <p:cNvSpPr>
            <a:spLocks noGrp="1"/>
          </p:cNvSpPr>
          <p:nvPr>
            <p:ph type="title"/>
          </p:nvPr>
        </p:nvSpPr>
        <p:spPr>
          <a:xfrm>
            <a:off x="4" y="-1"/>
            <a:ext cx="6095999" cy="3429001"/>
          </a:xfrm>
          <a:solidFill>
            <a:schemeClr val="accent2"/>
          </a:solidFill>
        </p:spPr>
        <p:txBody>
          <a:bodyPr lIns="228216" tIns="200848" rIns="228216" bIns="228216"/>
          <a:lstStyle>
            <a:lvl1pPr>
              <a:defRPr>
                <a:solidFill>
                  <a:schemeClr val="bg2"/>
                </a:solidFill>
              </a:defRPr>
            </a:lvl1pPr>
          </a:lstStyle>
          <a:p>
            <a:r>
              <a:rPr lang="en-US"/>
              <a:t>Click to edit Master title style</a:t>
            </a:r>
            <a:endParaRPr lang="en-US" dirty="0"/>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boxes (1 large, 4 small)">
    <p:spTree>
      <p:nvGrpSpPr>
        <p:cNvPr id="1" name=""/>
        <p:cNvGrpSpPr/>
        <p:nvPr/>
      </p:nvGrpSpPr>
      <p:grpSpPr>
        <a:xfrm>
          <a:off x="0" y="0"/>
          <a:ext cx="0" cy="0"/>
          <a:chOff x="0" y="0"/>
          <a:chExt cx="0" cy="0"/>
        </a:xfrm>
      </p:grpSpPr>
      <p:sp>
        <p:nvSpPr>
          <p:cNvPr id="8" name="Content Placeholder 7"/>
          <p:cNvSpPr>
            <a:spLocks noGrp="1"/>
          </p:cNvSpPr>
          <p:nvPr>
            <p:ph sz="quarter" idx="15"/>
          </p:nvPr>
        </p:nvSpPr>
        <p:spPr>
          <a:xfrm>
            <a:off x="9143997" y="3429000"/>
            <a:ext cx="3048000" cy="3429000"/>
          </a:xfrm>
          <a:solidFill>
            <a:schemeClr val="accent4">
              <a:lumMod val="60000"/>
              <a:lumOff val="40000"/>
            </a:schemeClr>
          </a:solidFill>
        </p:spPr>
        <p:txBody>
          <a:bodyPr lIns="228216" tIns="191732" rIns="228216" bIns="228216"/>
          <a:lstStyle>
            <a:lvl1pPr>
              <a:defRPr sz="1867">
                <a:solidFill>
                  <a:schemeClr val="bg1"/>
                </a:solidFill>
              </a:defRPr>
            </a:lvl1pPr>
          </a:lstStyle>
          <a:p>
            <a:pPr lvl="0"/>
            <a:r>
              <a:rPr lang="en-US"/>
              <a:t>Edit Master text styles</a:t>
            </a:r>
          </a:p>
        </p:txBody>
      </p:sp>
      <p:sp>
        <p:nvSpPr>
          <p:cNvPr id="10" name="Content Placeholder 9"/>
          <p:cNvSpPr>
            <a:spLocks noGrp="1"/>
          </p:cNvSpPr>
          <p:nvPr>
            <p:ph sz="quarter" idx="16"/>
          </p:nvPr>
        </p:nvSpPr>
        <p:spPr>
          <a:xfrm>
            <a:off x="3048000" y="3429000"/>
            <a:ext cx="3048000" cy="3429000"/>
          </a:xfrm>
          <a:solidFill>
            <a:schemeClr val="accent3"/>
          </a:solidFill>
        </p:spPr>
        <p:txBody>
          <a:bodyPr lIns="228216" tIns="191732" rIns="228216" bIns="228216"/>
          <a:lstStyle>
            <a:lvl1pPr>
              <a:defRPr sz="1867">
                <a:solidFill>
                  <a:schemeClr val="bg2"/>
                </a:solidFill>
              </a:defRPr>
            </a:lvl1pPr>
          </a:lstStyle>
          <a:p>
            <a:pPr lvl="0"/>
            <a:r>
              <a:rPr lang="en-US"/>
              <a:t>Edit Master text styles</a:t>
            </a:r>
          </a:p>
        </p:txBody>
      </p:sp>
      <p:sp>
        <p:nvSpPr>
          <p:cNvPr id="14" name="Content Placeholder 13"/>
          <p:cNvSpPr>
            <a:spLocks noGrp="1"/>
          </p:cNvSpPr>
          <p:nvPr>
            <p:ph sz="quarter" idx="17"/>
          </p:nvPr>
        </p:nvSpPr>
        <p:spPr>
          <a:xfrm>
            <a:off x="6096007" y="3429000"/>
            <a:ext cx="3047996" cy="3429000"/>
          </a:xfrm>
          <a:solidFill>
            <a:schemeClr val="accent4"/>
          </a:solidFill>
        </p:spPr>
        <p:txBody>
          <a:bodyPr lIns="228216" tIns="191732" rIns="228216" bIns="228216"/>
          <a:lstStyle>
            <a:lvl1pPr>
              <a:defRPr sz="1867">
                <a:solidFill>
                  <a:schemeClr val="bg2"/>
                </a:solidFill>
              </a:defRPr>
            </a:lvl1pPr>
          </a:lstStyle>
          <a:p>
            <a:pPr lvl="0"/>
            <a:r>
              <a:rPr lang="en-US"/>
              <a:t>Edit Master text styles</a:t>
            </a:r>
          </a:p>
        </p:txBody>
      </p:sp>
      <p:sp>
        <p:nvSpPr>
          <p:cNvPr id="5" name="Content Placeholder 4"/>
          <p:cNvSpPr>
            <a:spLocks noGrp="1"/>
          </p:cNvSpPr>
          <p:nvPr>
            <p:ph sz="quarter" idx="18"/>
          </p:nvPr>
        </p:nvSpPr>
        <p:spPr>
          <a:xfrm>
            <a:off x="0" y="3429000"/>
            <a:ext cx="3048000" cy="3429000"/>
          </a:xfrm>
          <a:solidFill>
            <a:schemeClr val="accent2"/>
          </a:solidFill>
        </p:spPr>
        <p:txBody>
          <a:bodyPr lIns="228216" tIns="191732" rIns="228216" bIns="228216"/>
          <a:lstStyle>
            <a:lvl1pPr>
              <a:defRPr sz="1867">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Edit Master text styles</a:t>
            </a:r>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February 08, 2018 / © 2018 IBM Corporation</a:t>
            </a:r>
          </a:p>
        </p:txBody>
      </p:sp>
      <p:sp>
        <p:nvSpPr>
          <p:cNvPr id="6" name="Title 5"/>
          <p:cNvSpPr>
            <a:spLocks noGrp="1"/>
          </p:cNvSpPr>
          <p:nvPr>
            <p:ph type="title"/>
          </p:nvPr>
        </p:nvSpPr>
        <p:spPr>
          <a:xfrm>
            <a:off x="8" y="-1"/>
            <a:ext cx="12191999" cy="3429001"/>
          </a:xfrm>
          <a:solidFill>
            <a:schemeClr val="tx1"/>
          </a:solidFill>
        </p:spPr>
        <p:txBody>
          <a:bodyPr lIns="228216" tIns="155192" rIns="228216" bIns="228216"/>
          <a:lstStyle>
            <a:lvl1pPr>
              <a:defRPr sz="6400">
                <a:solidFill>
                  <a:schemeClr val="bg2"/>
                </a:solidFill>
              </a:defRPr>
            </a:lvl1pPr>
          </a:lstStyle>
          <a:p>
            <a:r>
              <a:rPr lang="en-US"/>
              <a:t>Click to edit Master title style</a:t>
            </a:r>
            <a:endParaRPr lang="en-US" dirty="0"/>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title (black box) over image(s)">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February 08, 2018 / © 2018 IBM Corporation</a:t>
            </a:r>
          </a:p>
        </p:txBody>
      </p:sp>
      <p:sp>
        <p:nvSpPr>
          <p:cNvPr id="6" name="Title 5"/>
          <p:cNvSpPr>
            <a:spLocks noGrp="1"/>
          </p:cNvSpPr>
          <p:nvPr>
            <p:ph type="title"/>
          </p:nvPr>
        </p:nvSpPr>
        <p:spPr>
          <a:xfrm>
            <a:off x="8" y="3"/>
            <a:ext cx="12191999" cy="1720852"/>
          </a:xfrm>
          <a:solidFill>
            <a:schemeClr val="tx1"/>
          </a:solidFill>
        </p:spPr>
        <p:txBody>
          <a:bodyPr lIns="228216" tIns="200848" rIns="228216" bIns="228216"/>
          <a:lstStyle>
            <a:lvl1pPr>
              <a:defRPr sz="3200">
                <a:solidFill>
                  <a:schemeClr val="bg2"/>
                </a:solidFill>
              </a:defRPr>
            </a:lvl1pPr>
          </a:lstStyle>
          <a:p>
            <a:r>
              <a:rPr lang="en-US"/>
              <a:t>Click to edit Master title style</a:t>
            </a:r>
            <a:endParaRPr lang="en-US" dirty="0"/>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text (black box) over image(s)">
    <p:spTree>
      <p:nvGrpSpPr>
        <p:cNvPr id="1" name=""/>
        <p:cNvGrpSpPr/>
        <p:nvPr/>
      </p:nvGrpSpPr>
      <p:grpSpPr>
        <a:xfrm>
          <a:off x="0" y="0"/>
          <a:ext cx="0" cy="0"/>
          <a:chOff x="0" y="0"/>
          <a:chExt cx="0" cy="0"/>
        </a:xfrm>
      </p:grpSpPr>
      <p:sp>
        <p:nvSpPr>
          <p:cNvPr id="7" name="Content Placeholder 6"/>
          <p:cNvSpPr>
            <a:spLocks noGrp="1"/>
          </p:cNvSpPr>
          <p:nvPr>
            <p:ph sz="quarter" idx="19"/>
          </p:nvPr>
        </p:nvSpPr>
        <p:spPr>
          <a:xfrm>
            <a:off x="0" y="3810000"/>
            <a:ext cx="3048000" cy="3048000"/>
          </a:xfrm>
          <a:solidFill>
            <a:schemeClr val="tx1"/>
          </a:solidFill>
        </p:spPr>
        <p:txBody>
          <a:bodyPr lIns="228216" tIns="155192" rIns="228216" bIns="228216"/>
          <a:lstStyle>
            <a:lvl1pPr>
              <a:defRPr>
                <a:solidFill>
                  <a:schemeClr val="bg2"/>
                </a:solidFill>
              </a:defRPr>
            </a:lvl1pPr>
            <a:lvl2pPr>
              <a:defRPr sz="1333">
                <a:solidFill>
                  <a:schemeClr val="bg2"/>
                </a:solidFill>
              </a:defRPr>
            </a:lvl2pPr>
            <a:lvl3pPr>
              <a:defRPr sz="1333">
                <a:solidFill>
                  <a:schemeClr val="bg2"/>
                </a:solidFill>
              </a:defRPr>
            </a:lvl3pPr>
            <a:lvl4pPr>
              <a:defRPr sz="1333">
                <a:solidFill>
                  <a:schemeClr val="bg2"/>
                </a:solidFill>
              </a:defRPr>
            </a:lvl4pPr>
            <a:lvl5pPr>
              <a:defRPr sz="1333">
                <a:solidFill>
                  <a:schemeClr val="bg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February 08, 2018 / © 2018 IBM Corporation</a:t>
            </a: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boxes (4 tall)">
    <p:spTree>
      <p:nvGrpSpPr>
        <p:cNvPr id="1" name=""/>
        <p:cNvGrpSpPr/>
        <p:nvPr/>
      </p:nvGrpSpPr>
      <p:grpSpPr>
        <a:xfrm>
          <a:off x="0" y="0"/>
          <a:ext cx="0" cy="0"/>
          <a:chOff x="0" y="0"/>
          <a:chExt cx="0" cy="0"/>
        </a:xfrm>
      </p:grpSpPr>
      <p:sp>
        <p:nvSpPr>
          <p:cNvPr id="7" name="Content Placeholder 6"/>
          <p:cNvSpPr>
            <a:spLocks noGrp="1"/>
          </p:cNvSpPr>
          <p:nvPr>
            <p:ph sz="quarter" idx="19"/>
          </p:nvPr>
        </p:nvSpPr>
        <p:spPr>
          <a:xfrm>
            <a:off x="0" y="-1"/>
            <a:ext cx="3048000" cy="6858000"/>
          </a:xfrm>
          <a:solidFill>
            <a:schemeClr val="tx1"/>
          </a:solidFill>
        </p:spPr>
        <p:txBody>
          <a:bodyPr lIns="228216" tIns="191732" rIns="228216" bIns="228216"/>
          <a:lstStyle>
            <a:lvl1pPr>
              <a:defRPr sz="2133">
                <a:solidFill>
                  <a:schemeClr val="bg2"/>
                </a:solidFill>
              </a:defRPr>
            </a:lvl1pPr>
            <a:lvl2pPr>
              <a:defRPr sz="1467">
                <a:solidFill>
                  <a:schemeClr val="bg2"/>
                </a:solidFill>
              </a:defRPr>
            </a:lvl2pPr>
            <a:lvl3pPr>
              <a:defRPr sz="1467">
                <a:solidFill>
                  <a:schemeClr val="bg2"/>
                </a:solidFill>
              </a:defRPr>
            </a:lvl3pPr>
            <a:lvl4pPr>
              <a:defRPr sz="1467">
                <a:solidFill>
                  <a:schemeClr val="bg2"/>
                </a:solidFill>
              </a:defRPr>
            </a:lvl4pPr>
            <a:lvl5pPr>
              <a:defRPr sz="1467">
                <a:solidFill>
                  <a:schemeClr val="bg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p:cNvSpPr>
            <a:spLocks noGrp="1"/>
          </p:cNvSpPr>
          <p:nvPr>
            <p:ph sz="quarter" idx="20"/>
          </p:nvPr>
        </p:nvSpPr>
        <p:spPr>
          <a:xfrm>
            <a:off x="3048000" y="0"/>
            <a:ext cx="3048000" cy="6858000"/>
          </a:xfrm>
          <a:solidFill>
            <a:schemeClr val="accent2"/>
          </a:solidFill>
        </p:spPr>
        <p:txBody>
          <a:bodyPr lIns="228216" tIns="191732" rIns="228216" bIns="228216"/>
          <a:lstStyle>
            <a:lvl1pPr>
              <a:defRPr sz="1867">
                <a:solidFill>
                  <a:schemeClr val="bg2"/>
                </a:solidFill>
              </a:defRPr>
            </a:lvl1pPr>
            <a:lvl2pPr>
              <a:defRPr sz="1467">
                <a:solidFill>
                  <a:schemeClr val="bg2"/>
                </a:solidFill>
              </a:defRPr>
            </a:lvl2pPr>
            <a:lvl3pPr>
              <a:defRPr sz="1467">
                <a:solidFill>
                  <a:schemeClr val="bg2"/>
                </a:solidFill>
              </a:defRPr>
            </a:lvl3pPr>
            <a:lvl4pPr>
              <a:defRPr sz="1467">
                <a:solidFill>
                  <a:schemeClr val="bg2"/>
                </a:solidFill>
              </a:defRPr>
            </a:lvl4pPr>
            <a:lvl5pPr>
              <a:defRPr sz="1467">
                <a:solidFill>
                  <a:schemeClr val="bg2"/>
                </a:solidFill>
              </a:defRPr>
            </a:lvl5pPr>
          </a:lstStyle>
          <a:p>
            <a:pPr lvl="0"/>
            <a:r>
              <a:rPr lang="en-US"/>
              <a:t>Edit Master text styles</a:t>
            </a:r>
          </a:p>
        </p:txBody>
      </p:sp>
      <p:sp>
        <p:nvSpPr>
          <p:cNvPr id="15" name="Content Placeholder 14"/>
          <p:cNvSpPr>
            <a:spLocks noGrp="1"/>
          </p:cNvSpPr>
          <p:nvPr>
            <p:ph sz="quarter" idx="21"/>
          </p:nvPr>
        </p:nvSpPr>
        <p:spPr>
          <a:xfrm>
            <a:off x="6096000" y="0"/>
            <a:ext cx="3048000" cy="6858000"/>
          </a:xfrm>
          <a:solidFill>
            <a:schemeClr val="accent3"/>
          </a:solidFill>
        </p:spPr>
        <p:txBody>
          <a:bodyPr lIns="228216" tIns="191732" rIns="228216" bIns="228216"/>
          <a:lstStyle>
            <a:lvl1pPr>
              <a:defRPr sz="1867">
                <a:solidFill>
                  <a:schemeClr val="bg2"/>
                </a:solidFill>
              </a:defRPr>
            </a:lvl1pPr>
            <a:lvl2pPr>
              <a:defRPr sz="1467">
                <a:solidFill>
                  <a:schemeClr val="bg2"/>
                </a:solidFill>
              </a:defRPr>
            </a:lvl2pPr>
            <a:lvl3pPr>
              <a:defRPr sz="1467">
                <a:solidFill>
                  <a:schemeClr val="bg2"/>
                </a:solidFill>
              </a:defRPr>
            </a:lvl3pPr>
            <a:lvl4pPr>
              <a:defRPr sz="1467">
                <a:solidFill>
                  <a:schemeClr val="bg2"/>
                </a:solidFill>
              </a:defRPr>
            </a:lvl4pPr>
            <a:lvl5pPr>
              <a:defRPr sz="1467">
                <a:solidFill>
                  <a:schemeClr val="bg2"/>
                </a:solidFill>
              </a:defRPr>
            </a:lvl5pPr>
          </a:lstStyle>
          <a:p>
            <a:pPr lvl="0"/>
            <a:r>
              <a:rPr lang="en-US"/>
              <a:t>Edit Master text styles</a:t>
            </a:r>
          </a:p>
        </p:txBody>
      </p:sp>
      <p:sp>
        <p:nvSpPr>
          <p:cNvPr id="17" name="Content Placeholder 16"/>
          <p:cNvSpPr>
            <a:spLocks noGrp="1"/>
          </p:cNvSpPr>
          <p:nvPr>
            <p:ph sz="quarter" idx="22"/>
          </p:nvPr>
        </p:nvSpPr>
        <p:spPr>
          <a:xfrm>
            <a:off x="9144000" y="0"/>
            <a:ext cx="3048000" cy="6858000"/>
          </a:xfrm>
          <a:solidFill>
            <a:schemeClr val="accent4"/>
          </a:solidFill>
        </p:spPr>
        <p:txBody>
          <a:bodyPr lIns="228216" tIns="191732" rIns="228216" bIns="228216"/>
          <a:lstStyle>
            <a:lvl1pPr>
              <a:defRPr sz="1867">
                <a:solidFill>
                  <a:schemeClr val="bg2"/>
                </a:solidFill>
              </a:defRPr>
            </a:lvl1pPr>
            <a:lvl2pPr>
              <a:defRPr sz="1467">
                <a:solidFill>
                  <a:schemeClr val="bg2"/>
                </a:solidFill>
              </a:defRPr>
            </a:lvl2pPr>
            <a:lvl3pPr>
              <a:defRPr sz="1467">
                <a:solidFill>
                  <a:schemeClr val="bg2"/>
                </a:solidFill>
              </a:defRPr>
            </a:lvl3pPr>
            <a:lvl4pPr>
              <a:defRPr sz="1467">
                <a:solidFill>
                  <a:schemeClr val="bg2"/>
                </a:solidFill>
              </a:defRPr>
            </a:lvl4pPr>
            <a:lvl5pPr>
              <a:defRPr sz="1467">
                <a:solidFill>
                  <a:schemeClr val="bg2"/>
                </a:solidFill>
              </a:defRPr>
            </a:lvl5pPr>
          </a:lstStyle>
          <a:p>
            <a:pPr lvl="0"/>
            <a:r>
              <a:rPr lang="en-US"/>
              <a:t>Edit Master text styles</a:t>
            </a:r>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February 08, 2018 / © 2018 IBM Corporation</a:t>
            </a: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graph">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93365"/>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February 08, 2018 / © 2018 IBM Corporation</a:t>
            </a:r>
          </a:p>
        </p:txBody>
      </p:sp>
      <p:sp>
        <p:nvSpPr>
          <p:cNvPr id="6" name="Text Placeholder 5"/>
          <p:cNvSpPr>
            <a:spLocks noGrp="1"/>
          </p:cNvSpPr>
          <p:nvPr>
            <p:ph type="body" sz="quarter" idx="12"/>
          </p:nvPr>
        </p:nvSpPr>
        <p:spPr>
          <a:xfrm>
            <a:off x="304800" y="1463055"/>
            <a:ext cx="2438400" cy="4668593"/>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title, text (1/4), content (3/4)">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93365"/>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February 08, 2018 / © 2018 IBM Corporation</a:t>
            </a:r>
          </a:p>
        </p:txBody>
      </p:sp>
      <p:sp>
        <p:nvSpPr>
          <p:cNvPr id="7" name="Text Placeholder 6"/>
          <p:cNvSpPr>
            <a:spLocks noGrp="1"/>
          </p:cNvSpPr>
          <p:nvPr>
            <p:ph type="body" sz="quarter" idx="12"/>
          </p:nvPr>
        </p:nvSpPr>
        <p:spPr>
          <a:xfrm>
            <a:off x="304800" y="1488652"/>
            <a:ext cx="2438400" cy="4605867"/>
          </a:xfrm>
        </p:spPr>
        <p:txBody>
          <a:bodyPr/>
          <a:lstStyle>
            <a:lvl1pPr>
              <a:defRPr sz="1867"/>
            </a:lvl1pPr>
            <a:lvl2pPr>
              <a:defRPr sz="1467"/>
            </a:lvl2pPr>
            <a:lvl3pPr>
              <a:defRPr sz="1467"/>
            </a:lvl3pPr>
            <a:lvl4pPr>
              <a:defRPr sz="1467"/>
            </a:lvl4pPr>
            <a:lvl5pPr>
              <a:defRPr sz="14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8"/>
          <p:cNvSpPr>
            <a:spLocks noGrp="1"/>
          </p:cNvSpPr>
          <p:nvPr>
            <p:ph sz="quarter" idx="13"/>
          </p:nvPr>
        </p:nvSpPr>
        <p:spPr>
          <a:xfrm>
            <a:off x="3352800" y="889000"/>
            <a:ext cx="8534400" cy="509905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title, text (1/4), blank (3/4)">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93365"/>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February 08, 2018 / © 2018 IBM Corporation</a:t>
            </a:r>
          </a:p>
        </p:txBody>
      </p:sp>
      <p:sp>
        <p:nvSpPr>
          <p:cNvPr id="7" name="Text Placeholder 6"/>
          <p:cNvSpPr>
            <a:spLocks noGrp="1"/>
          </p:cNvSpPr>
          <p:nvPr>
            <p:ph type="body" sz="quarter" idx="12"/>
          </p:nvPr>
        </p:nvSpPr>
        <p:spPr>
          <a:xfrm>
            <a:off x="304800" y="1488652"/>
            <a:ext cx="2438400" cy="4605867"/>
          </a:xfrm>
        </p:spPr>
        <p:txBody>
          <a:bodyPr/>
          <a:lstStyle>
            <a:lvl1pPr>
              <a:defRPr sz="1867"/>
            </a:lvl1pPr>
            <a:lvl2pPr>
              <a:defRPr sz="1467"/>
            </a:lvl2pPr>
            <a:lvl3pPr>
              <a:defRPr sz="1467"/>
            </a:lvl3pPr>
            <a:lvl4pPr>
              <a:defRPr sz="1467"/>
            </a:lvl4pPr>
            <a:lvl5pPr>
              <a:defRPr sz="14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case study: title, text (2/4), content (2/4)">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93365"/>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February 08, 2018 / © 2018 IBM Corporation</a:t>
            </a:r>
          </a:p>
        </p:txBody>
      </p:sp>
      <p:sp>
        <p:nvSpPr>
          <p:cNvPr id="7" name="Text Placeholder 6"/>
          <p:cNvSpPr>
            <a:spLocks noGrp="1"/>
          </p:cNvSpPr>
          <p:nvPr>
            <p:ph type="body" sz="quarter" idx="12"/>
          </p:nvPr>
        </p:nvSpPr>
        <p:spPr>
          <a:xfrm>
            <a:off x="304800" y="1463040"/>
            <a:ext cx="2438400" cy="4669536"/>
          </a:xfrm>
        </p:spPr>
        <p:txBody>
          <a:bodyPr/>
          <a:lstStyle>
            <a:lvl1pPr>
              <a:defRPr sz="2133"/>
            </a:lvl1pPr>
            <a:lvl2pPr>
              <a:defRPr sz="1467"/>
            </a:lvl2pPr>
            <a:lvl3pPr>
              <a:defRPr sz="1467"/>
            </a:lvl3pPr>
            <a:lvl4pPr>
              <a:defRPr sz="1467"/>
            </a:lvl4pPr>
            <a:lvl5pPr>
              <a:defRPr sz="14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5"/>
          <p:cNvSpPr>
            <a:spLocks noGrp="1"/>
          </p:cNvSpPr>
          <p:nvPr>
            <p:ph type="body" sz="quarter" idx="13"/>
          </p:nvPr>
        </p:nvSpPr>
        <p:spPr>
          <a:xfrm>
            <a:off x="3352800" y="1499616"/>
            <a:ext cx="2438400" cy="4608576"/>
          </a:xfrm>
        </p:spPr>
        <p:txBody>
          <a:bodyPr/>
          <a:lstStyle>
            <a:lvl1pPr>
              <a:defRPr sz="1867"/>
            </a:lvl1pPr>
            <a:lvl2pPr marL="0" indent="0">
              <a:buNone/>
              <a:defRPr sz="1333"/>
            </a:lvl2pPr>
            <a:lvl3pPr>
              <a:defRPr sz="1333"/>
            </a:lvl3pPr>
            <a:lvl4pPr>
              <a:defRPr sz="1333"/>
            </a:lvl4pPr>
            <a:lvl5pPr>
              <a:defRPr sz="1333"/>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11"/>
          <p:cNvSpPr>
            <a:spLocks noGrp="1"/>
          </p:cNvSpPr>
          <p:nvPr>
            <p:ph type="pic" sz="quarter" idx="14"/>
          </p:nvPr>
        </p:nvSpPr>
        <p:spPr>
          <a:xfrm>
            <a:off x="6096000" y="0"/>
            <a:ext cx="6096000" cy="6858000"/>
          </a:xfrm>
        </p:spPr>
        <p:txBody>
          <a:bodyPr/>
          <a:lstStyle/>
          <a:p>
            <a:r>
              <a:rPr lang="en-US"/>
              <a:t>Click icon to add picture</a:t>
            </a: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case study 2: title, text (2/4), quote (2/4)">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93365"/>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February 08, 2018 / © 2018 IBM Corporation</a:t>
            </a:r>
          </a:p>
        </p:txBody>
      </p:sp>
      <p:sp>
        <p:nvSpPr>
          <p:cNvPr id="7" name="Text Placeholder 6"/>
          <p:cNvSpPr>
            <a:spLocks noGrp="1"/>
          </p:cNvSpPr>
          <p:nvPr>
            <p:ph type="body" sz="quarter" idx="12"/>
          </p:nvPr>
        </p:nvSpPr>
        <p:spPr>
          <a:xfrm>
            <a:off x="304800" y="1463040"/>
            <a:ext cx="2438400" cy="4669536"/>
          </a:xfrm>
        </p:spPr>
        <p:txBody>
          <a:bodyPr/>
          <a:lstStyle>
            <a:lvl1pPr>
              <a:defRPr sz="2133"/>
            </a:lvl1pPr>
            <a:lvl2pPr>
              <a:defRPr sz="1467"/>
            </a:lvl2pPr>
            <a:lvl3pPr>
              <a:defRPr sz="1467"/>
            </a:lvl3pPr>
            <a:lvl4pPr>
              <a:defRPr sz="1467"/>
            </a:lvl4pPr>
            <a:lvl5pPr>
              <a:defRPr sz="14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5"/>
          <p:cNvSpPr>
            <a:spLocks noGrp="1"/>
          </p:cNvSpPr>
          <p:nvPr>
            <p:ph type="body" sz="quarter" idx="13"/>
          </p:nvPr>
        </p:nvSpPr>
        <p:spPr>
          <a:xfrm>
            <a:off x="3352800" y="1488017"/>
            <a:ext cx="2438400" cy="4608576"/>
          </a:xfrm>
        </p:spPr>
        <p:txBody>
          <a:bodyPr/>
          <a:lstStyle>
            <a:lvl1pPr>
              <a:defRPr sz="1867"/>
            </a:lvl1pPr>
            <a:lvl2pPr marL="0" indent="0">
              <a:buNone/>
              <a:defRPr sz="1333"/>
            </a:lvl2pPr>
            <a:lvl3pPr>
              <a:defRPr sz="1333"/>
            </a:lvl3pPr>
            <a:lvl4pPr>
              <a:defRPr sz="1333"/>
            </a:lvl4pPr>
            <a:lvl5pPr>
              <a:defRPr sz="1333"/>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8"/>
          <p:cNvSpPr>
            <a:spLocks noGrp="1"/>
          </p:cNvSpPr>
          <p:nvPr>
            <p:ph type="body" sz="quarter" idx="14"/>
          </p:nvPr>
        </p:nvSpPr>
        <p:spPr>
          <a:xfrm>
            <a:off x="6267189" y="1402080"/>
            <a:ext cx="5620011" cy="4608576"/>
          </a:xfrm>
        </p:spPr>
        <p:txBody>
          <a:bodyPr/>
          <a:lstStyle>
            <a:lvl1pPr marL="156373" indent="-156373">
              <a:tabLst/>
              <a:defRPr sz="3200"/>
            </a:lvl1pPr>
            <a:lvl2pPr marL="0" indent="0">
              <a:buNone/>
              <a:defRPr sz="1467"/>
            </a:lvl2pPr>
            <a:lvl3pPr>
              <a:defRPr sz="1467"/>
            </a:lvl3pPr>
            <a:lvl4pPr>
              <a:defRPr sz="1467"/>
            </a:lvl4pPr>
            <a:lvl5pPr>
              <a:defRPr sz="14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table">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February 08, 2018 / © 2018 IBM Corporation</a:t>
            </a:r>
          </a:p>
        </p:txBody>
      </p:sp>
      <p:sp>
        <p:nvSpPr>
          <p:cNvPr id="6" name="Text Placeholder 5"/>
          <p:cNvSpPr>
            <a:spLocks noGrp="1"/>
          </p:cNvSpPr>
          <p:nvPr>
            <p:ph type="body" sz="quarter" idx="12"/>
          </p:nvPr>
        </p:nvSpPr>
        <p:spPr>
          <a:xfrm>
            <a:off x="304800" y="256034"/>
            <a:ext cx="2438400" cy="5878660"/>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able Placeholder 6"/>
          <p:cNvSpPr>
            <a:spLocks noGrp="1"/>
          </p:cNvSpPr>
          <p:nvPr>
            <p:ph type="tbl" sz="quarter" idx="13"/>
          </p:nvPr>
        </p:nvSpPr>
        <p:spPr>
          <a:xfrm>
            <a:off x="3352800" y="300568"/>
            <a:ext cx="8534400" cy="6129867"/>
          </a:xfrm>
        </p:spPr>
        <p:txBody>
          <a:bodyPr/>
          <a:lstStyle/>
          <a:p>
            <a:r>
              <a:rPr lang="en-US"/>
              <a:t>Click icon to add table</a:t>
            </a: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blank (with footer)">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February 08, 2018 / © 2018 IBM Corporation</a:t>
            </a: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blank (no footer)">
    <p:spTree>
      <p:nvGrpSpPr>
        <p:cNvPr id="1" name=""/>
        <p:cNvGrpSpPr/>
        <p:nvPr/>
      </p:nvGrpSpPr>
      <p:grpSpPr>
        <a:xfrm>
          <a:off x="0" y="0"/>
          <a:ext cx="0" cy="0"/>
          <a:chOff x="0" y="0"/>
          <a:chExt cx="0" cy="0"/>
        </a:xfrm>
      </p:grpSpPr>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40968"/>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D0BE6F14-FF48-0F4F-A8AA-2E3F25371E4A}"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February 08, 2018 / © 2018 IBM Corporation</a:t>
            </a:r>
          </a:p>
        </p:txBody>
      </p:sp>
      <p:sp>
        <p:nvSpPr>
          <p:cNvPr id="6" name="Text Placeholder 5"/>
          <p:cNvSpPr>
            <a:spLocks noGrp="1"/>
          </p:cNvSpPr>
          <p:nvPr>
            <p:ph type="body" sz="quarter" idx="12"/>
          </p:nvPr>
        </p:nvSpPr>
        <p:spPr>
          <a:xfrm>
            <a:off x="304800" y="1524000"/>
            <a:ext cx="5486400" cy="4779264"/>
          </a:xfrm>
        </p:spPr>
        <p:txBody>
          <a:bodyPr/>
          <a:lstStyle>
            <a:lvl1pPr marL="0" indent="0">
              <a:spcBef>
                <a:spcPts val="0"/>
              </a:spcBef>
              <a:tabLst>
                <a:tab pos="5245006" algn="dec"/>
              </a:tabLst>
              <a:defRPr sz="1467"/>
            </a:lvl1pPr>
            <a:lvl2pPr marL="230370" indent="-230370">
              <a:spcBef>
                <a:spcPts val="0"/>
              </a:spcBef>
              <a:tabLst/>
              <a:defRPr/>
            </a:lvl2pPr>
            <a:lvl3pPr>
              <a:spcBef>
                <a:spcPts val="0"/>
              </a:spcBef>
              <a:defRPr/>
            </a:lvl3pPr>
            <a:lvl4pPr>
              <a:spcBef>
                <a:spcPts val="0"/>
              </a:spcBef>
              <a:defRPr/>
            </a:lvl4pPr>
            <a:lvl5pPr>
              <a:spcBef>
                <a:spcPts val="0"/>
              </a:spcBef>
              <a:defRPr/>
            </a:lvl5pPr>
          </a:lstStyle>
          <a:p>
            <a:pPr marL="0" marR="0" lvl="0" indent="0" algn="l" defTabSz="608575" rtl="0" eaLnBrk="1" fontAlgn="auto" latinLnBrk="0" hangingPunct="1">
              <a:lnSpc>
                <a:spcPct val="100000"/>
              </a:lnSpc>
              <a:spcBef>
                <a:spcPts val="0"/>
              </a:spcBef>
              <a:spcAft>
                <a:spcPts val="0"/>
              </a:spcAft>
              <a:buClrTx/>
              <a:buSzTx/>
              <a:buFont typeface="Arial"/>
              <a:buNone/>
              <a:tabLst>
                <a:tab pos="5355771" algn="r"/>
              </a:tabLst>
              <a:defRPr/>
            </a:pPr>
            <a:r>
              <a:rPr lang="en-US"/>
              <a:t>Edit Master text styles</a:t>
            </a: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ibm sign-off">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February 08, 2018 / © 2018 IBM Corporation</a:t>
            </a:r>
          </a:p>
        </p:txBody>
      </p:sp>
      <p:pic>
        <p:nvPicPr>
          <p:cNvPr id="7" name="Picture 6"/>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5234604" y="2914953"/>
            <a:ext cx="1722792" cy="701463"/>
          </a:xfrm>
          <a:prstGeom prst="rect">
            <a:avLst/>
          </a:prstGeom>
        </p:spPr>
      </p:pic>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tx">
  <p:cSld name="1_case study 2: title, text (2/4), quote (2/4)">
    <p:spTree>
      <p:nvGrpSpPr>
        <p:cNvPr id="1" name=""/>
        <p:cNvGrpSpPr/>
        <p:nvPr/>
      </p:nvGrpSpPr>
      <p:grpSpPr>
        <a:xfrm>
          <a:off x="0" y="0"/>
          <a:ext cx="0" cy="0"/>
          <a:chOff x="0" y="0"/>
          <a:chExt cx="0" cy="0"/>
        </a:xfrm>
      </p:grpSpPr>
      <p:sp>
        <p:nvSpPr>
          <p:cNvPr id="114" name="Shape 114"/>
          <p:cNvSpPr>
            <a:spLocks noGrp="1"/>
          </p:cNvSpPr>
          <p:nvPr>
            <p:ph type="title"/>
          </p:nvPr>
        </p:nvSpPr>
        <p:spPr>
          <a:xfrm>
            <a:off x="304800" y="268226"/>
            <a:ext cx="5486400" cy="1194820"/>
          </a:xfrm>
          <a:prstGeom prst="rect">
            <a:avLst/>
          </a:prstGeom>
        </p:spPr>
        <p:txBody>
          <a:bodyPr/>
          <a:lstStyle/>
          <a:p>
            <a:pPr lvl="0">
              <a:defRPr sz="1800">
                <a:solidFill>
                  <a:srgbClr val="000000"/>
                </a:solidFill>
              </a:defRPr>
            </a:pPr>
            <a:r>
              <a:rPr sz="3200">
                <a:solidFill>
                  <a:srgbClr val="FFFFFF"/>
                </a:solidFill>
              </a:rPr>
              <a:t>Title Text</a:t>
            </a:r>
          </a:p>
        </p:txBody>
      </p:sp>
      <p:sp>
        <p:nvSpPr>
          <p:cNvPr id="115" name="Shape 115"/>
          <p:cNvSpPr>
            <a:spLocks noGrp="1"/>
          </p:cNvSpPr>
          <p:nvPr>
            <p:ph type="sldNum" sz="quarter" idx="2"/>
          </p:nvPr>
        </p:nvSpPr>
        <p:spPr>
          <a:prstGeom prst="rect">
            <a:avLst/>
          </a:prstGeom>
        </p:spPr>
        <p:txBody>
          <a:bodyPr/>
          <a:lstStyle/>
          <a:p>
            <a:fld id="{86CB4B4D-7CA3-9044-876B-883B54F8677D}" type="slidenum">
              <a:rPr>
                <a:solidFill>
                  <a:srgbClr val="FFFFFF"/>
                </a:solidFill>
              </a:rPr>
              <a:pPr/>
              <a:t>‹#›</a:t>
            </a:fld>
            <a:endParaRPr>
              <a:solidFill>
                <a:srgbClr val="FFFFFF"/>
              </a:solidFill>
            </a:endParaRPr>
          </a:p>
        </p:txBody>
      </p:sp>
      <p:sp>
        <p:nvSpPr>
          <p:cNvPr id="116" name="Shape 116"/>
          <p:cNvSpPr>
            <a:spLocks noGrp="1"/>
          </p:cNvSpPr>
          <p:nvPr>
            <p:ph type="body" idx="1"/>
          </p:nvPr>
        </p:nvSpPr>
        <p:spPr>
          <a:xfrm>
            <a:off x="304800" y="1463044"/>
            <a:ext cx="2438400" cy="5394961"/>
          </a:xfrm>
          <a:prstGeom prst="rect">
            <a:avLst/>
          </a:prstGeom>
        </p:spPr>
        <p:txBody>
          <a:bodyPr/>
          <a:lstStyle>
            <a:lvl1pPr>
              <a:defRPr sz="2133"/>
            </a:lvl1pPr>
            <a:lvl2pPr marL="335068" indent="-335068">
              <a:defRPr sz="2133"/>
            </a:lvl2pPr>
            <a:lvl3pPr marL="632995" indent="-335068">
              <a:defRPr sz="2133"/>
            </a:lvl3pPr>
            <a:lvl4pPr marL="934395" indent="-325831">
              <a:defRPr sz="2133"/>
            </a:lvl4pPr>
            <a:lvl5pPr marL="1173997" indent="-335068">
              <a:defRPr sz="2133"/>
            </a:lvl5pPr>
          </a:lstStyle>
          <a:p>
            <a:pPr lvl="0">
              <a:defRPr sz="1800">
                <a:solidFill>
                  <a:srgbClr val="000000"/>
                </a:solidFill>
              </a:defRPr>
            </a:pPr>
            <a:r>
              <a:rPr sz="2133">
                <a:solidFill>
                  <a:srgbClr val="FFFFFF"/>
                </a:solidFill>
              </a:rPr>
              <a:t>Body Level One</a:t>
            </a:r>
          </a:p>
          <a:p>
            <a:pPr lvl="1">
              <a:defRPr sz="1800">
                <a:solidFill>
                  <a:srgbClr val="000000"/>
                </a:solidFill>
              </a:defRPr>
            </a:pPr>
            <a:r>
              <a:rPr sz="2133">
                <a:solidFill>
                  <a:srgbClr val="FFFFFF"/>
                </a:solidFill>
              </a:rPr>
              <a:t>Body Level Two</a:t>
            </a:r>
          </a:p>
          <a:p>
            <a:pPr lvl="2">
              <a:defRPr sz="1800">
                <a:solidFill>
                  <a:srgbClr val="000000"/>
                </a:solidFill>
              </a:defRPr>
            </a:pPr>
            <a:r>
              <a:rPr sz="2133">
                <a:solidFill>
                  <a:srgbClr val="FFFFFF"/>
                </a:solidFill>
              </a:rPr>
              <a:t>Body Level Three</a:t>
            </a:r>
          </a:p>
          <a:p>
            <a:pPr lvl="3">
              <a:defRPr sz="1800">
                <a:solidFill>
                  <a:srgbClr val="000000"/>
                </a:solidFill>
              </a:defRPr>
            </a:pPr>
            <a:r>
              <a:rPr sz="2133">
                <a:solidFill>
                  <a:srgbClr val="FFFFFF"/>
                </a:solidFill>
              </a:rPr>
              <a:t>Body Level Four</a:t>
            </a:r>
          </a:p>
          <a:p>
            <a:pPr lvl="4">
              <a:defRPr sz="1800">
                <a:solidFill>
                  <a:srgbClr val="000000"/>
                </a:solidFill>
              </a:defRPr>
            </a:pPr>
            <a:r>
              <a:rPr sz="2133">
                <a:solidFill>
                  <a:srgbClr val="FFFFFF"/>
                </a:solidFill>
              </a:rPr>
              <a:t>Body Level Five</a:t>
            </a:r>
          </a:p>
        </p:txBody>
      </p:sp>
    </p:spTree>
  </p:cSld>
  <p:clrMapOvr>
    <a:masterClrMapping/>
  </p:clrMapOvr>
  <p:transition spd="med"/>
</p:sldLayout>
</file>

<file path=ppt/slideLayouts/slideLayout102.xml><?xml version="1.0" encoding="utf-8"?>
<p:sldLayout xmlns:a="http://schemas.openxmlformats.org/drawingml/2006/main" xmlns:r="http://schemas.openxmlformats.org/officeDocument/2006/relationships" xmlns:p="http://schemas.openxmlformats.org/presentationml/2006/main" userDrawn="1">
  <p:cSld name="Text Page">
    <p:spTree>
      <p:nvGrpSpPr>
        <p:cNvPr id="1" name=""/>
        <p:cNvGrpSpPr/>
        <p:nvPr/>
      </p:nvGrpSpPr>
      <p:grpSpPr>
        <a:xfrm>
          <a:off x="0" y="0"/>
          <a:ext cx="0" cy="0"/>
          <a:chOff x="0" y="0"/>
          <a:chExt cx="0" cy="0"/>
        </a:xfrm>
      </p:grpSpPr>
      <p:sp>
        <p:nvSpPr>
          <p:cNvPr id="9" name="Text Placeholder 6"/>
          <p:cNvSpPr>
            <a:spLocks noGrp="1"/>
          </p:cNvSpPr>
          <p:nvPr>
            <p:ph type="body" sz="quarter" idx="10" hasCustomPrompt="1"/>
          </p:nvPr>
        </p:nvSpPr>
        <p:spPr>
          <a:xfrm>
            <a:off x="256124" y="1120665"/>
            <a:ext cx="8887881" cy="1121675"/>
          </a:xfrm>
          <a:prstGeom prst="rect">
            <a:avLst/>
          </a:prstGeom>
        </p:spPr>
        <p:txBody>
          <a:bodyPr wrap="square" lIns="0" tIns="0" rIns="0" bIns="0">
            <a:spAutoFit/>
          </a:bodyPr>
          <a:lstStyle>
            <a:lvl1pPr marL="0" indent="0">
              <a:spcBef>
                <a:spcPts val="800"/>
              </a:spcBef>
              <a:buFont typeface=".AppleSystemUIFont" charset="-120"/>
              <a:buNone/>
              <a:tabLst>
                <a:tab pos="608575" algn="l"/>
              </a:tabLst>
              <a:defRPr sz="2133" b="0" i="0" baseline="0">
                <a:solidFill>
                  <a:schemeClr val="tx1">
                    <a:lumMod val="65000"/>
                    <a:lumOff val="35000"/>
                  </a:schemeClr>
                </a:solidFill>
                <a:latin typeface="Arial" charset="0"/>
                <a:ea typeface="Arial" charset="0"/>
                <a:cs typeface="Arial" charset="0"/>
              </a:defRPr>
            </a:lvl1pPr>
            <a:lvl2pPr marL="486900" indent="-486900" hangingPunct="0">
              <a:lnSpc>
                <a:spcPct val="100000"/>
              </a:lnSpc>
              <a:spcBef>
                <a:spcPts val="1067"/>
              </a:spcBef>
              <a:buFont typeface=".AppleSystemUIFont" charset="-120"/>
              <a:buChar char="—"/>
              <a:defRPr sz="2133" b="0" i="0" baseline="0">
                <a:solidFill>
                  <a:schemeClr val="tx1">
                    <a:lumMod val="65000"/>
                    <a:lumOff val="35000"/>
                  </a:schemeClr>
                </a:solidFill>
                <a:latin typeface="Arial" charset="0"/>
                <a:ea typeface="Arial" charset="0"/>
                <a:cs typeface="Arial" charset="0"/>
              </a:defRPr>
            </a:lvl2pPr>
            <a:lvl3pPr marL="1217244" indent="0">
              <a:buNone/>
              <a:defRPr/>
            </a:lvl3pPr>
            <a:lvl4pPr marL="1825853" indent="0">
              <a:buNone/>
              <a:defRPr/>
            </a:lvl4pPr>
            <a:lvl5pPr marL="2434486" indent="0">
              <a:buNone/>
              <a:defRPr/>
            </a:lvl5pPr>
          </a:lstStyle>
          <a:p>
            <a:pPr lvl="0"/>
            <a:r>
              <a:rPr lang="en-US" dirty="0"/>
              <a:t>Body copy is Arial Regular, 16pt., single line spacing.</a:t>
            </a:r>
          </a:p>
          <a:p>
            <a:pPr lvl="1"/>
            <a:r>
              <a:rPr lang="en-US" dirty="0"/>
              <a:t>This is the bullet formatting. Always use and m-dash (instead of a traditional bullet), 8pt spacing before </a:t>
            </a:r>
          </a:p>
        </p:txBody>
      </p:sp>
      <p:sp>
        <p:nvSpPr>
          <p:cNvPr id="3" name="Text Placeholder 6"/>
          <p:cNvSpPr>
            <a:spLocks noGrp="1"/>
          </p:cNvSpPr>
          <p:nvPr>
            <p:ph type="body" sz="quarter" idx="11" hasCustomPrompt="1"/>
          </p:nvPr>
        </p:nvSpPr>
        <p:spPr>
          <a:xfrm>
            <a:off x="256124" y="422252"/>
            <a:ext cx="8887881" cy="533480"/>
          </a:xfrm>
          <a:prstGeom prst="rect">
            <a:avLst/>
          </a:prstGeom>
        </p:spPr>
        <p:txBody>
          <a:bodyPr wrap="square" lIns="0" tIns="0" rIns="0" bIns="0">
            <a:spAutoFit/>
          </a:bodyPr>
          <a:lstStyle>
            <a:lvl1pPr marL="0" indent="0">
              <a:spcBef>
                <a:spcPts val="800"/>
              </a:spcBef>
              <a:buFont typeface=".AppleSystemUIFont" charset="-120"/>
              <a:buNone/>
              <a:tabLst>
                <a:tab pos="608575" algn="l"/>
              </a:tabLst>
              <a:defRPr sz="3467" b="0" i="0" baseline="0">
                <a:solidFill>
                  <a:schemeClr val="accent1"/>
                </a:solidFill>
                <a:latin typeface="Arial" charset="0"/>
                <a:ea typeface="Arial" charset="0"/>
                <a:cs typeface="Arial" charset="0"/>
              </a:defRPr>
            </a:lvl1pPr>
            <a:lvl2pPr marL="486900" indent="-486900" hangingPunct="0">
              <a:lnSpc>
                <a:spcPct val="100000"/>
              </a:lnSpc>
              <a:spcBef>
                <a:spcPts val="1067"/>
              </a:spcBef>
              <a:buFont typeface=".AppleSystemUIFont" charset="-120"/>
              <a:buChar char="—"/>
              <a:defRPr sz="2400" b="0" i="0" baseline="0">
                <a:latin typeface="Arial" charset="0"/>
                <a:ea typeface="Arial" charset="0"/>
                <a:cs typeface="Arial" charset="0"/>
              </a:defRPr>
            </a:lvl2pPr>
            <a:lvl3pPr marL="1217244" indent="0">
              <a:buNone/>
              <a:defRPr/>
            </a:lvl3pPr>
            <a:lvl4pPr marL="1825853" indent="0">
              <a:buNone/>
              <a:defRPr/>
            </a:lvl4pPr>
            <a:lvl5pPr marL="2434486" indent="0">
              <a:buNone/>
              <a:defRPr/>
            </a:lvl5pPr>
          </a:lstStyle>
          <a:p>
            <a:pPr lvl="0"/>
            <a:r>
              <a:rPr lang="en-US" dirty="0"/>
              <a:t>Headline copy is Arial Regular, </a:t>
            </a:r>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lIns="91312" tIns="45656" rIns="91312" bIns="45656"/>
          <a:lstStyle/>
          <a:p>
            <a:pPr defTabSz="912927"/>
            <a:endParaRPr lang="en-US" sz="1867">
              <a:solidFill>
                <a:srgbClr val="000000"/>
              </a:solidFill>
            </a:endParaRPr>
          </a:p>
        </p:txBody>
      </p:sp>
      <p:sp>
        <p:nvSpPr>
          <p:cNvPr id="5" name="Footer Placeholder 4"/>
          <p:cNvSpPr>
            <a:spLocks noGrp="1"/>
          </p:cNvSpPr>
          <p:nvPr>
            <p:ph type="ftr" sz="quarter" idx="11"/>
          </p:nvPr>
        </p:nvSpPr>
        <p:spPr/>
        <p:txBody>
          <a:bodyPr/>
          <a:lstStyle/>
          <a:p>
            <a:r>
              <a:rPr lang="en-US">
                <a:solidFill>
                  <a:srgbClr val="FFFFFF"/>
                </a:solidFill>
              </a:rPr>
              <a:t>IBM Cloud  / February 08, 2018 / © 2018 IBM Corporation</a:t>
            </a:r>
          </a:p>
        </p:txBody>
      </p:sp>
      <p:sp>
        <p:nvSpPr>
          <p:cNvPr id="6" name="Slide Number Placeholder 5"/>
          <p:cNvSpPr>
            <a:spLocks noGrp="1"/>
          </p:cNvSpPr>
          <p:nvPr>
            <p:ph type="sldNum" sz="quarter" idx="12"/>
          </p:nvPr>
        </p:nvSpPr>
        <p:spPr/>
        <p:txBody>
          <a:bodyPr/>
          <a:lstStyle/>
          <a:p>
            <a:fld id="{F8A251BF-6BBF-2F44-9892-E72FBD1B3478}" type="slidenum">
              <a:rPr lang="en-US" smtClean="0">
                <a:solidFill>
                  <a:srgbClr val="FFFFFF"/>
                </a:solidFill>
              </a:rPr>
              <a:pPr/>
              <a:t>‹#›</a:t>
            </a:fld>
            <a:endParaRPr lang="en-US">
              <a:solidFill>
                <a:srgbClr val="FFFFFF"/>
              </a:solidFill>
            </a:endParaRPr>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Cover Slide">
    <p:bg>
      <p:bgPr>
        <a:gradFill>
          <a:gsLst>
            <a:gs pos="0">
              <a:schemeClr val="accent2"/>
            </a:gs>
            <a:gs pos="100000">
              <a:schemeClr val="tx1"/>
            </a:gs>
          </a:gsLst>
          <a:lin ang="0" scaled="0"/>
        </a:gradFill>
        <a:effectLst/>
      </p:bgPr>
    </p:bg>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a:xfrm>
            <a:off x="304800" y="6437376"/>
            <a:ext cx="8534400" cy="182880"/>
          </a:xfrm>
        </p:spPr>
        <p:txBody>
          <a:bodyPr/>
          <a:lstStyle>
            <a:lvl1pPr>
              <a:defRPr>
                <a:solidFill>
                  <a:schemeClr val="bg2"/>
                </a:solidFill>
              </a:defRPr>
            </a:lvl1pPr>
          </a:lstStyle>
          <a:p>
            <a:r>
              <a:rPr lang="en-US">
                <a:solidFill>
                  <a:srgbClr val="FFFFFF"/>
                </a:solidFill>
              </a:rPr>
              <a:t>IBM Cloud  / February 08, 2018 / © 2018 IBM Corporation</a:t>
            </a:r>
          </a:p>
        </p:txBody>
      </p:sp>
      <p:sp>
        <p:nvSpPr>
          <p:cNvPr id="4" name="Title 3"/>
          <p:cNvSpPr>
            <a:spLocks noGrp="1"/>
          </p:cNvSpPr>
          <p:nvPr>
            <p:ph type="title"/>
          </p:nvPr>
        </p:nvSpPr>
        <p:spPr>
          <a:xfrm>
            <a:off x="304803" y="271708"/>
            <a:ext cx="5486401" cy="5972459"/>
          </a:xfrm>
        </p:spPr>
        <p:txBody>
          <a:bodyPr/>
          <a:lstStyle>
            <a:lvl1pPr>
              <a:lnSpc>
                <a:spcPct val="90000"/>
              </a:lnSpc>
              <a:defRPr sz="3200" b="0">
                <a:solidFill>
                  <a:schemeClr val="bg2"/>
                </a:solidFill>
              </a:defRPr>
            </a:lvl1pPr>
          </a:lstStyle>
          <a:p>
            <a:r>
              <a:rPr lang="en-US"/>
              <a:t>Click to edit Master title style</a:t>
            </a:r>
            <a:endParaRPr lang="en-US" dirty="0"/>
          </a:p>
        </p:txBody>
      </p:sp>
      <p:pic>
        <p:nvPicPr>
          <p:cNvPr id="5" name="Picture 4"/>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1191751" y="321738"/>
            <a:ext cx="695452" cy="281940"/>
          </a:xfrm>
          <a:prstGeom prst="rect">
            <a:avLst/>
          </a:prstGeom>
        </p:spPr>
      </p:pic>
      <p:pic>
        <p:nvPicPr>
          <p:cNvPr id="7" name="Picture 6"/>
          <p:cNvPicPr>
            <a:picLocks noChangeAspect="1"/>
          </p:cNvPicPr>
          <p:nvPr userDrawn="1"/>
        </p:nvPicPr>
        <p:blipFill rotWithShape="1">
          <a:blip r:embed="rId3">
            <a:extLst>
              <a:ext uri="{28A0092B-C50C-407E-A947-70E740481C1C}">
                <a14:useLocalDpi xmlns:a14="http://schemas.microsoft.com/office/drawing/2010/main" val="0"/>
              </a:ext>
            </a:extLst>
          </a:blip>
          <a:srcRect l="15132" t="30197" r="15583" b="32340"/>
          <a:stretch/>
        </p:blipFill>
        <p:spPr>
          <a:xfrm>
            <a:off x="9880999" y="6139915"/>
            <a:ext cx="2098804" cy="531956"/>
          </a:xfrm>
          <a:prstGeom prst="rect">
            <a:avLst/>
          </a:prstGeom>
        </p:spPr>
      </p:pic>
      <p:pic>
        <p:nvPicPr>
          <p:cNvPr id="9" name="BCK_PEG_[01].png"/>
          <p:cNvPicPr>
            <a:picLocks noChangeAspect="1"/>
          </p:cNvPicPr>
          <p:nvPr userDrawn="1"/>
        </p:nvPicPr>
        <p:blipFill>
          <a:blip r:embed="rId4"/>
          <a:stretch>
            <a:fillRect/>
          </a:stretch>
        </p:blipFill>
        <p:spPr>
          <a:xfrm>
            <a:off x="4663064" y="2162168"/>
            <a:ext cx="2865872" cy="2533669"/>
          </a:xfrm>
          <a:prstGeom prst="rect">
            <a:avLst/>
          </a:prstGeom>
          <a:ln w="12700">
            <a:miter lim="400000"/>
          </a:ln>
        </p:spPr>
      </p:pic>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Divider">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lvl1pPr>
              <a:defRPr>
                <a:solidFill>
                  <a:schemeClr val="bg2"/>
                </a:solidFill>
              </a:defRPr>
            </a:lvl1pPr>
          </a:lstStyle>
          <a:p>
            <a:r>
              <a:rPr lang="en-US">
                <a:solidFill>
                  <a:srgbClr val="FFFFFF"/>
                </a:solidFill>
              </a:rPr>
              <a:t>IBM Cloud  / February 08, 2018 / © 2018 IBM Corporation</a:t>
            </a:r>
          </a:p>
        </p:txBody>
      </p:sp>
      <p:sp>
        <p:nvSpPr>
          <p:cNvPr id="4" name="Slide Number Placeholder 3"/>
          <p:cNvSpPr>
            <a:spLocks noGrp="1"/>
          </p:cNvSpPr>
          <p:nvPr>
            <p:ph type="sldNum" sz="quarter" idx="11"/>
          </p:nvPr>
        </p:nvSpPr>
        <p:spPr/>
        <p:txBody>
          <a:bodyPr/>
          <a:lstStyle>
            <a:lvl1pPr>
              <a:defRPr>
                <a:solidFill>
                  <a:schemeClr val="bg2"/>
                </a:solidFill>
              </a:defRPr>
            </a:lvl1pPr>
          </a:lstStyle>
          <a:p>
            <a:fld id="{3FD999D4-B456-9943-89B7-30D56181CE18}" type="slidenum">
              <a:rPr lang="en-US" smtClean="0">
                <a:solidFill>
                  <a:srgbClr val="FFFFFF"/>
                </a:solidFill>
              </a:rPr>
              <a:pPr/>
              <a:t>‹#›</a:t>
            </a:fld>
            <a:endParaRPr lang="en-US">
              <a:solidFill>
                <a:srgbClr val="FFFFFF"/>
              </a:solidFill>
            </a:endParaRPr>
          </a:p>
        </p:txBody>
      </p:sp>
      <p:sp>
        <p:nvSpPr>
          <p:cNvPr id="5" name="Title 4"/>
          <p:cNvSpPr>
            <a:spLocks noGrp="1"/>
          </p:cNvSpPr>
          <p:nvPr>
            <p:ph type="title"/>
          </p:nvPr>
        </p:nvSpPr>
        <p:spPr>
          <a:xfrm>
            <a:off x="304800" y="268224"/>
            <a:ext cx="5486400" cy="5991669"/>
          </a:xfrm>
        </p:spPr>
        <p:txBody>
          <a:bodyPr/>
          <a:lstStyle>
            <a:lvl1pPr>
              <a:lnSpc>
                <a:spcPct val="90000"/>
              </a:lnSpc>
              <a:defRPr>
                <a:solidFill>
                  <a:schemeClr val="bg2"/>
                </a:solidFill>
              </a:defRPr>
            </a:lvl1pPr>
          </a:lstStyle>
          <a:p>
            <a:r>
              <a:rPr lang="en-US"/>
              <a:t>Click to edit Master title style</a:t>
            </a:r>
            <a:endParaRPr lang="en-US" dirty="0"/>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Divider (with page contents)">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40968"/>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D0BE6F14-FF48-0F4F-A8AA-2E3F25371E4A}"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February 08, 2018 / © 2018 IBM Corporation</a:t>
            </a:r>
          </a:p>
        </p:txBody>
      </p:sp>
      <p:sp>
        <p:nvSpPr>
          <p:cNvPr id="6" name="Text Placeholder 5"/>
          <p:cNvSpPr>
            <a:spLocks noGrp="1"/>
          </p:cNvSpPr>
          <p:nvPr>
            <p:ph type="body" sz="quarter" idx="12"/>
          </p:nvPr>
        </p:nvSpPr>
        <p:spPr>
          <a:xfrm>
            <a:off x="304800" y="1498600"/>
            <a:ext cx="5486400" cy="4779264"/>
          </a:xfrm>
        </p:spPr>
        <p:txBody>
          <a:bodyPr/>
          <a:lstStyle>
            <a:lvl1pPr marL="0" indent="0">
              <a:spcBef>
                <a:spcPts val="0"/>
              </a:spcBef>
              <a:tabLst>
                <a:tab pos="5245006" algn="dec"/>
              </a:tabLst>
              <a:defRPr/>
            </a:lvl1pPr>
            <a:lvl2pPr marL="230370" indent="-230370">
              <a:spcBef>
                <a:spcPts val="0"/>
              </a:spcBef>
              <a:tabLst/>
              <a:defRPr/>
            </a:lvl2pPr>
            <a:lvl3pPr>
              <a:spcBef>
                <a:spcPts val="0"/>
              </a:spcBef>
              <a:defRPr/>
            </a:lvl3pPr>
            <a:lvl4pPr>
              <a:spcBef>
                <a:spcPts val="0"/>
              </a:spcBef>
              <a:defRPr/>
            </a:lvl4pPr>
            <a:lvl5pPr>
              <a:spcBef>
                <a:spcPts val="0"/>
              </a:spcBef>
              <a:defRPr/>
            </a:lvl5pPr>
          </a:lstStyle>
          <a:p>
            <a:pPr marL="0" marR="0" lvl="0" indent="0" algn="l" defTabSz="608575" rtl="0" eaLnBrk="1" fontAlgn="auto" latinLnBrk="0" hangingPunct="1">
              <a:lnSpc>
                <a:spcPct val="100000"/>
              </a:lnSpc>
              <a:spcBef>
                <a:spcPts val="0"/>
              </a:spcBef>
              <a:spcAft>
                <a:spcPts val="0"/>
              </a:spcAft>
              <a:buClrTx/>
              <a:buSzTx/>
              <a:buFont typeface="Arial"/>
              <a:buNone/>
              <a:tabLst>
                <a:tab pos="5355771" algn="r"/>
              </a:tabLst>
              <a:defRPr/>
            </a:pPr>
            <a:r>
              <a:rPr lang="en-US"/>
              <a:t>Edit Master text styles</a:t>
            </a:r>
          </a:p>
          <a:p>
            <a:pPr marL="0" marR="0" lvl="1" indent="0" algn="l" defTabSz="608575" rtl="0" eaLnBrk="1" fontAlgn="auto" latinLnBrk="0" hangingPunct="1">
              <a:lnSpc>
                <a:spcPct val="100000"/>
              </a:lnSpc>
              <a:spcBef>
                <a:spcPts val="0"/>
              </a:spcBef>
              <a:spcAft>
                <a:spcPts val="0"/>
              </a:spcAft>
              <a:buClrTx/>
              <a:buSzTx/>
              <a:buFont typeface="Arial"/>
              <a:buNone/>
              <a:tabLst>
                <a:tab pos="5355771" algn="r"/>
              </a:tabLst>
              <a:defRPr/>
            </a:pPr>
            <a:r>
              <a:rPr lang="en-US"/>
              <a:t>Second level</a:t>
            </a:r>
          </a:p>
          <a:p>
            <a:pPr marL="0" marR="0" lvl="2" indent="0" algn="l" defTabSz="608575" rtl="0" eaLnBrk="1" fontAlgn="auto" latinLnBrk="0" hangingPunct="1">
              <a:lnSpc>
                <a:spcPct val="100000"/>
              </a:lnSpc>
              <a:spcBef>
                <a:spcPts val="0"/>
              </a:spcBef>
              <a:spcAft>
                <a:spcPts val="0"/>
              </a:spcAft>
              <a:buClrTx/>
              <a:buSzTx/>
              <a:buFont typeface="Arial"/>
              <a:buNone/>
              <a:tabLst>
                <a:tab pos="5355771" algn="r"/>
              </a:tabLst>
              <a:defRPr/>
            </a:pPr>
            <a:r>
              <a:rPr lang="en-US"/>
              <a:t>Third level</a:t>
            </a:r>
          </a:p>
          <a:p>
            <a:pPr marL="0" marR="0" lvl="3" indent="0" algn="l" defTabSz="608575" rtl="0" eaLnBrk="1" fontAlgn="auto" latinLnBrk="0" hangingPunct="1">
              <a:lnSpc>
                <a:spcPct val="100000"/>
              </a:lnSpc>
              <a:spcBef>
                <a:spcPts val="0"/>
              </a:spcBef>
              <a:spcAft>
                <a:spcPts val="0"/>
              </a:spcAft>
              <a:buClrTx/>
              <a:buSzTx/>
              <a:buFont typeface="Arial"/>
              <a:buNone/>
              <a:tabLst>
                <a:tab pos="5355771" algn="r"/>
              </a:tabLst>
              <a:defRPr/>
            </a:pPr>
            <a:r>
              <a:rPr lang="en-US"/>
              <a:t>Fourth level</a:t>
            </a:r>
          </a:p>
          <a:p>
            <a:pPr marL="0" marR="0" lvl="4" indent="0" algn="l" defTabSz="608575" rtl="0" eaLnBrk="1" fontAlgn="auto" latinLnBrk="0" hangingPunct="1">
              <a:lnSpc>
                <a:spcPct val="100000"/>
              </a:lnSpc>
              <a:spcBef>
                <a:spcPts val="0"/>
              </a:spcBef>
              <a:spcAft>
                <a:spcPts val="0"/>
              </a:spcAft>
              <a:buClrTx/>
              <a:buSzTx/>
              <a:buFont typeface="Arial"/>
              <a:buNone/>
              <a:tabLst>
                <a:tab pos="5355771" algn="r"/>
              </a:tabLst>
              <a:defRPr/>
            </a:pPr>
            <a:r>
              <a:rPr lang="en-US"/>
              <a:t>Fifth level</a:t>
            </a:r>
            <a:endParaRPr lang="en-US" dirty="0"/>
          </a:p>
        </p:txBody>
      </p:sp>
      <p:sp>
        <p:nvSpPr>
          <p:cNvPr id="7" name="Text Placeholder 6"/>
          <p:cNvSpPr>
            <a:spLocks noGrp="1"/>
          </p:cNvSpPr>
          <p:nvPr>
            <p:ph type="body" sz="quarter" idx="13"/>
          </p:nvPr>
        </p:nvSpPr>
        <p:spPr>
          <a:xfrm>
            <a:off x="6400800" y="1498600"/>
            <a:ext cx="5486400" cy="4779264"/>
          </a:xfrm>
        </p:spPr>
        <p:txBody>
          <a:bodyPr/>
          <a:lstStyle>
            <a:lvl1pPr marL="0" indent="0">
              <a:spcBef>
                <a:spcPts val="0"/>
              </a:spcBef>
              <a:tabLst>
                <a:tab pos="5245006" algn="dec"/>
              </a:tabLst>
              <a:defRPr/>
            </a:lvl1pPr>
            <a:lvl2pPr>
              <a:spcBef>
                <a:spcPts val="0"/>
              </a:spcBef>
              <a:defRPr/>
            </a:lvl2pPr>
            <a:lvl3pPr>
              <a:spcBef>
                <a:spcPts val="0"/>
              </a:spcBef>
              <a:defRPr/>
            </a:lvl3pPr>
            <a:lvl4pPr>
              <a:spcBef>
                <a:spcPts val="0"/>
              </a:spcBef>
              <a:defRPr/>
            </a:lvl4pPr>
            <a:lvl5pPr>
              <a:spcBef>
                <a:spcPts val="0"/>
              </a:spcBef>
              <a:defRPr/>
            </a:lvl5pPr>
          </a:lstStyle>
          <a:p>
            <a:pPr marL="0" marR="0" lvl="0" indent="0" algn="l" defTabSz="608575" rtl="0" eaLnBrk="1" fontAlgn="auto" latinLnBrk="0" hangingPunct="1">
              <a:lnSpc>
                <a:spcPct val="100000"/>
              </a:lnSpc>
              <a:spcBef>
                <a:spcPts val="1467"/>
              </a:spcBef>
              <a:spcAft>
                <a:spcPts val="0"/>
              </a:spcAft>
              <a:buClrTx/>
              <a:buSzTx/>
              <a:buFont typeface="Arial"/>
              <a:buNone/>
              <a:tabLst>
                <a:tab pos="5355771" algn="r"/>
              </a:tabLst>
              <a:defRPr/>
            </a:pPr>
            <a:r>
              <a:rPr lang="en-US"/>
              <a:t>Edit Master text styles</a:t>
            </a:r>
          </a:p>
          <a:p>
            <a:pPr marL="0" marR="0" lvl="1" indent="0" algn="l" defTabSz="608575" rtl="0" eaLnBrk="1" fontAlgn="auto" latinLnBrk="0" hangingPunct="1">
              <a:lnSpc>
                <a:spcPct val="100000"/>
              </a:lnSpc>
              <a:spcBef>
                <a:spcPts val="1467"/>
              </a:spcBef>
              <a:spcAft>
                <a:spcPts val="0"/>
              </a:spcAft>
              <a:buClrTx/>
              <a:buSzTx/>
              <a:buFont typeface="Arial"/>
              <a:buNone/>
              <a:tabLst>
                <a:tab pos="5355771" algn="r"/>
              </a:tabLst>
              <a:defRPr/>
            </a:pPr>
            <a:r>
              <a:rPr lang="en-US"/>
              <a:t>Second level</a:t>
            </a:r>
          </a:p>
          <a:p>
            <a:pPr marL="0" marR="0" lvl="2" indent="0" algn="l" defTabSz="608575" rtl="0" eaLnBrk="1" fontAlgn="auto" latinLnBrk="0" hangingPunct="1">
              <a:lnSpc>
                <a:spcPct val="100000"/>
              </a:lnSpc>
              <a:spcBef>
                <a:spcPts val="1467"/>
              </a:spcBef>
              <a:spcAft>
                <a:spcPts val="0"/>
              </a:spcAft>
              <a:buClrTx/>
              <a:buSzTx/>
              <a:buFont typeface="Arial"/>
              <a:buNone/>
              <a:tabLst>
                <a:tab pos="5355771" algn="r"/>
              </a:tabLst>
              <a:defRPr/>
            </a:pPr>
            <a:r>
              <a:rPr lang="en-US"/>
              <a:t>Third level</a:t>
            </a:r>
          </a:p>
          <a:p>
            <a:pPr marL="0" marR="0" lvl="3" indent="0" algn="l" defTabSz="608575" rtl="0" eaLnBrk="1" fontAlgn="auto" latinLnBrk="0" hangingPunct="1">
              <a:lnSpc>
                <a:spcPct val="100000"/>
              </a:lnSpc>
              <a:spcBef>
                <a:spcPts val="1467"/>
              </a:spcBef>
              <a:spcAft>
                <a:spcPts val="0"/>
              </a:spcAft>
              <a:buClrTx/>
              <a:buSzTx/>
              <a:buFont typeface="Arial"/>
              <a:buNone/>
              <a:tabLst>
                <a:tab pos="5355771" algn="r"/>
              </a:tabLst>
              <a:defRPr/>
            </a:pPr>
            <a:r>
              <a:rPr lang="en-US"/>
              <a:t>Fourth level</a:t>
            </a:r>
          </a:p>
          <a:p>
            <a:pPr marL="0" marR="0" lvl="4" indent="0" algn="l" defTabSz="608575" rtl="0" eaLnBrk="1" fontAlgn="auto" latinLnBrk="0" hangingPunct="1">
              <a:lnSpc>
                <a:spcPct val="100000"/>
              </a:lnSpc>
              <a:spcBef>
                <a:spcPts val="1467"/>
              </a:spcBef>
              <a:spcAft>
                <a:spcPts val="0"/>
              </a:spcAft>
              <a:buClrTx/>
              <a:buSzTx/>
              <a:buFont typeface="Arial"/>
              <a:buNone/>
              <a:tabLst>
                <a:tab pos="5355771" algn="r"/>
              </a:tabLst>
              <a:defRPr/>
            </a:pPr>
            <a:r>
              <a:rPr lang="en-US"/>
              <a:t>Fifth level</a:t>
            </a:r>
            <a:endParaRPr lang="en-US" dirty="0"/>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p:cSld name="fact, number">
    <p:spTree>
      <p:nvGrpSpPr>
        <p:cNvPr id="1" name=""/>
        <p:cNvGrpSpPr/>
        <p:nvPr/>
      </p:nvGrpSpPr>
      <p:grpSpPr>
        <a:xfrm>
          <a:off x="0" y="0"/>
          <a:ext cx="0" cy="0"/>
          <a:chOff x="0" y="0"/>
          <a:chExt cx="0" cy="0"/>
        </a:xfrm>
      </p:grpSpPr>
      <p:sp>
        <p:nvSpPr>
          <p:cNvPr id="2" name="Title 1"/>
          <p:cNvSpPr>
            <a:spLocks noGrp="1"/>
          </p:cNvSpPr>
          <p:nvPr>
            <p:ph type="title"/>
          </p:nvPr>
        </p:nvSpPr>
        <p:spPr>
          <a:xfrm>
            <a:off x="304800" y="280424"/>
            <a:ext cx="5486400" cy="1338409"/>
          </a:xfrm>
        </p:spPr>
        <p:txBody>
          <a:bodyPr/>
          <a:lstStyle>
            <a:lvl1pPr>
              <a:defRPr sz="2133">
                <a:solidFill>
                  <a:schemeClr val="bg2"/>
                </a:solidFill>
              </a:defRPr>
            </a:lvl1p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lvl1pPr>
              <a:defRPr>
                <a:solidFill>
                  <a:schemeClr val="bg2"/>
                </a:solidFill>
              </a:defRPr>
            </a:lvl1p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lvl1pPr>
              <a:defRPr>
                <a:solidFill>
                  <a:schemeClr val="bg2"/>
                </a:solidFill>
              </a:defRPr>
            </a:lvl1pPr>
          </a:lstStyle>
          <a:p>
            <a:r>
              <a:rPr lang="en-US">
                <a:solidFill>
                  <a:srgbClr val="FFFFFF"/>
                </a:solidFill>
              </a:rPr>
              <a:t>IBM Cloud  / February 08, 2018 / © 2018 IBM Corporation</a:t>
            </a:r>
          </a:p>
        </p:txBody>
      </p:sp>
      <p:sp>
        <p:nvSpPr>
          <p:cNvPr id="8" name="Text Placeholder 7"/>
          <p:cNvSpPr>
            <a:spLocks noGrp="1"/>
          </p:cNvSpPr>
          <p:nvPr>
            <p:ph type="body" sz="quarter" idx="12"/>
          </p:nvPr>
        </p:nvSpPr>
        <p:spPr>
          <a:xfrm>
            <a:off x="192501" y="1354244"/>
            <a:ext cx="5486400" cy="4145280"/>
          </a:xfrm>
        </p:spPr>
        <p:txBody>
          <a:bodyPr/>
          <a:lstStyle>
            <a:lvl1pPr>
              <a:lnSpc>
                <a:spcPct val="90000"/>
              </a:lnSpc>
              <a:spcBef>
                <a:spcPts val="0"/>
              </a:spcBef>
              <a:defRPr sz="12800" b="1" baseline="0">
                <a:solidFill>
                  <a:schemeClr val="bg2"/>
                </a:solidFill>
                <a:latin typeface="+mj-lt"/>
                <a:ea typeface="IBM Plex Mono" charset="0"/>
                <a:cs typeface="IBM Plex Mono" charset="0"/>
              </a:defRPr>
            </a:lvl1pPr>
          </a:lstStyle>
          <a:p>
            <a:pPr lvl="0"/>
            <a:r>
              <a:rPr lang="en-US"/>
              <a:t>Edit Master text styles</a:t>
            </a:r>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p:cSld name="fact, number, half-image (bleeds)">
    <p:spTree>
      <p:nvGrpSpPr>
        <p:cNvPr id="1" name=""/>
        <p:cNvGrpSpPr/>
        <p:nvPr/>
      </p:nvGrpSpPr>
      <p:grpSpPr>
        <a:xfrm>
          <a:off x="0" y="0"/>
          <a:ext cx="0" cy="0"/>
          <a:chOff x="0" y="0"/>
          <a:chExt cx="0" cy="0"/>
        </a:xfrm>
      </p:grpSpPr>
      <p:sp>
        <p:nvSpPr>
          <p:cNvPr id="2" name="Title 1"/>
          <p:cNvSpPr>
            <a:spLocks noGrp="1"/>
          </p:cNvSpPr>
          <p:nvPr>
            <p:ph type="title"/>
          </p:nvPr>
        </p:nvSpPr>
        <p:spPr>
          <a:xfrm>
            <a:off x="304800" y="280424"/>
            <a:ext cx="5486400" cy="1338409"/>
          </a:xfrm>
        </p:spPr>
        <p:txBody>
          <a:bodyPr/>
          <a:lstStyle>
            <a:lvl1pPr>
              <a:defRPr sz="2133">
                <a:solidFill>
                  <a:schemeClr val="bg2"/>
                </a:solidFill>
              </a:defRPr>
            </a:lvl1p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lvl1pPr>
              <a:defRPr>
                <a:solidFill>
                  <a:schemeClr val="bg2"/>
                </a:solidFill>
              </a:defRPr>
            </a:lvl1p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lvl1pPr>
              <a:defRPr>
                <a:solidFill>
                  <a:schemeClr val="bg2"/>
                </a:solidFill>
              </a:defRPr>
            </a:lvl1pPr>
          </a:lstStyle>
          <a:p>
            <a:r>
              <a:rPr lang="en-US">
                <a:solidFill>
                  <a:srgbClr val="FFFFFF"/>
                </a:solidFill>
              </a:rPr>
              <a:t>IBM Cloud  / February 08, 2018 / © 2018 IBM Corporation</a:t>
            </a:r>
          </a:p>
        </p:txBody>
      </p:sp>
      <p:sp>
        <p:nvSpPr>
          <p:cNvPr id="8" name="Text Placeholder 7"/>
          <p:cNvSpPr>
            <a:spLocks noGrp="1"/>
          </p:cNvSpPr>
          <p:nvPr>
            <p:ph type="body" sz="quarter" idx="12"/>
          </p:nvPr>
        </p:nvSpPr>
        <p:spPr>
          <a:xfrm>
            <a:off x="192501" y="1354244"/>
            <a:ext cx="5486400" cy="4145280"/>
          </a:xfrm>
        </p:spPr>
        <p:txBody>
          <a:bodyPr/>
          <a:lstStyle>
            <a:lvl1pPr>
              <a:lnSpc>
                <a:spcPct val="90000"/>
              </a:lnSpc>
              <a:spcBef>
                <a:spcPts val="0"/>
              </a:spcBef>
              <a:defRPr sz="12800" b="1" baseline="0">
                <a:solidFill>
                  <a:schemeClr val="bg2"/>
                </a:solidFill>
                <a:latin typeface="+mj-lt"/>
                <a:ea typeface="IBM Plex Mono" charset="0"/>
                <a:cs typeface="IBM Plex Mono" charset="0"/>
              </a:defRPr>
            </a:lvl1pPr>
          </a:lstStyle>
          <a:p>
            <a:pPr lvl="0"/>
            <a:r>
              <a:rPr lang="en-US"/>
              <a:t>Edit Master text styles</a:t>
            </a:r>
          </a:p>
        </p:txBody>
      </p:sp>
      <p:sp>
        <p:nvSpPr>
          <p:cNvPr id="6" name="Picture Placeholder 5"/>
          <p:cNvSpPr>
            <a:spLocks noGrp="1"/>
          </p:cNvSpPr>
          <p:nvPr>
            <p:ph type="pic" sz="quarter" idx="13"/>
          </p:nvPr>
        </p:nvSpPr>
        <p:spPr>
          <a:xfrm>
            <a:off x="6096000" y="0"/>
            <a:ext cx="6096000" cy="6858000"/>
          </a:xfrm>
        </p:spPr>
        <p:txBody>
          <a:bodyPr/>
          <a:lstStyle>
            <a:lvl1pPr>
              <a:defRPr>
                <a:solidFill>
                  <a:schemeClr val="bg2"/>
                </a:solidFill>
              </a:defRPr>
            </a:lvl1pPr>
          </a:lstStyle>
          <a:p>
            <a:r>
              <a:rPr lang="en-US"/>
              <a:t>Click icon to add picture</a:t>
            </a:r>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p:cSld name="big text">
    <p:spTree>
      <p:nvGrpSpPr>
        <p:cNvPr id="1" name=""/>
        <p:cNvGrpSpPr/>
        <p:nvPr/>
      </p:nvGrpSpPr>
      <p:grpSpPr>
        <a:xfrm>
          <a:off x="0" y="0"/>
          <a:ext cx="0" cy="0"/>
          <a:chOff x="0" y="0"/>
          <a:chExt cx="0" cy="0"/>
        </a:xfrm>
      </p:grpSpPr>
      <p:sp>
        <p:nvSpPr>
          <p:cNvPr id="2" name="Title 1"/>
          <p:cNvSpPr>
            <a:spLocks noGrp="1"/>
          </p:cNvSpPr>
          <p:nvPr>
            <p:ph type="title"/>
          </p:nvPr>
        </p:nvSpPr>
        <p:spPr>
          <a:xfrm>
            <a:off x="208544" y="112949"/>
            <a:ext cx="11582400" cy="5964767"/>
          </a:xfrm>
        </p:spPr>
        <p:txBody>
          <a:bodyPr/>
          <a:lstStyle>
            <a:lvl1pPr>
              <a:lnSpc>
                <a:spcPct val="90000"/>
              </a:lnSpc>
              <a:defRPr sz="12800" b="1" i="0">
                <a:latin typeface="+mj-lt"/>
                <a:ea typeface="IBM Plex Mono" charset="0"/>
                <a:cs typeface="IBM Plex Mono" charset="0"/>
              </a:defRPr>
            </a:lvl1p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February 08, 2018 / © 2018 IBM Corporation</a:t>
            </a: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7"/>
            <a:ext cx="6916616" cy="6027740"/>
          </a:xfrm>
        </p:spPr>
        <p:txBody>
          <a:bodyPr/>
          <a:lstStyle>
            <a:lvl1pPr marL="156373" indent="-156373">
              <a:tabLst/>
              <a:defRPr>
                <a:solidFill>
                  <a:schemeClr val="bg2"/>
                </a:solidFill>
              </a:defRPr>
            </a:lvl1p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lvl1pPr>
              <a:defRPr>
                <a:solidFill>
                  <a:schemeClr val="bg2"/>
                </a:solidFill>
              </a:defRPr>
            </a:lvl1p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lvl1pPr>
              <a:defRPr>
                <a:solidFill>
                  <a:schemeClr val="bg2"/>
                </a:solidFill>
              </a:defRPr>
            </a:lvl1pPr>
          </a:lstStyle>
          <a:p>
            <a:r>
              <a:rPr lang="en-US">
                <a:solidFill>
                  <a:srgbClr val="FFFFFF"/>
                </a:solidFill>
              </a:rPr>
              <a:t>IBM Cloud  / February 08, 2018 / © 2018 IBM Corporation</a:t>
            </a: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section, title, text">
    <p:spTree>
      <p:nvGrpSpPr>
        <p:cNvPr id="1" name=""/>
        <p:cNvGrpSpPr/>
        <p:nvPr/>
      </p:nvGrpSpPr>
      <p:grpSpPr>
        <a:xfrm>
          <a:off x="0" y="0"/>
          <a:ext cx="0" cy="0"/>
          <a:chOff x="0" y="0"/>
          <a:chExt cx="0" cy="0"/>
        </a:xfrm>
      </p:grpSpPr>
      <p:sp>
        <p:nvSpPr>
          <p:cNvPr id="2" name="Title 1"/>
          <p:cNvSpPr>
            <a:spLocks noGrp="1"/>
          </p:cNvSpPr>
          <p:nvPr>
            <p:ph type="title"/>
          </p:nvPr>
        </p:nvSpPr>
        <p:spPr>
          <a:xfrm>
            <a:off x="304800" y="548640"/>
            <a:ext cx="5486400" cy="5770733"/>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February 08, 2018 / © 2018 IBM Corporation</a:t>
            </a:r>
          </a:p>
        </p:txBody>
      </p:sp>
      <p:sp>
        <p:nvSpPr>
          <p:cNvPr id="6" name="Text Placeholder 5"/>
          <p:cNvSpPr>
            <a:spLocks noGrp="1"/>
          </p:cNvSpPr>
          <p:nvPr>
            <p:ph type="body" sz="quarter" idx="12"/>
          </p:nvPr>
        </p:nvSpPr>
        <p:spPr>
          <a:xfrm>
            <a:off x="6400800" y="658368"/>
            <a:ext cx="5486400" cy="5599640"/>
          </a:xfrm>
        </p:spPr>
        <p:txBody>
          <a:bodyPr/>
          <a:lstStyle>
            <a:lvl1pPr>
              <a:spcBef>
                <a:spcPts val="1467"/>
              </a:spcBef>
              <a:spcAft>
                <a:spcPts val="0"/>
              </a:spcAft>
              <a:defRPr/>
            </a:lvl1pPr>
            <a:lvl2pPr>
              <a:spcBef>
                <a:spcPts val="1467"/>
              </a:spcBef>
              <a:defRPr/>
            </a:lvl2pPr>
            <a:lvl3pPr>
              <a:spcBef>
                <a:spcPts val="1467"/>
              </a:spcBef>
              <a:defRPr/>
            </a:lvl3pPr>
            <a:lvl4pPr>
              <a:spcBef>
                <a:spcPts val="1467"/>
              </a:spcBef>
              <a:defRPr/>
            </a:lvl4pPr>
            <a:lvl5pPr>
              <a:spcBef>
                <a:spcPts val="1467"/>
              </a:spcBef>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1"/>
          <p:cNvSpPr>
            <a:spLocks noGrp="1"/>
          </p:cNvSpPr>
          <p:nvPr>
            <p:ph type="body" sz="quarter" idx="13"/>
          </p:nvPr>
        </p:nvSpPr>
        <p:spPr>
          <a:xfrm>
            <a:off x="304800" y="267503"/>
            <a:ext cx="5486400" cy="400049"/>
          </a:xfrm>
        </p:spPr>
        <p:txBody>
          <a:bodyPr/>
          <a:lstStyle>
            <a:lvl1pPr>
              <a:defRPr sz="1467"/>
            </a:lvl1pPr>
          </a:lstStyle>
          <a:p>
            <a:pPr lvl="0"/>
            <a:r>
              <a:rPr lang="en-US"/>
              <a:t>Edit Master text styles</a:t>
            </a: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p:cSld name="title, text (two columns)">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279144"/>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February 08, 2018 / © 2018 IBM Corporation</a:t>
            </a:r>
          </a:p>
        </p:txBody>
      </p:sp>
      <p:sp>
        <p:nvSpPr>
          <p:cNvPr id="8" name="Text Placeholder 7"/>
          <p:cNvSpPr>
            <a:spLocks noGrp="1"/>
          </p:cNvSpPr>
          <p:nvPr>
            <p:ph type="body" sz="quarter" idx="12"/>
          </p:nvPr>
        </p:nvSpPr>
        <p:spPr>
          <a:xfrm>
            <a:off x="304800" y="1499624"/>
            <a:ext cx="5486400" cy="4781127"/>
          </a:xfrm>
        </p:spPr>
        <p:txBody>
          <a:bodyPr/>
          <a:lstStyle>
            <a:lvl1pPr>
              <a:spcBef>
                <a:spcPts val="0"/>
              </a:spcBef>
              <a:defRPr sz="1867"/>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9"/>
          <p:cNvSpPr>
            <a:spLocks noGrp="1"/>
          </p:cNvSpPr>
          <p:nvPr>
            <p:ph type="body" sz="quarter" idx="13"/>
          </p:nvPr>
        </p:nvSpPr>
        <p:spPr>
          <a:xfrm>
            <a:off x="6400800" y="1499624"/>
            <a:ext cx="5486400" cy="4781127"/>
          </a:xfrm>
        </p:spPr>
        <p:txBody>
          <a:bodyPr/>
          <a:lstStyle>
            <a:lvl1pPr>
              <a:spcBef>
                <a:spcPts val="0"/>
              </a:spcBef>
              <a:defRPr sz="1867"/>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section, title, text (two columns)">
    <p:spTree>
      <p:nvGrpSpPr>
        <p:cNvPr id="1" name=""/>
        <p:cNvGrpSpPr/>
        <p:nvPr/>
      </p:nvGrpSpPr>
      <p:grpSpPr>
        <a:xfrm>
          <a:off x="0" y="0"/>
          <a:ext cx="0" cy="0"/>
          <a:chOff x="0" y="0"/>
          <a:chExt cx="0" cy="0"/>
        </a:xfrm>
      </p:grpSpPr>
      <p:sp>
        <p:nvSpPr>
          <p:cNvPr id="2" name="Title 1"/>
          <p:cNvSpPr>
            <a:spLocks noGrp="1"/>
          </p:cNvSpPr>
          <p:nvPr>
            <p:ph type="title"/>
          </p:nvPr>
        </p:nvSpPr>
        <p:spPr>
          <a:xfrm>
            <a:off x="304800" y="548640"/>
            <a:ext cx="8534400" cy="853440"/>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February 08, 2018 / © 2018 IBM Corporation</a:t>
            </a:r>
          </a:p>
        </p:txBody>
      </p:sp>
      <p:sp>
        <p:nvSpPr>
          <p:cNvPr id="6" name="Text Placeholder 5"/>
          <p:cNvSpPr>
            <a:spLocks noGrp="1"/>
          </p:cNvSpPr>
          <p:nvPr>
            <p:ph type="body" sz="quarter" idx="12"/>
          </p:nvPr>
        </p:nvSpPr>
        <p:spPr>
          <a:xfrm>
            <a:off x="6400800" y="1457960"/>
            <a:ext cx="5486400" cy="4786208"/>
          </a:xfrm>
        </p:spPr>
        <p:txBody>
          <a:bodyPr/>
          <a:lstStyle>
            <a:lvl1pPr>
              <a:defRPr sz="2133"/>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1"/>
          <p:cNvSpPr>
            <a:spLocks noGrp="1"/>
          </p:cNvSpPr>
          <p:nvPr>
            <p:ph type="body" sz="quarter" idx="13"/>
          </p:nvPr>
        </p:nvSpPr>
        <p:spPr>
          <a:xfrm>
            <a:off x="304800" y="268235"/>
            <a:ext cx="5486400" cy="400049"/>
          </a:xfrm>
        </p:spPr>
        <p:txBody>
          <a:bodyPr/>
          <a:lstStyle>
            <a:lvl1pPr>
              <a:defRPr sz="1467"/>
            </a:lvl1pPr>
          </a:lstStyle>
          <a:p>
            <a:pPr lvl="0"/>
            <a:r>
              <a:rPr lang="en-US"/>
              <a:t>Edit Master text styles</a:t>
            </a:r>
          </a:p>
        </p:txBody>
      </p:sp>
      <p:sp>
        <p:nvSpPr>
          <p:cNvPr id="7" name="Text Placeholder 6"/>
          <p:cNvSpPr>
            <a:spLocks noGrp="1"/>
          </p:cNvSpPr>
          <p:nvPr>
            <p:ph type="body" sz="quarter" idx="14"/>
          </p:nvPr>
        </p:nvSpPr>
        <p:spPr>
          <a:xfrm>
            <a:off x="304800" y="1457972"/>
            <a:ext cx="5486400" cy="4786207"/>
          </a:xfrm>
        </p:spPr>
        <p:txBody>
          <a:bodyPr/>
          <a:lstStyle>
            <a:lvl1pPr>
              <a:defRPr sz="2133"/>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p:cSld name="title, text (two columns, different text sizes)">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669544"/>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lvl1pPr>
              <a:defRPr>
                <a:latin typeface="+mn-lt"/>
              </a:defRPr>
            </a:lvl1p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lvl1pPr>
              <a:defRPr>
                <a:latin typeface="+mn-lt"/>
              </a:defRPr>
            </a:lvl1pPr>
          </a:lstStyle>
          <a:p>
            <a:r>
              <a:rPr lang="en-US">
                <a:solidFill>
                  <a:srgbClr val="FFFFFF"/>
                </a:solidFill>
              </a:rPr>
              <a:t>IBM Cloud  / February 08, 2018 / © 2018 IBM Corporation</a:t>
            </a:r>
          </a:p>
        </p:txBody>
      </p:sp>
      <p:sp>
        <p:nvSpPr>
          <p:cNvPr id="6" name="Content Placeholder 5"/>
          <p:cNvSpPr>
            <a:spLocks noGrp="1"/>
          </p:cNvSpPr>
          <p:nvPr>
            <p:ph sz="quarter" idx="12"/>
          </p:nvPr>
        </p:nvSpPr>
        <p:spPr>
          <a:xfrm>
            <a:off x="304800" y="1327367"/>
            <a:ext cx="5486400" cy="4916809"/>
          </a:xfrm>
        </p:spPr>
        <p:txBody>
          <a:bodyPr/>
          <a:lstStyle>
            <a:lvl1pPr>
              <a:defRPr sz="3200"/>
            </a:lvl1pPr>
          </a:lstStyle>
          <a:p>
            <a:pPr lvl="0"/>
            <a:r>
              <a:rPr lang="en-US"/>
              <a:t>Edit Master text styles</a:t>
            </a:r>
          </a:p>
        </p:txBody>
      </p:sp>
      <p:sp>
        <p:nvSpPr>
          <p:cNvPr id="8" name="Content Placeholder 7"/>
          <p:cNvSpPr>
            <a:spLocks noGrp="1"/>
          </p:cNvSpPr>
          <p:nvPr>
            <p:ph sz="quarter" idx="13"/>
          </p:nvPr>
        </p:nvSpPr>
        <p:spPr>
          <a:xfrm>
            <a:off x="6400800" y="1488872"/>
            <a:ext cx="5486400" cy="4755303"/>
          </a:xfrm>
        </p:spPr>
        <p:txBody>
          <a:bodyPr/>
          <a:lstStyle>
            <a:lvl1pPr>
              <a:defRPr sz="1867"/>
            </a:lvl1pPr>
            <a:lvl2pPr>
              <a:defRPr sz="1867"/>
            </a:lvl2pPr>
            <a:lvl3pPr>
              <a:defRPr sz="1867"/>
            </a:lvl3pPr>
            <a:lvl4pPr>
              <a:defRPr sz="1867"/>
            </a:lvl4pPr>
            <a:lvl5pPr>
              <a:defRPr sz="18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p:cSld name="section, title, text (four columns)">
    <p:spTree>
      <p:nvGrpSpPr>
        <p:cNvPr id="1" name=""/>
        <p:cNvGrpSpPr/>
        <p:nvPr/>
      </p:nvGrpSpPr>
      <p:grpSpPr>
        <a:xfrm>
          <a:off x="0" y="0"/>
          <a:ext cx="0" cy="0"/>
          <a:chOff x="0" y="0"/>
          <a:chExt cx="0" cy="0"/>
        </a:xfrm>
      </p:grpSpPr>
      <p:sp>
        <p:nvSpPr>
          <p:cNvPr id="2" name="Title 1"/>
          <p:cNvSpPr>
            <a:spLocks noGrp="1"/>
          </p:cNvSpPr>
          <p:nvPr>
            <p:ph type="title"/>
          </p:nvPr>
        </p:nvSpPr>
        <p:spPr>
          <a:xfrm>
            <a:off x="304800" y="548640"/>
            <a:ext cx="8534400" cy="853440"/>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February 08, 2018 / © 2018 IBM Corporation</a:t>
            </a:r>
          </a:p>
        </p:txBody>
      </p:sp>
      <p:sp>
        <p:nvSpPr>
          <p:cNvPr id="6" name="Text Placeholder 5"/>
          <p:cNvSpPr>
            <a:spLocks noGrp="1"/>
          </p:cNvSpPr>
          <p:nvPr>
            <p:ph type="body" sz="quarter" idx="12"/>
          </p:nvPr>
        </p:nvSpPr>
        <p:spPr>
          <a:xfrm>
            <a:off x="6400800" y="1457972"/>
            <a:ext cx="2438400" cy="4786207"/>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1"/>
          <p:cNvSpPr>
            <a:spLocks noGrp="1"/>
          </p:cNvSpPr>
          <p:nvPr>
            <p:ph type="body" sz="quarter" idx="13"/>
          </p:nvPr>
        </p:nvSpPr>
        <p:spPr>
          <a:xfrm>
            <a:off x="304800" y="268235"/>
            <a:ext cx="5486400" cy="400049"/>
          </a:xfrm>
        </p:spPr>
        <p:txBody>
          <a:bodyPr/>
          <a:lstStyle>
            <a:lvl1pPr>
              <a:defRPr sz="1467"/>
            </a:lvl1pPr>
          </a:lstStyle>
          <a:p>
            <a:pPr lvl="0"/>
            <a:r>
              <a:rPr lang="en-US"/>
              <a:t>Edit Master text styles</a:t>
            </a:r>
          </a:p>
        </p:txBody>
      </p:sp>
      <p:sp>
        <p:nvSpPr>
          <p:cNvPr id="7" name="Text Placeholder 6"/>
          <p:cNvSpPr>
            <a:spLocks noGrp="1"/>
          </p:cNvSpPr>
          <p:nvPr>
            <p:ph type="body" sz="quarter" idx="14"/>
          </p:nvPr>
        </p:nvSpPr>
        <p:spPr>
          <a:xfrm>
            <a:off x="304800" y="1457972"/>
            <a:ext cx="2438400" cy="4786207"/>
          </a:xfrm>
        </p:spPr>
        <p:txBody>
          <a:bodyPr/>
          <a:lstStyle>
            <a:lvl1pPr>
              <a:spcBef>
                <a:spcPts val="1467"/>
              </a:spcBef>
              <a:defRPr sz="2133"/>
            </a:lvl1pPr>
            <a:lvl2pPr marL="0" indent="0">
              <a:spcBef>
                <a:spcPts val="1467"/>
              </a:spcBef>
              <a:buFontTx/>
              <a:buNone/>
              <a:defRPr sz="1467"/>
            </a:lvl2pPr>
            <a:lvl3pPr>
              <a:defRPr sz="1467"/>
            </a:lvl3pPr>
            <a:lvl4pPr>
              <a:defRPr sz="1467"/>
            </a:lvl4pPr>
            <a:lvl5pPr>
              <a:defRPr sz="14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7"/>
          <p:cNvSpPr>
            <a:spLocks noGrp="1"/>
          </p:cNvSpPr>
          <p:nvPr>
            <p:ph type="body" sz="quarter" idx="15"/>
          </p:nvPr>
        </p:nvSpPr>
        <p:spPr>
          <a:xfrm>
            <a:off x="3352800" y="1457972"/>
            <a:ext cx="2438400" cy="4786207"/>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9"/>
          <p:cNvSpPr>
            <a:spLocks noGrp="1"/>
          </p:cNvSpPr>
          <p:nvPr>
            <p:ph type="body" sz="quarter" idx="16"/>
          </p:nvPr>
        </p:nvSpPr>
        <p:spPr>
          <a:xfrm>
            <a:off x="9448800" y="1457972"/>
            <a:ext cx="2438400" cy="4786207"/>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p:cSld name="section, title, text, half-image">
    <p:spTree>
      <p:nvGrpSpPr>
        <p:cNvPr id="1" name=""/>
        <p:cNvGrpSpPr/>
        <p:nvPr/>
      </p:nvGrpSpPr>
      <p:grpSpPr>
        <a:xfrm>
          <a:off x="0" y="0"/>
          <a:ext cx="0" cy="0"/>
          <a:chOff x="0" y="0"/>
          <a:chExt cx="0" cy="0"/>
        </a:xfrm>
      </p:grpSpPr>
      <p:sp>
        <p:nvSpPr>
          <p:cNvPr id="8" name="Picture Placeholder 7"/>
          <p:cNvSpPr>
            <a:spLocks noGrp="1"/>
          </p:cNvSpPr>
          <p:nvPr>
            <p:ph type="pic" sz="quarter" idx="15"/>
          </p:nvPr>
        </p:nvSpPr>
        <p:spPr>
          <a:xfrm>
            <a:off x="6096000" y="0"/>
            <a:ext cx="6096000" cy="6858000"/>
          </a:xfrm>
        </p:spPr>
        <p:txBody>
          <a:bodyPr/>
          <a:lstStyle/>
          <a:p>
            <a:r>
              <a:rPr lang="en-US"/>
              <a:t>Click icon to add picture</a:t>
            </a:r>
          </a:p>
        </p:txBody>
      </p:sp>
      <p:sp>
        <p:nvSpPr>
          <p:cNvPr id="2" name="Title 1"/>
          <p:cNvSpPr>
            <a:spLocks noGrp="1"/>
          </p:cNvSpPr>
          <p:nvPr>
            <p:ph type="title"/>
          </p:nvPr>
        </p:nvSpPr>
        <p:spPr>
          <a:xfrm>
            <a:off x="304800" y="548640"/>
            <a:ext cx="5486400" cy="853440"/>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February 08, 2018 / © 2018 IBM Corporation</a:t>
            </a:r>
          </a:p>
        </p:txBody>
      </p:sp>
      <p:sp>
        <p:nvSpPr>
          <p:cNvPr id="12" name="Text Placeholder 11"/>
          <p:cNvSpPr>
            <a:spLocks noGrp="1"/>
          </p:cNvSpPr>
          <p:nvPr>
            <p:ph type="body" sz="quarter" idx="13"/>
          </p:nvPr>
        </p:nvSpPr>
        <p:spPr>
          <a:xfrm>
            <a:off x="304800" y="268235"/>
            <a:ext cx="5486400" cy="400049"/>
          </a:xfrm>
        </p:spPr>
        <p:txBody>
          <a:bodyPr/>
          <a:lstStyle>
            <a:lvl1pPr>
              <a:defRPr sz="1467"/>
            </a:lvl1pPr>
          </a:lstStyle>
          <a:p>
            <a:pPr lvl="0"/>
            <a:r>
              <a:rPr lang="en-US"/>
              <a:t>Edit Master text styles</a:t>
            </a:r>
          </a:p>
        </p:txBody>
      </p:sp>
      <p:sp>
        <p:nvSpPr>
          <p:cNvPr id="7" name="Text Placeholder 6"/>
          <p:cNvSpPr>
            <a:spLocks noGrp="1"/>
          </p:cNvSpPr>
          <p:nvPr>
            <p:ph type="body" sz="quarter" idx="14"/>
          </p:nvPr>
        </p:nvSpPr>
        <p:spPr>
          <a:xfrm>
            <a:off x="304800" y="1463040"/>
            <a:ext cx="5486400" cy="4781127"/>
          </a:xfrm>
        </p:spPr>
        <p:txBody>
          <a:bodyPr/>
          <a:lstStyle>
            <a:lvl1pPr>
              <a:defRPr sz="2133"/>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p:cSld name="section, title, text (two columns), half-image">
    <p:spTree>
      <p:nvGrpSpPr>
        <p:cNvPr id="1" name=""/>
        <p:cNvGrpSpPr/>
        <p:nvPr/>
      </p:nvGrpSpPr>
      <p:grpSpPr>
        <a:xfrm>
          <a:off x="0" y="0"/>
          <a:ext cx="0" cy="0"/>
          <a:chOff x="0" y="0"/>
          <a:chExt cx="0" cy="0"/>
        </a:xfrm>
      </p:grpSpPr>
      <p:sp>
        <p:nvSpPr>
          <p:cNvPr id="9" name="Picture Placeholder 8"/>
          <p:cNvSpPr>
            <a:spLocks noGrp="1"/>
          </p:cNvSpPr>
          <p:nvPr>
            <p:ph type="pic" sz="quarter" idx="16"/>
          </p:nvPr>
        </p:nvSpPr>
        <p:spPr>
          <a:xfrm>
            <a:off x="6096000" y="0"/>
            <a:ext cx="6096000" cy="6858000"/>
          </a:xfrm>
        </p:spPr>
        <p:txBody>
          <a:bodyPr/>
          <a:lstStyle/>
          <a:p>
            <a:r>
              <a:rPr lang="en-US"/>
              <a:t>Click icon to add picture</a:t>
            </a:r>
          </a:p>
        </p:txBody>
      </p:sp>
      <p:sp>
        <p:nvSpPr>
          <p:cNvPr id="2" name="Title 1"/>
          <p:cNvSpPr>
            <a:spLocks noGrp="1"/>
          </p:cNvSpPr>
          <p:nvPr>
            <p:ph type="title"/>
          </p:nvPr>
        </p:nvSpPr>
        <p:spPr>
          <a:xfrm>
            <a:off x="304800" y="268224"/>
            <a:ext cx="5486400" cy="853440"/>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February 08, 2018 / © 2018 IBM Corporation</a:t>
            </a:r>
          </a:p>
        </p:txBody>
      </p:sp>
      <p:sp>
        <p:nvSpPr>
          <p:cNvPr id="7" name="Text Placeholder 6"/>
          <p:cNvSpPr>
            <a:spLocks noGrp="1"/>
          </p:cNvSpPr>
          <p:nvPr>
            <p:ph type="body" sz="quarter" idx="14"/>
          </p:nvPr>
        </p:nvSpPr>
        <p:spPr>
          <a:xfrm>
            <a:off x="304800" y="1463040"/>
            <a:ext cx="2438400" cy="4781127"/>
          </a:xfrm>
        </p:spPr>
        <p:txBody>
          <a:bodyPr/>
          <a:lstStyle>
            <a:lvl1pPr>
              <a:spcBef>
                <a:spcPts val="1467"/>
              </a:spcBef>
              <a:defRPr sz="2133"/>
            </a:lvl1pPr>
            <a:lvl2pPr marL="0" indent="0">
              <a:spcBef>
                <a:spcPts val="1467"/>
              </a:spcBef>
              <a:buFontTx/>
              <a:buNone/>
              <a:defRPr sz="1467"/>
            </a:lvl2pPr>
            <a:lvl3pPr>
              <a:defRPr sz="1467"/>
            </a:lvl3pPr>
            <a:lvl4pPr>
              <a:defRPr sz="1467"/>
            </a:lvl4pPr>
            <a:lvl5pPr>
              <a:defRPr sz="14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7"/>
          <p:cNvSpPr>
            <a:spLocks noGrp="1"/>
          </p:cNvSpPr>
          <p:nvPr>
            <p:ph type="body" sz="quarter" idx="15"/>
          </p:nvPr>
        </p:nvSpPr>
        <p:spPr>
          <a:xfrm>
            <a:off x="3352800" y="1463040"/>
            <a:ext cx="2438400" cy="4781127"/>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p:cSld name="section, title, text (two narrow columns)">
    <p:spTree>
      <p:nvGrpSpPr>
        <p:cNvPr id="1" name=""/>
        <p:cNvGrpSpPr/>
        <p:nvPr/>
      </p:nvGrpSpPr>
      <p:grpSpPr>
        <a:xfrm>
          <a:off x="0" y="0"/>
          <a:ext cx="0" cy="0"/>
          <a:chOff x="0" y="0"/>
          <a:chExt cx="0" cy="0"/>
        </a:xfrm>
      </p:grpSpPr>
      <p:sp>
        <p:nvSpPr>
          <p:cNvPr id="2" name="Title 1"/>
          <p:cNvSpPr>
            <a:spLocks noGrp="1"/>
          </p:cNvSpPr>
          <p:nvPr>
            <p:ph type="title"/>
          </p:nvPr>
        </p:nvSpPr>
        <p:spPr>
          <a:xfrm>
            <a:off x="304800" y="1377696"/>
            <a:ext cx="5486400" cy="4754880"/>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February 08, 2018 / © 2018 IBM Corporation</a:t>
            </a:r>
          </a:p>
        </p:txBody>
      </p:sp>
      <p:sp>
        <p:nvSpPr>
          <p:cNvPr id="6" name="Text Placeholder 5"/>
          <p:cNvSpPr>
            <a:spLocks noGrp="1"/>
          </p:cNvSpPr>
          <p:nvPr>
            <p:ph type="body" sz="quarter" idx="12"/>
          </p:nvPr>
        </p:nvSpPr>
        <p:spPr>
          <a:xfrm>
            <a:off x="6400800" y="1463055"/>
            <a:ext cx="2438400" cy="4668593"/>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1"/>
          <p:cNvSpPr>
            <a:spLocks noGrp="1"/>
          </p:cNvSpPr>
          <p:nvPr>
            <p:ph type="body" sz="quarter" idx="13"/>
          </p:nvPr>
        </p:nvSpPr>
        <p:spPr>
          <a:xfrm>
            <a:off x="304800" y="268235"/>
            <a:ext cx="5486400" cy="400049"/>
          </a:xfrm>
        </p:spPr>
        <p:txBody>
          <a:bodyPr/>
          <a:lstStyle>
            <a:lvl1pPr>
              <a:defRPr sz="1467"/>
            </a:lvl1pPr>
          </a:lstStyle>
          <a:p>
            <a:pPr lvl="0"/>
            <a:r>
              <a:rPr lang="en-US"/>
              <a:t>Edit Master text styles</a:t>
            </a:r>
          </a:p>
        </p:txBody>
      </p:sp>
      <p:sp>
        <p:nvSpPr>
          <p:cNvPr id="10" name="Text Placeholder 9"/>
          <p:cNvSpPr>
            <a:spLocks noGrp="1"/>
          </p:cNvSpPr>
          <p:nvPr>
            <p:ph type="body" sz="quarter" idx="16"/>
          </p:nvPr>
        </p:nvSpPr>
        <p:spPr>
          <a:xfrm>
            <a:off x="9448800" y="1463055"/>
            <a:ext cx="2438400" cy="4668593"/>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section, title, text (dark background)">
    <p:spTree>
      <p:nvGrpSpPr>
        <p:cNvPr id="1" name=""/>
        <p:cNvGrpSpPr/>
        <p:nvPr/>
      </p:nvGrpSpPr>
      <p:grpSpPr>
        <a:xfrm>
          <a:off x="0" y="0"/>
          <a:ext cx="0" cy="0"/>
          <a:chOff x="0" y="0"/>
          <a:chExt cx="0" cy="0"/>
        </a:xfrm>
      </p:grpSpPr>
      <p:sp>
        <p:nvSpPr>
          <p:cNvPr id="5" name="Rectangle 4"/>
          <p:cNvSpPr/>
          <p:nvPr/>
        </p:nvSpPr>
        <p:spPr>
          <a:xfrm>
            <a:off x="6096000" y="0"/>
            <a:ext cx="6096000" cy="6858000"/>
          </a:xfrm>
          <a:prstGeom prst="rect">
            <a:avLst/>
          </a:prstGeom>
          <a:solidFill>
            <a:schemeClr val="tx1"/>
          </a:solidFill>
        </p:spPr>
        <p:txBody>
          <a:bodyPr wrap="square" lIns="0" tIns="0" rIns="0" bIns="0" rtlCol="0" anchor="ctr">
            <a:noAutofit/>
          </a:bodyPr>
          <a:lstStyle/>
          <a:p>
            <a:pPr algn="ctr" defTabSz="912927"/>
            <a:endParaRPr lang="en-US" sz="1600" err="1">
              <a:solidFill>
                <a:srgbClr val="FFFFFF"/>
              </a:solidFill>
              <a:latin typeface="Arial"/>
              <a:cs typeface="Arial"/>
            </a:endParaRPr>
          </a:p>
        </p:txBody>
      </p:sp>
      <p:sp>
        <p:nvSpPr>
          <p:cNvPr id="2" name="Title 1"/>
          <p:cNvSpPr>
            <a:spLocks noGrp="1"/>
          </p:cNvSpPr>
          <p:nvPr>
            <p:ph type="title"/>
          </p:nvPr>
        </p:nvSpPr>
        <p:spPr>
          <a:xfrm>
            <a:off x="304800" y="1377696"/>
            <a:ext cx="5486400" cy="4754880"/>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February 08, 2018 / © 2018 IBM Corporation</a:t>
            </a:r>
          </a:p>
        </p:txBody>
      </p:sp>
      <p:sp>
        <p:nvSpPr>
          <p:cNvPr id="6" name="Text Placeholder 5"/>
          <p:cNvSpPr>
            <a:spLocks noGrp="1"/>
          </p:cNvSpPr>
          <p:nvPr>
            <p:ph type="body" sz="quarter" idx="12"/>
          </p:nvPr>
        </p:nvSpPr>
        <p:spPr>
          <a:xfrm>
            <a:off x="6400800" y="1499619"/>
            <a:ext cx="5486400" cy="4668593"/>
          </a:xfrm>
        </p:spPr>
        <p:txBody>
          <a:bodyPr/>
          <a:lstStyle>
            <a:lvl1pPr>
              <a:defRPr>
                <a:solidFill>
                  <a:schemeClr val="bg2"/>
                </a:solidFill>
              </a:defRPr>
            </a:lvl1pPr>
            <a:lvl2pPr marL="0" indent="0">
              <a:spcBef>
                <a:spcPts val="1467"/>
              </a:spcBef>
              <a:buFontTx/>
              <a:buNone/>
              <a:defRPr sz="1467">
                <a:solidFill>
                  <a:schemeClr val="bg2"/>
                </a:solidFill>
              </a:defRPr>
            </a:lvl2pPr>
            <a:lvl3pPr>
              <a:defRPr sz="1467">
                <a:solidFill>
                  <a:schemeClr val="bg2"/>
                </a:solidFill>
              </a:defRPr>
            </a:lvl3pPr>
            <a:lvl4pPr>
              <a:defRPr sz="1467">
                <a:solidFill>
                  <a:schemeClr val="bg2"/>
                </a:solidFill>
              </a:defRPr>
            </a:lvl4pPr>
            <a:lvl5pPr>
              <a:defRPr sz="1467">
                <a:solidFill>
                  <a:schemeClr val="bg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1"/>
          <p:cNvSpPr>
            <a:spLocks noGrp="1"/>
          </p:cNvSpPr>
          <p:nvPr>
            <p:ph type="body" sz="quarter" idx="13"/>
          </p:nvPr>
        </p:nvSpPr>
        <p:spPr>
          <a:xfrm>
            <a:off x="304800" y="268235"/>
            <a:ext cx="5486400" cy="400049"/>
          </a:xfrm>
        </p:spPr>
        <p:txBody>
          <a:bodyPr/>
          <a:lstStyle>
            <a:lvl1pPr>
              <a:defRPr sz="1467"/>
            </a:lvl1pPr>
          </a:lstStyle>
          <a:p>
            <a:pPr lvl="0"/>
            <a:r>
              <a:rPr lang="en-US"/>
              <a:t>Edit Master text styles</a:t>
            </a:r>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title, image">
    <p:spTree>
      <p:nvGrpSpPr>
        <p:cNvPr id="1" name=""/>
        <p:cNvGrpSpPr/>
        <p:nvPr/>
      </p:nvGrpSpPr>
      <p:grpSpPr>
        <a:xfrm>
          <a:off x="0" y="0"/>
          <a:ext cx="0" cy="0"/>
          <a:chOff x="0" y="0"/>
          <a:chExt cx="0" cy="0"/>
        </a:xfrm>
      </p:grpSpPr>
      <p:sp>
        <p:nvSpPr>
          <p:cNvPr id="8" name="Picture Placeholder 7"/>
          <p:cNvSpPr>
            <a:spLocks noGrp="1"/>
          </p:cNvSpPr>
          <p:nvPr>
            <p:ph type="pic" sz="quarter" idx="15"/>
          </p:nvPr>
        </p:nvSpPr>
        <p:spPr>
          <a:xfrm>
            <a:off x="6096000" y="0"/>
            <a:ext cx="6096000" cy="6858000"/>
          </a:xfrm>
        </p:spPr>
        <p:txBody>
          <a:bodyPr/>
          <a:lstStyle/>
          <a:p>
            <a:r>
              <a:rPr lang="en-US"/>
              <a:t>Click icon to add picture</a:t>
            </a:r>
          </a:p>
        </p:txBody>
      </p:sp>
      <p:sp>
        <p:nvSpPr>
          <p:cNvPr id="2" name="Title 1"/>
          <p:cNvSpPr>
            <a:spLocks noGrp="1"/>
          </p:cNvSpPr>
          <p:nvPr>
            <p:ph type="title"/>
          </p:nvPr>
        </p:nvSpPr>
        <p:spPr>
          <a:xfrm>
            <a:off x="304800" y="268226"/>
            <a:ext cx="5486400" cy="5870532"/>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February 08, 2018 / © 2018 IBM Corporation</a:t>
            </a:r>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title, half-blank area">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6"/>
            <a:ext cx="5486400" cy="5870532"/>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February 08, 2018 / © 2018 IBM Corporation</a:t>
            </a:r>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p:cSld name="title, blank">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508000"/>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February 08, 2018 / © 2018 IBM Corporation</a:t>
            </a:r>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p:cSld name="insight, text, boxes">
    <p:spTree>
      <p:nvGrpSpPr>
        <p:cNvPr id="1" name=""/>
        <p:cNvGrpSpPr/>
        <p:nvPr/>
      </p:nvGrpSpPr>
      <p:grpSpPr>
        <a:xfrm>
          <a:off x="0" y="0"/>
          <a:ext cx="0" cy="0"/>
          <a:chOff x="0" y="0"/>
          <a:chExt cx="0" cy="0"/>
        </a:xfrm>
      </p:grpSpPr>
      <p:sp>
        <p:nvSpPr>
          <p:cNvPr id="14" name="Content Placeholder 13"/>
          <p:cNvSpPr>
            <a:spLocks noGrp="1"/>
          </p:cNvSpPr>
          <p:nvPr>
            <p:ph sz="quarter" idx="17"/>
          </p:nvPr>
        </p:nvSpPr>
        <p:spPr>
          <a:xfrm>
            <a:off x="6096001" y="3429000"/>
            <a:ext cx="6096000" cy="3429000"/>
          </a:xfrm>
          <a:solidFill>
            <a:schemeClr val="accent3"/>
          </a:solidFill>
        </p:spPr>
        <p:txBody>
          <a:bodyPr lIns="228216" tIns="191732" rIns="228216" bIns="228216"/>
          <a:lstStyle>
            <a:lvl1pPr>
              <a:defRPr sz="1867">
                <a:solidFill>
                  <a:schemeClr val="bg2"/>
                </a:solidFill>
              </a:defRPr>
            </a:lvl1pPr>
          </a:lstStyle>
          <a:p>
            <a:pPr lvl="0"/>
            <a:r>
              <a:rPr lang="en-US"/>
              <a:t>Edit Master text styles</a:t>
            </a:r>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February 08, 2018 / © 2018 IBM Corporation</a:t>
            </a:r>
          </a:p>
        </p:txBody>
      </p:sp>
      <p:sp>
        <p:nvSpPr>
          <p:cNvPr id="12" name="Text Placeholder 11"/>
          <p:cNvSpPr>
            <a:spLocks noGrp="1"/>
          </p:cNvSpPr>
          <p:nvPr>
            <p:ph type="body" sz="quarter" idx="13"/>
          </p:nvPr>
        </p:nvSpPr>
        <p:spPr>
          <a:xfrm>
            <a:off x="304800" y="243843"/>
            <a:ext cx="5486400" cy="400049"/>
          </a:xfrm>
        </p:spPr>
        <p:txBody>
          <a:bodyPr/>
          <a:lstStyle>
            <a:lvl1pPr>
              <a:defRPr sz="2133"/>
            </a:lvl1pPr>
          </a:lstStyle>
          <a:p>
            <a:pPr lvl="0"/>
            <a:r>
              <a:rPr lang="en-US"/>
              <a:t>Edit Master text styles</a:t>
            </a:r>
          </a:p>
        </p:txBody>
      </p:sp>
      <p:sp>
        <p:nvSpPr>
          <p:cNvPr id="7" name="Text Placeholder 6"/>
          <p:cNvSpPr>
            <a:spLocks noGrp="1"/>
          </p:cNvSpPr>
          <p:nvPr>
            <p:ph type="body" sz="quarter" idx="14"/>
          </p:nvPr>
        </p:nvSpPr>
        <p:spPr>
          <a:xfrm>
            <a:off x="304800" y="1463051"/>
            <a:ext cx="5486400" cy="4651641"/>
          </a:xfrm>
        </p:spPr>
        <p:txBody>
          <a:bodyPr/>
          <a:lstStyle>
            <a:lvl1pPr>
              <a:defRPr sz="2133"/>
            </a:lvl1pPr>
            <a:lvl2pPr>
              <a:defRPr sz="1867"/>
            </a:lvl2pPr>
            <a:lvl3pPr>
              <a:defRPr sz="1867"/>
            </a:lvl3pPr>
            <a:lvl4pPr>
              <a:defRPr sz="1867"/>
            </a:lvl4pPr>
            <a:lvl5pPr>
              <a:defRPr sz="18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7"/>
          <p:cNvSpPr>
            <a:spLocks noGrp="1"/>
          </p:cNvSpPr>
          <p:nvPr>
            <p:ph sz="quarter" idx="15"/>
          </p:nvPr>
        </p:nvSpPr>
        <p:spPr>
          <a:xfrm>
            <a:off x="9144000" y="0"/>
            <a:ext cx="3048000" cy="3429000"/>
          </a:xfrm>
          <a:solidFill>
            <a:schemeClr val="bg1"/>
          </a:solidFill>
        </p:spPr>
        <p:txBody>
          <a:bodyPr lIns="228216" tIns="191732" rIns="228216" bIns="228216"/>
          <a:lstStyle>
            <a:lvl1pPr>
              <a:defRPr sz="1867">
                <a:solidFill>
                  <a:schemeClr val="bg2"/>
                </a:solidFill>
              </a:defRPr>
            </a:lvl1pPr>
          </a:lstStyle>
          <a:p>
            <a:pPr lvl="0"/>
            <a:r>
              <a:rPr lang="en-US"/>
              <a:t>Edit Master text styles</a:t>
            </a:r>
          </a:p>
        </p:txBody>
      </p:sp>
      <p:sp>
        <p:nvSpPr>
          <p:cNvPr id="10" name="Content Placeholder 9"/>
          <p:cNvSpPr>
            <a:spLocks noGrp="1"/>
          </p:cNvSpPr>
          <p:nvPr>
            <p:ph sz="quarter" idx="16"/>
          </p:nvPr>
        </p:nvSpPr>
        <p:spPr>
          <a:xfrm>
            <a:off x="6096000" y="0"/>
            <a:ext cx="3048000" cy="3429000"/>
          </a:xfrm>
          <a:solidFill>
            <a:schemeClr val="accent2"/>
          </a:solidFill>
        </p:spPr>
        <p:txBody>
          <a:bodyPr lIns="228216" tIns="191732" rIns="228216" bIns="228216"/>
          <a:lstStyle>
            <a:lvl1pPr>
              <a:defRPr sz="1867">
                <a:solidFill>
                  <a:schemeClr val="bg2"/>
                </a:solidFill>
              </a:defRPr>
            </a:lvl1pPr>
          </a:lstStyle>
          <a:p>
            <a:pPr lvl="0"/>
            <a:r>
              <a:rPr lang="en-US"/>
              <a:t>Edit Master text styles</a:t>
            </a:r>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p:cSld name="boxes (3 med, 2 small)">
    <p:spTree>
      <p:nvGrpSpPr>
        <p:cNvPr id="1" name=""/>
        <p:cNvGrpSpPr/>
        <p:nvPr/>
      </p:nvGrpSpPr>
      <p:grpSpPr>
        <a:xfrm>
          <a:off x="0" y="0"/>
          <a:ext cx="0" cy="0"/>
          <a:chOff x="0" y="0"/>
          <a:chExt cx="0" cy="0"/>
        </a:xfrm>
      </p:grpSpPr>
      <p:sp>
        <p:nvSpPr>
          <p:cNvPr id="14" name="Content Placeholder 13"/>
          <p:cNvSpPr>
            <a:spLocks noGrp="1"/>
          </p:cNvSpPr>
          <p:nvPr>
            <p:ph sz="quarter" idx="17"/>
          </p:nvPr>
        </p:nvSpPr>
        <p:spPr>
          <a:xfrm>
            <a:off x="6096001" y="3429000"/>
            <a:ext cx="6096000" cy="3429000"/>
          </a:xfrm>
          <a:solidFill>
            <a:schemeClr val="accent3"/>
          </a:solidFill>
        </p:spPr>
        <p:txBody>
          <a:bodyPr lIns="228216" tIns="191732" rIns="228216" bIns="228216"/>
          <a:lstStyle>
            <a:lvl1pPr>
              <a:defRPr sz="1867">
                <a:solidFill>
                  <a:schemeClr val="bg2"/>
                </a:solidFill>
              </a:defRPr>
            </a:lvl1pPr>
          </a:lstStyle>
          <a:p>
            <a:pPr lvl="0"/>
            <a:r>
              <a:rPr lang="en-US"/>
              <a:t>Edit Master text styles</a:t>
            </a:r>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February 08, 2018 / © 2018 IBM Corporation</a:t>
            </a:r>
          </a:p>
        </p:txBody>
      </p:sp>
      <p:sp>
        <p:nvSpPr>
          <p:cNvPr id="8" name="Content Placeholder 7"/>
          <p:cNvSpPr>
            <a:spLocks noGrp="1"/>
          </p:cNvSpPr>
          <p:nvPr>
            <p:ph sz="quarter" idx="15"/>
          </p:nvPr>
        </p:nvSpPr>
        <p:spPr>
          <a:xfrm>
            <a:off x="9144000" y="0"/>
            <a:ext cx="3048000" cy="3429000"/>
          </a:xfrm>
          <a:solidFill>
            <a:schemeClr val="accent2"/>
          </a:solidFill>
        </p:spPr>
        <p:txBody>
          <a:bodyPr lIns="228216" tIns="191732" rIns="228216" bIns="228216"/>
          <a:lstStyle>
            <a:lvl1pPr>
              <a:defRPr sz="1867">
                <a:solidFill>
                  <a:schemeClr val="bg2"/>
                </a:solidFill>
              </a:defRPr>
            </a:lvl1pPr>
          </a:lstStyle>
          <a:p>
            <a:pPr lvl="0"/>
            <a:r>
              <a:rPr lang="en-US"/>
              <a:t>Edit Master text styles</a:t>
            </a:r>
          </a:p>
        </p:txBody>
      </p:sp>
      <p:sp>
        <p:nvSpPr>
          <p:cNvPr id="10" name="Content Placeholder 9"/>
          <p:cNvSpPr>
            <a:spLocks noGrp="1"/>
          </p:cNvSpPr>
          <p:nvPr>
            <p:ph sz="quarter" idx="16"/>
          </p:nvPr>
        </p:nvSpPr>
        <p:spPr>
          <a:xfrm>
            <a:off x="6096000" y="0"/>
            <a:ext cx="3048000" cy="3429000"/>
          </a:xfrm>
          <a:solidFill>
            <a:schemeClr val="tx1"/>
          </a:solidFill>
        </p:spPr>
        <p:txBody>
          <a:bodyPr lIns="228216" tIns="191732" rIns="228216" bIns="228216"/>
          <a:lstStyle>
            <a:lvl1pPr>
              <a:defRPr sz="1867">
                <a:solidFill>
                  <a:schemeClr val="bg2"/>
                </a:solidFill>
              </a:defRPr>
            </a:lvl1pPr>
          </a:lstStyle>
          <a:p>
            <a:pPr lvl="0"/>
            <a:r>
              <a:rPr lang="en-US"/>
              <a:t>Edit Master text styles</a:t>
            </a:r>
          </a:p>
        </p:txBody>
      </p:sp>
      <p:sp>
        <p:nvSpPr>
          <p:cNvPr id="5" name="Content Placeholder 4"/>
          <p:cNvSpPr>
            <a:spLocks noGrp="1"/>
          </p:cNvSpPr>
          <p:nvPr>
            <p:ph sz="quarter" idx="18"/>
          </p:nvPr>
        </p:nvSpPr>
        <p:spPr>
          <a:xfrm>
            <a:off x="0" y="3429069"/>
            <a:ext cx="6096000" cy="2815167"/>
          </a:xfrm>
          <a:solidFill>
            <a:schemeClr val="tx1"/>
          </a:solidFill>
        </p:spPr>
        <p:txBody>
          <a:bodyPr lIns="228216" tIns="191732" rIns="228216" bIns="228216"/>
          <a:lstStyle>
            <a:lvl1pPr>
              <a:defRPr sz="1867">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Edit Master text styles</a:t>
            </a:r>
          </a:p>
        </p:txBody>
      </p:sp>
      <p:sp>
        <p:nvSpPr>
          <p:cNvPr id="6" name="Title 5"/>
          <p:cNvSpPr>
            <a:spLocks noGrp="1"/>
          </p:cNvSpPr>
          <p:nvPr>
            <p:ph type="title"/>
          </p:nvPr>
        </p:nvSpPr>
        <p:spPr>
          <a:xfrm>
            <a:off x="4" y="-1"/>
            <a:ext cx="6095999" cy="3429001"/>
          </a:xfrm>
          <a:solidFill>
            <a:schemeClr val="accent2"/>
          </a:solidFill>
        </p:spPr>
        <p:txBody>
          <a:bodyPr lIns="228216" tIns="200848" rIns="228216" bIns="228216"/>
          <a:lstStyle>
            <a:lvl1pPr>
              <a:defRPr>
                <a:solidFill>
                  <a:schemeClr val="bg2"/>
                </a:solidFill>
              </a:defRPr>
            </a:lvl1pPr>
          </a:lstStyle>
          <a:p>
            <a:r>
              <a:rPr lang="en-US"/>
              <a:t>Click to edit Master title style</a:t>
            </a:r>
            <a:endParaRPr lang="en-US" dirty="0"/>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p:cSld name="boxes (1 large, 4 small)">
    <p:spTree>
      <p:nvGrpSpPr>
        <p:cNvPr id="1" name=""/>
        <p:cNvGrpSpPr/>
        <p:nvPr/>
      </p:nvGrpSpPr>
      <p:grpSpPr>
        <a:xfrm>
          <a:off x="0" y="0"/>
          <a:ext cx="0" cy="0"/>
          <a:chOff x="0" y="0"/>
          <a:chExt cx="0" cy="0"/>
        </a:xfrm>
      </p:grpSpPr>
      <p:sp>
        <p:nvSpPr>
          <p:cNvPr id="8" name="Content Placeholder 7"/>
          <p:cNvSpPr>
            <a:spLocks noGrp="1"/>
          </p:cNvSpPr>
          <p:nvPr>
            <p:ph sz="quarter" idx="15"/>
          </p:nvPr>
        </p:nvSpPr>
        <p:spPr>
          <a:xfrm>
            <a:off x="9143997" y="3429000"/>
            <a:ext cx="3048000" cy="3429000"/>
          </a:xfrm>
          <a:solidFill>
            <a:schemeClr val="accent4">
              <a:lumMod val="60000"/>
              <a:lumOff val="40000"/>
            </a:schemeClr>
          </a:solidFill>
        </p:spPr>
        <p:txBody>
          <a:bodyPr lIns="228216" tIns="191732" rIns="228216" bIns="228216"/>
          <a:lstStyle>
            <a:lvl1pPr>
              <a:defRPr sz="1867">
                <a:solidFill>
                  <a:schemeClr val="bg1"/>
                </a:solidFill>
              </a:defRPr>
            </a:lvl1pPr>
          </a:lstStyle>
          <a:p>
            <a:pPr lvl="0"/>
            <a:r>
              <a:rPr lang="en-US"/>
              <a:t>Edit Master text styles</a:t>
            </a:r>
          </a:p>
        </p:txBody>
      </p:sp>
      <p:sp>
        <p:nvSpPr>
          <p:cNvPr id="10" name="Content Placeholder 9"/>
          <p:cNvSpPr>
            <a:spLocks noGrp="1"/>
          </p:cNvSpPr>
          <p:nvPr>
            <p:ph sz="quarter" idx="16"/>
          </p:nvPr>
        </p:nvSpPr>
        <p:spPr>
          <a:xfrm>
            <a:off x="3048000" y="3429000"/>
            <a:ext cx="3048000" cy="3429000"/>
          </a:xfrm>
          <a:solidFill>
            <a:schemeClr val="accent3"/>
          </a:solidFill>
        </p:spPr>
        <p:txBody>
          <a:bodyPr lIns="228216" tIns="191732" rIns="228216" bIns="228216"/>
          <a:lstStyle>
            <a:lvl1pPr>
              <a:defRPr sz="1867">
                <a:solidFill>
                  <a:schemeClr val="bg2"/>
                </a:solidFill>
              </a:defRPr>
            </a:lvl1pPr>
          </a:lstStyle>
          <a:p>
            <a:pPr lvl="0"/>
            <a:r>
              <a:rPr lang="en-US"/>
              <a:t>Edit Master text styles</a:t>
            </a:r>
          </a:p>
        </p:txBody>
      </p:sp>
      <p:sp>
        <p:nvSpPr>
          <p:cNvPr id="14" name="Content Placeholder 13"/>
          <p:cNvSpPr>
            <a:spLocks noGrp="1"/>
          </p:cNvSpPr>
          <p:nvPr>
            <p:ph sz="quarter" idx="17"/>
          </p:nvPr>
        </p:nvSpPr>
        <p:spPr>
          <a:xfrm>
            <a:off x="6096007" y="3429000"/>
            <a:ext cx="3047996" cy="3429000"/>
          </a:xfrm>
          <a:solidFill>
            <a:schemeClr val="accent4"/>
          </a:solidFill>
        </p:spPr>
        <p:txBody>
          <a:bodyPr lIns="228216" tIns="191732" rIns="228216" bIns="228216"/>
          <a:lstStyle>
            <a:lvl1pPr>
              <a:defRPr sz="1867">
                <a:solidFill>
                  <a:schemeClr val="bg2"/>
                </a:solidFill>
              </a:defRPr>
            </a:lvl1pPr>
          </a:lstStyle>
          <a:p>
            <a:pPr lvl="0"/>
            <a:r>
              <a:rPr lang="en-US"/>
              <a:t>Edit Master text styles</a:t>
            </a:r>
          </a:p>
        </p:txBody>
      </p:sp>
      <p:sp>
        <p:nvSpPr>
          <p:cNvPr id="5" name="Content Placeholder 4"/>
          <p:cNvSpPr>
            <a:spLocks noGrp="1"/>
          </p:cNvSpPr>
          <p:nvPr>
            <p:ph sz="quarter" idx="18"/>
          </p:nvPr>
        </p:nvSpPr>
        <p:spPr>
          <a:xfrm>
            <a:off x="0" y="3429000"/>
            <a:ext cx="3048000" cy="3429000"/>
          </a:xfrm>
          <a:solidFill>
            <a:schemeClr val="accent2"/>
          </a:solidFill>
        </p:spPr>
        <p:txBody>
          <a:bodyPr lIns="228216" tIns="191732" rIns="228216" bIns="228216"/>
          <a:lstStyle>
            <a:lvl1pPr>
              <a:defRPr sz="1867">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Edit Master text styles</a:t>
            </a:r>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February 08, 2018 / © 2018 IBM Corporation</a:t>
            </a:r>
          </a:p>
        </p:txBody>
      </p:sp>
      <p:sp>
        <p:nvSpPr>
          <p:cNvPr id="6" name="Title 5"/>
          <p:cNvSpPr>
            <a:spLocks noGrp="1"/>
          </p:cNvSpPr>
          <p:nvPr>
            <p:ph type="title"/>
          </p:nvPr>
        </p:nvSpPr>
        <p:spPr>
          <a:xfrm>
            <a:off x="8" y="-1"/>
            <a:ext cx="12191999" cy="3429001"/>
          </a:xfrm>
          <a:solidFill>
            <a:schemeClr val="tx1"/>
          </a:solidFill>
        </p:spPr>
        <p:txBody>
          <a:bodyPr lIns="228216" tIns="155192" rIns="228216" bIns="228216"/>
          <a:lstStyle>
            <a:lvl1pPr>
              <a:defRPr sz="6400">
                <a:solidFill>
                  <a:schemeClr val="bg2"/>
                </a:solidFill>
              </a:defRPr>
            </a:lvl1pPr>
          </a:lstStyle>
          <a:p>
            <a:r>
              <a:rPr lang="en-US"/>
              <a:t>Click to edit Master title style</a:t>
            </a:r>
            <a:endParaRPr lang="en-US" dirty="0"/>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p:cSld name="title (black box) over image(s)">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February 08, 2018 / © 2018 IBM Corporation</a:t>
            </a:r>
          </a:p>
        </p:txBody>
      </p:sp>
      <p:sp>
        <p:nvSpPr>
          <p:cNvPr id="6" name="Title 5"/>
          <p:cNvSpPr>
            <a:spLocks noGrp="1"/>
          </p:cNvSpPr>
          <p:nvPr>
            <p:ph type="title"/>
          </p:nvPr>
        </p:nvSpPr>
        <p:spPr>
          <a:xfrm>
            <a:off x="8" y="3"/>
            <a:ext cx="12191999" cy="1720852"/>
          </a:xfrm>
          <a:solidFill>
            <a:schemeClr val="tx1"/>
          </a:solidFill>
        </p:spPr>
        <p:txBody>
          <a:bodyPr lIns="228216" tIns="200848" rIns="228216" bIns="228216"/>
          <a:lstStyle>
            <a:lvl1pPr>
              <a:defRPr sz="3200">
                <a:solidFill>
                  <a:schemeClr val="bg2"/>
                </a:solidFill>
              </a:defRPr>
            </a:lvl1pPr>
          </a:lstStyle>
          <a:p>
            <a:r>
              <a:rPr lang="en-US"/>
              <a:t>Click to edit Master title style</a:t>
            </a:r>
            <a:endParaRPr lang="en-US" dirty="0"/>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p:cSld name="text (black box) over image(s)">
    <p:spTree>
      <p:nvGrpSpPr>
        <p:cNvPr id="1" name=""/>
        <p:cNvGrpSpPr/>
        <p:nvPr/>
      </p:nvGrpSpPr>
      <p:grpSpPr>
        <a:xfrm>
          <a:off x="0" y="0"/>
          <a:ext cx="0" cy="0"/>
          <a:chOff x="0" y="0"/>
          <a:chExt cx="0" cy="0"/>
        </a:xfrm>
      </p:grpSpPr>
      <p:sp>
        <p:nvSpPr>
          <p:cNvPr id="7" name="Content Placeholder 6"/>
          <p:cNvSpPr>
            <a:spLocks noGrp="1"/>
          </p:cNvSpPr>
          <p:nvPr>
            <p:ph sz="quarter" idx="19"/>
          </p:nvPr>
        </p:nvSpPr>
        <p:spPr>
          <a:xfrm>
            <a:off x="0" y="3810000"/>
            <a:ext cx="3048000" cy="3048000"/>
          </a:xfrm>
          <a:solidFill>
            <a:schemeClr val="tx1"/>
          </a:solidFill>
        </p:spPr>
        <p:txBody>
          <a:bodyPr lIns="228216" tIns="155192" rIns="228216" bIns="228216"/>
          <a:lstStyle>
            <a:lvl1pPr>
              <a:defRPr>
                <a:solidFill>
                  <a:schemeClr val="bg2"/>
                </a:solidFill>
              </a:defRPr>
            </a:lvl1pPr>
            <a:lvl2pPr>
              <a:defRPr sz="1333">
                <a:solidFill>
                  <a:schemeClr val="bg2"/>
                </a:solidFill>
              </a:defRPr>
            </a:lvl2pPr>
            <a:lvl3pPr>
              <a:defRPr sz="1333">
                <a:solidFill>
                  <a:schemeClr val="bg2"/>
                </a:solidFill>
              </a:defRPr>
            </a:lvl3pPr>
            <a:lvl4pPr>
              <a:defRPr sz="1333">
                <a:solidFill>
                  <a:schemeClr val="bg2"/>
                </a:solidFill>
              </a:defRPr>
            </a:lvl4pPr>
            <a:lvl5pPr>
              <a:defRPr sz="1333">
                <a:solidFill>
                  <a:schemeClr val="bg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February 08, 2018 / © 2018 IBM Corporation</a:t>
            </a:r>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p:cSld name="boxes (4 tall)">
    <p:spTree>
      <p:nvGrpSpPr>
        <p:cNvPr id="1" name=""/>
        <p:cNvGrpSpPr/>
        <p:nvPr/>
      </p:nvGrpSpPr>
      <p:grpSpPr>
        <a:xfrm>
          <a:off x="0" y="0"/>
          <a:ext cx="0" cy="0"/>
          <a:chOff x="0" y="0"/>
          <a:chExt cx="0" cy="0"/>
        </a:xfrm>
      </p:grpSpPr>
      <p:sp>
        <p:nvSpPr>
          <p:cNvPr id="7" name="Content Placeholder 6"/>
          <p:cNvSpPr>
            <a:spLocks noGrp="1"/>
          </p:cNvSpPr>
          <p:nvPr>
            <p:ph sz="quarter" idx="19"/>
          </p:nvPr>
        </p:nvSpPr>
        <p:spPr>
          <a:xfrm>
            <a:off x="0" y="-1"/>
            <a:ext cx="3048000" cy="6858000"/>
          </a:xfrm>
          <a:solidFill>
            <a:schemeClr val="tx1"/>
          </a:solidFill>
        </p:spPr>
        <p:txBody>
          <a:bodyPr lIns="228216" tIns="191732" rIns="228216" bIns="228216"/>
          <a:lstStyle>
            <a:lvl1pPr>
              <a:defRPr sz="2133">
                <a:solidFill>
                  <a:schemeClr val="bg2"/>
                </a:solidFill>
              </a:defRPr>
            </a:lvl1pPr>
            <a:lvl2pPr>
              <a:defRPr sz="1467">
                <a:solidFill>
                  <a:schemeClr val="bg2"/>
                </a:solidFill>
              </a:defRPr>
            </a:lvl2pPr>
            <a:lvl3pPr>
              <a:defRPr sz="1467">
                <a:solidFill>
                  <a:schemeClr val="bg2"/>
                </a:solidFill>
              </a:defRPr>
            </a:lvl3pPr>
            <a:lvl4pPr>
              <a:defRPr sz="1467">
                <a:solidFill>
                  <a:schemeClr val="bg2"/>
                </a:solidFill>
              </a:defRPr>
            </a:lvl4pPr>
            <a:lvl5pPr>
              <a:defRPr sz="1467">
                <a:solidFill>
                  <a:schemeClr val="bg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p:cNvSpPr>
            <a:spLocks noGrp="1"/>
          </p:cNvSpPr>
          <p:nvPr>
            <p:ph sz="quarter" idx="20"/>
          </p:nvPr>
        </p:nvSpPr>
        <p:spPr>
          <a:xfrm>
            <a:off x="3048000" y="0"/>
            <a:ext cx="3048000" cy="6858000"/>
          </a:xfrm>
          <a:solidFill>
            <a:schemeClr val="accent2"/>
          </a:solidFill>
        </p:spPr>
        <p:txBody>
          <a:bodyPr lIns="228216" tIns="191732" rIns="228216" bIns="228216"/>
          <a:lstStyle>
            <a:lvl1pPr>
              <a:defRPr sz="1867">
                <a:solidFill>
                  <a:schemeClr val="bg2"/>
                </a:solidFill>
              </a:defRPr>
            </a:lvl1pPr>
            <a:lvl2pPr>
              <a:defRPr sz="1467">
                <a:solidFill>
                  <a:schemeClr val="bg2"/>
                </a:solidFill>
              </a:defRPr>
            </a:lvl2pPr>
            <a:lvl3pPr>
              <a:defRPr sz="1467">
                <a:solidFill>
                  <a:schemeClr val="bg2"/>
                </a:solidFill>
              </a:defRPr>
            </a:lvl3pPr>
            <a:lvl4pPr>
              <a:defRPr sz="1467">
                <a:solidFill>
                  <a:schemeClr val="bg2"/>
                </a:solidFill>
              </a:defRPr>
            </a:lvl4pPr>
            <a:lvl5pPr>
              <a:defRPr sz="1467">
                <a:solidFill>
                  <a:schemeClr val="bg2"/>
                </a:solidFill>
              </a:defRPr>
            </a:lvl5pPr>
          </a:lstStyle>
          <a:p>
            <a:pPr lvl="0"/>
            <a:r>
              <a:rPr lang="en-US"/>
              <a:t>Edit Master text styles</a:t>
            </a:r>
          </a:p>
        </p:txBody>
      </p:sp>
      <p:sp>
        <p:nvSpPr>
          <p:cNvPr id="15" name="Content Placeholder 14"/>
          <p:cNvSpPr>
            <a:spLocks noGrp="1"/>
          </p:cNvSpPr>
          <p:nvPr>
            <p:ph sz="quarter" idx="21"/>
          </p:nvPr>
        </p:nvSpPr>
        <p:spPr>
          <a:xfrm>
            <a:off x="6096000" y="0"/>
            <a:ext cx="3048000" cy="6858000"/>
          </a:xfrm>
          <a:solidFill>
            <a:schemeClr val="accent3"/>
          </a:solidFill>
        </p:spPr>
        <p:txBody>
          <a:bodyPr lIns="228216" tIns="191732" rIns="228216" bIns="228216"/>
          <a:lstStyle>
            <a:lvl1pPr>
              <a:defRPr sz="1867">
                <a:solidFill>
                  <a:schemeClr val="bg2"/>
                </a:solidFill>
              </a:defRPr>
            </a:lvl1pPr>
            <a:lvl2pPr>
              <a:defRPr sz="1467">
                <a:solidFill>
                  <a:schemeClr val="bg2"/>
                </a:solidFill>
              </a:defRPr>
            </a:lvl2pPr>
            <a:lvl3pPr>
              <a:defRPr sz="1467">
                <a:solidFill>
                  <a:schemeClr val="bg2"/>
                </a:solidFill>
              </a:defRPr>
            </a:lvl3pPr>
            <a:lvl4pPr>
              <a:defRPr sz="1467">
                <a:solidFill>
                  <a:schemeClr val="bg2"/>
                </a:solidFill>
              </a:defRPr>
            </a:lvl4pPr>
            <a:lvl5pPr>
              <a:defRPr sz="1467">
                <a:solidFill>
                  <a:schemeClr val="bg2"/>
                </a:solidFill>
              </a:defRPr>
            </a:lvl5pPr>
          </a:lstStyle>
          <a:p>
            <a:pPr lvl="0"/>
            <a:r>
              <a:rPr lang="en-US"/>
              <a:t>Edit Master text styles</a:t>
            </a:r>
          </a:p>
        </p:txBody>
      </p:sp>
      <p:sp>
        <p:nvSpPr>
          <p:cNvPr id="17" name="Content Placeholder 16"/>
          <p:cNvSpPr>
            <a:spLocks noGrp="1"/>
          </p:cNvSpPr>
          <p:nvPr>
            <p:ph sz="quarter" idx="22"/>
          </p:nvPr>
        </p:nvSpPr>
        <p:spPr>
          <a:xfrm>
            <a:off x="9144000" y="0"/>
            <a:ext cx="3048000" cy="6858000"/>
          </a:xfrm>
          <a:solidFill>
            <a:schemeClr val="accent4"/>
          </a:solidFill>
        </p:spPr>
        <p:txBody>
          <a:bodyPr lIns="228216" tIns="191732" rIns="228216" bIns="228216"/>
          <a:lstStyle>
            <a:lvl1pPr>
              <a:defRPr sz="1867">
                <a:solidFill>
                  <a:schemeClr val="bg2"/>
                </a:solidFill>
              </a:defRPr>
            </a:lvl1pPr>
            <a:lvl2pPr>
              <a:defRPr sz="1467">
                <a:solidFill>
                  <a:schemeClr val="bg2"/>
                </a:solidFill>
              </a:defRPr>
            </a:lvl2pPr>
            <a:lvl3pPr>
              <a:defRPr sz="1467">
                <a:solidFill>
                  <a:schemeClr val="bg2"/>
                </a:solidFill>
              </a:defRPr>
            </a:lvl3pPr>
            <a:lvl4pPr>
              <a:defRPr sz="1467">
                <a:solidFill>
                  <a:schemeClr val="bg2"/>
                </a:solidFill>
              </a:defRPr>
            </a:lvl4pPr>
            <a:lvl5pPr>
              <a:defRPr sz="1467">
                <a:solidFill>
                  <a:schemeClr val="bg2"/>
                </a:solidFill>
              </a:defRPr>
            </a:lvl5pPr>
          </a:lstStyle>
          <a:p>
            <a:pPr lvl="0"/>
            <a:r>
              <a:rPr lang="en-US"/>
              <a:t>Edit Master text styles</a:t>
            </a:r>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February 08, 2018 / © 2018 IBM Corporation</a:t>
            </a:r>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p:cSld name="graph">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93365"/>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February 08, 2018 / © 2018 IBM Corporation</a:t>
            </a:r>
          </a:p>
        </p:txBody>
      </p:sp>
      <p:sp>
        <p:nvSpPr>
          <p:cNvPr id="6" name="Text Placeholder 5"/>
          <p:cNvSpPr>
            <a:spLocks noGrp="1"/>
          </p:cNvSpPr>
          <p:nvPr>
            <p:ph type="body" sz="quarter" idx="12"/>
          </p:nvPr>
        </p:nvSpPr>
        <p:spPr>
          <a:xfrm>
            <a:off x="304800" y="1463055"/>
            <a:ext cx="2438400" cy="4668593"/>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p:cSld name="title, text (1/4), content (3/4)">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93365"/>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February 08, 2018 / © 2018 IBM Corporation</a:t>
            </a:r>
          </a:p>
        </p:txBody>
      </p:sp>
      <p:sp>
        <p:nvSpPr>
          <p:cNvPr id="7" name="Text Placeholder 6"/>
          <p:cNvSpPr>
            <a:spLocks noGrp="1"/>
          </p:cNvSpPr>
          <p:nvPr>
            <p:ph type="body" sz="quarter" idx="12"/>
          </p:nvPr>
        </p:nvSpPr>
        <p:spPr>
          <a:xfrm>
            <a:off x="304800" y="1488652"/>
            <a:ext cx="2438400" cy="4605867"/>
          </a:xfrm>
        </p:spPr>
        <p:txBody>
          <a:bodyPr/>
          <a:lstStyle>
            <a:lvl1pPr>
              <a:defRPr sz="1867"/>
            </a:lvl1pPr>
            <a:lvl2pPr>
              <a:defRPr sz="1467"/>
            </a:lvl2pPr>
            <a:lvl3pPr>
              <a:defRPr sz="1467"/>
            </a:lvl3pPr>
            <a:lvl4pPr>
              <a:defRPr sz="1467"/>
            </a:lvl4pPr>
            <a:lvl5pPr>
              <a:defRPr sz="14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8"/>
          <p:cNvSpPr>
            <a:spLocks noGrp="1"/>
          </p:cNvSpPr>
          <p:nvPr>
            <p:ph sz="quarter" idx="13"/>
          </p:nvPr>
        </p:nvSpPr>
        <p:spPr>
          <a:xfrm>
            <a:off x="3352800" y="889000"/>
            <a:ext cx="8534400" cy="509905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p:cSld name="title, text (1/4), blank (3/4)">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93365"/>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February 08, 2018 / © 2018 IBM Corporation</a:t>
            </a:r>
          </a:p>
        </p:txBody>
      </p:sp>
      <p:sp>
        <p:nvSpPr>
          <p:cNvPr id="7" name="Text Placeholder 6"/>
          <p:cNvSpPr>
            <a:spLocks noGrp="1"/>
          </p:cNvSpPr>
          <p:nvPr>
            <p:ph type="body" sz="quarter" idx="12"/>
          </p:nvPr>
        </p:nvSpPr>
        <p:spPr>
          <a:xfrm>
            <a:off x="304800" y="1488652"/>
            <a:ext cx="2438400" cy="4605867"/>
          </a:xfrm>
        </p:spPr>
        <p:txBody>
          <a:bodyPr/>
          <a:lstStyle>
            <a:lvl1pPr>
              <a:defRPr sz="1867"/>
            </a:lvl1pPr>
            <a:lvl2pPr>
              <a:defRPr sz="1467"/>
            </a:lvl2pPr>
            <a:lvl3pPr>
              <a:defRPr sz="1467"/>
            </a:lvl3pPr>
            <a:lvl4pPr>
              <a:defRPr sz="1467"/>
            </a:lvl4pPr>
            <a:lvl5pPr>
              <a:defRPr sz="14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p:cSld name="case study: title, text (2/4), content (2/4)">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93365"/>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February 08, 2018 / © 2018 IBM Corporation</a:t>
            </a:r>
          </a:p>
        </p:txBody>
      </p:sp>
      <p:sp>
        <p:nvSpPr>
          <p:cNvPr id="7" name="Text Placeholder 6"/>
          <p:cNvSpPr>
            <a:spLocks noGrp="1"/>
          </p:cNvSpPr>
          <p:nvPr>
            <p:ph type="body" sz="quarter" idx="12"/>
          </p:nvPr>
        </p:nvSpPr>
        <p:spPr>
          <a:xfrm>
            <a:off x="304800" y="1463040"/>
            <a:ext cx="2438400" cy="4669536"/>
          </a:xfrm>
        </p:spPr>
        <p:txBody>
          <a:bodyPr/>
          <a:lstStyle>
            <a:lvl1pPr>
              <a:defRPr sz="2133"/>
            </a:lvl1pPr>
            <a:lvl2pPr>
              <a:defRPr sz="1467"/>
            </a:lvl2pPr>
            <a:lvl3pPr>
              <a:defRPr sz="1467"/>
            </a:lvl3pPr>
            <a:lvl4pPr>
              <a:defRPr sz="1467"/>
            </a:lvl4pPr>
            <a:lvl5pPr>
              <a:defRPr sz="14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5"/>
          <p:cNvSpPr>
            <a:spLocks noGrp="1"/>
          </p:cNvSpPr>
          <p:nvPr>
            <p:ph type="body" sz="quarter" idx="13"/>
          </p:nvPr>
        </p:nvSpPr>
        <p:spPr>
          <a:xfrm>
            <a:off x="3352800" y="1499616"/>
            <a:ext cx="2438400" cy="4608576"/>
          </a:xfrm>
        </p:spPr>
        <p:txBody>
          <a:bodyPr/>
          <a:lstStyle>
            <a:lvl1pPr>
              <a:defRPr sz="1867"/>
            </a:lvl1pPr>
            <a:lvl2pPr marL="0" indent="0">
              <a:buNone/>
              <a:defRPr sz="1333"/>
            </a:lvl2pPr>
            <a:lvl3pPr>
              <a:defRPr sz="1333"/>
            </a:lvl3pPr>
            <a:lvl4pPr>
              <a:defRPr sz="1333"/>
            </a:lvl4pPr>
            <a:lvl5pPr>
              <a:defRPr sz="1333"/>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11"/>
          <p:cNvSpPr>
            <a:spLocks noGrp="1"/>
          </p:cNvSpPr>
          <p:nvPr>
            <p:ph type="pic" sz="quarter" idx="14"/>
          </p:nvPr>
        </p:nvSpPr>
        <p:spPr>
          <a:xfrm>
            <a:off x="6096000" y="0"/>
            <a:ext cx="6096000" cy="6858000"/>
          </a:xfrm>
        </p:spPr>
        <p:txBody>
          <a:bodyPr/>
          <a:lstStyle/>
          <a:p>
            <a:r>
              <a:rPr lang="en-US"/>
              <a:t>Click icon to add picture</a:t>
            </a:r>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p:cSld name="case study 2: title, text (2/4), quote (2/4)">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93365"/>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February 08, 2018 / © 2018 IBM Corporation</a:t>
            </a:r>
          </a:p>
        </p:txBody>
      </p:sp>
      <p:sp>
        <p:nvSpPr>
          <p:cNvPr id="7" name="Text Placeholder 6"/>
          <p:cNvSpPr>
            <a:spLocks noGrp="1"/>
          </p:cNvSpPr>
          <p:nvPr>
            <p:ph type="body" sz="quarter" idx="12"/>
          </p:nvPr>
        </p:nvSpPr>
        <p:spPr>
          <a:xfrm>
            <a:off x="304800" y="1463040"/>
            <a:ext cx="2438400" cy="4669536"/>
          </a:xfrm>
        </p:spPr>
        <p:txBody>
          <a:bodyPr/>
          <a:lstStyle>
            <a:lvl1pPr>
              <a:defRPr sz="2133"/>
            </a:lvl1pPr>
            <a:lvl2pPr>
              <a:defRPr sz="1467"/>
            </a:lvl2pPr>
            <a:lvl3pPr>
              <a:defRPr sz="1467"/>
            </a:lvl3pPr>
            <a:lvl4pPr>
              <a:defRPr sz="1467"/>
            </a:lvl4pPr>
            <a:lvl5pPr>
              <a:defRPr sz="14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5"/>
          <p:cNvSpPr>
            <a:spLocks noGrp="1"/>
          </p:cNvSpPr>
          <p:nvPr>
            <p:ph type="body" sz="quarter" idx="13"/>
          </p:nvPr>
        </p:nvSpPr>
        <p:spPr>
          <a:xfrm>
            <a:off x="3352800" y="1488017"/>
            <a:ext cx="2438400" cy="4608576"/>
          </a:xfrm>
        </p:spPr>
        <p:txBody>
          <a:bodyPr/>
          <a:lstStyle>
            <a:lvl1pPr>
              <a:defRPr sz="1867"/>
            </a:lvl1pPr>
            <a:lvl2pPr marL="0" indent="0">
              <a:buNone/>
              <a:defRPr sz="1333"/>
            </a:lvl2pPr>
            <a:lvl3pPr>
              <a:defRPr sz="1333"/>
            </a:lvl3pPr>
            <a:lvl4pPr>
              <a:defRPr sz="1333"/>
            </a:lvl4pPr>
            <a:lvl5pPr>
              <a:defRPr sz="1333"/>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8"/>
          <p:cNvSpPr>
            <a:spLocks noGrp="1"/>
          </p:cNvSpPr>
          <p:nvPr>
            <p:ph type="body" sz="quarter" idx="14"/>
          </p:nvPr>
        </p:nvSpPr>
        <p:spPr>
          <a:xfrm>
            <a:off x="6267189" y="1402080"/>
            <a:ext cx="5620011" cy="4608576"/>
          </a:xfrm>
        </p:spPr>
        <p:txBody>
          <a:bodyPr/>
          <a:lstStyle>
            <a:lvl1pPr marL="156373" indent="-156373">
              <a:tabLst/>
              <a:defRPr sz="3200"/>
            </a:lvl1pPr>
            <a:lvl2pPr marL="0" indent="0">
              <a:buNone/>
              <a:defRPr sz="1467"/>
            </a:lvl2pPr>
            <a:lvl3pPr>
              <a:defRPr sz="1467"/>
            </a:lvl3pPr>
            <a:lvl4pPr>
              <a:defRPr sz="1467"/>
            </a:lvl4pPr>
            <a:lvl5pPr>
              <a:defRPr sz="14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p:cSld name="table">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February 08, 2018 / © 2018 IBM Corporation</a:t>
            </a:r>
          </a:p>
        </p:txBody>
      </p:sp>
      <p:sp>
        <p:nvSpPr>
          <p:cNvPr id="6" name="Text Placeholder 5"/>
          <p:cNvSpPr>
            <a:spLocks noGrp="1"/>
          </p:cNvSpPr>
          <p:nvPr>
            <p:ph type="body" sz="quarter" idx="12"/>
          </p:nvPr>
        </p:nvSpPr>
        <p:spPr>
          <a:xfrm>
            <a:off x="304800" y="256034"/>
            <a:ext cx="2438400" cy="5878660"/>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able Placeholder 6"/>
          <p:cNvSpPr>
            <a:spLocks noGrp="1"/>
          </p:cNvSpPr>
          <p:nvPr>
            <p:ph type="tbl" sz="quarter" idx="13"/>
          </p:nvPr>
        </p:nvSpPr>
        <p:spPr>
          <a:xfrm>
            <a:off x="3352800" y="300568"/>
            <a:ext cx="8534400" cy="6129867"/>
          </a:xfrm>
        </p:spPr>
        <p:txBody>
          <a:bodyPr/>
          <a:lstStyle/>
          <a:p>
            <a:r>
              <a:rPr lang="en-US"/>
              <a:t>Click icon to add table</a:t>
            </a:r>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p:cSld name="blank (with footer)">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February 08, 2018 / © 2018 IBM Corporation</a:t>
            </a:r>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p:cSld name="blank (no footer)">
    <p:spTree>
      <p:nvGrpSpPr>
        <p:cNvPr id="1" name=""/>
        <p:cNvGrpSpPr/>
        <p:nvPr/>
      </p:nvGrpSpPr>
      <p:grpSpPr>
        <a:xfrm>
          <a:off x="0" y="0"/>
          <a:ext cx="0" cy="0"/>
          <a:chOff x="0" y="0"/>
          <a:chExt cx="0" cy="0"/>
        </a:xfrm>
      </p:grpSpPr>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40968"/>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D0BE6F14-FF48-0F4F-A8AA-2E3F25371E4A}"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February 08, 2018 / © 2018 IBM Corporation</a:t>
            </a:r>
          </a:p>
        </p:txBody>
      </p:sp>
      <p:sp>
        <p:nvSpPr>
          <p:cNvPr id="6" name="Text Placeholder 5"/>
          <p:cNvSpPr>
            <a:spLocks noGrp="1"/>
          </p:cNvSpPr>
          <p:nvPr>
            <p:ph type="body" sz="quarter" idx="12"/>
          </p:nvPr>
        </p:nvSpPr>
        <p:spPr>
          <a:xfrm>
            <a:off x="304800" y="1524000"/>
            <a:ext cx="5486400" cy="4779264"/>
          </a:xfrm>
        </p:spPr>
        <p:txBody>
          <a:bodyPr/>
          <a:lstStyle>
            <a:lvl1pPr marL="0" indent="0">
              <a:spcBef>
                <a:spcPts val="0"/>
              </a:spcBef>
              <a:tabLst>
                <a:tab pos="5245006" algn="dec"/>
              </a:tabLst>
              <a:defRPr sz="1467"/>
            </a:lvl1pPr>
            <a:lvl2pPr marL="230370" indent="-230370">
              <a:spcBef>
                <a:spcPts val="0"/>
              </a:spcBef>
              <a:tabLst/>
              <a:defRPr/>
            </a:lvl2pPr>
            <a:lvl3pPr>
              <a:spcBef>
                <a:spcPts val="0"/>
              </a:spcBef>
              <a:defRPr/>
            </a:lvl3pPr>
            <a:lvl4pPr>
              <a:spcBef>
                <a:spcPts val="0"/>
              </a:spcBef>
              <a:defRPr/>
            </a:lvl4pPr>
            <a:lvl5pPr>
              <a:spcBef>
                <a:spcPts val="0"/>
              </a:spcBef>
              <a:defRPr/>
            </a:lvl5pPr>
          </a:lstStyle>
          <a:p>
            <a:pPr marL="0" marR="0" lvl="0" indent="0" algn="l" defTabSz="608575" rtl="0" eaLnBrk="1" fontAlgn="auto" latinLnBrk="0" hangingPunct="1">
              <a:lnSpc>
                <a:spcPct val="100000"/>
              </a:lnSpc>
              <a:spcBef>
                <a:spcPts val="0"/>
              </a:spcBef>
              <a:spcAft>
                <a:spcPts val="0"/>
              </a:spcAft>
              <a:buClrTx/>
              <a:buSzTx/>
              <a:buFont typeface="Arial"/>
              <a:buNone/>
              <a:tabLst>
                <a:tab pos="5355771" algn="r"/>
              </a:tabLst>
              <a:defRPr/>
            </a:pPr>
            <a:r>
              <a:rPr lang="en-US"/>
              <a:t>Edit Master text styles</a:t>
            </a:r>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p:cSld name="ibm sign-off">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February 08, 2018 / © 2018 IBM Corporation</a:t>
            </a:r>
          </a:p>
        </p:txBody>
      </p:sp>
      <p:pic>
        <p:nvPicPr>
          <p:cNvPr id="7" name="Picture 6"/>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5234604" y="2914953"/>
            <a:ext cx="1722792" cy="701463"/>
          </a:xfrm>
          <a:prstGeom prst="rect">
            <a:avLst/>
          </a:prstGeom>
        </p:spPr>
      </p:pic>
    </p:spTree>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tx">
  <p:cSld name="1_case study 2: title, text (2/4), quote (2/4)">
    <p:spTree>
      <p:nvGrpSpPr>
        <p:cNvPr id="1" name=""/>
        <p:cNvGrpSpPr/>
        <p:nvPr/>
      </p:nvGrpSpPr>
      <p:grpSpPr>
        <a:xfrm>
          <a:off x="0" y="0"/>
          <a:ext cx="0" cy="0"/>
          <a:chOff x="0" y="0"/>
          <a:chExt cx="0" cy="0"/>
        </a:xfrm>
      </p:grpSpPr>
      <p:sp>
        <p:nvSpPr>
          <p:cNvPr id="114" name="Shape 114"/>
          <p:cNvSpPr>
            <a:spLocks noGrp="1"/>
          </p:cNvSpPr>
          <p:nvPr>
            <p:ph type="title"/>
          </p:nvPr>
        </p:nvSpPr>
        <p:spPr>
          <a:xfrm>
            <a:off x="304800" y="268226"/>
            <a:ext cx="5486400" cy="1194820"/>
          </a:xfrm>
          <a:prstGeom prst="rect">
            <a:avLst/>
          </a:prstGeom>
        </p:spPr>
        <p:txBody>
          <a:bodyPr/>
          <a:lstStyle/>
          <a:p>
            <a:pPr lvl="0">
              <a:defRPr sz="1800">
                <a:solidFill>
                  <a:srgbClr val="000000"/>
                </a:solidFill>
              </a:defRPr>
            </a:pPr>
            <a:r>
              <a:rPr sz="3200">
                <a:solidFill>
                  <a:srgbClr val="FFFFFF"/>
                </a:solidFill>
              </a:rPr>
              <a:t>Title Text</a:t>
            </a:r>
          </a:p>
        </p:txBody>
      </p:sp>
      <p:sp>
        <p:nvSpPr>
          <p:cNvPr id="115" name="Shape 115"/>
          <p:cNvSpPr>
            <a:spLocks noGrp="1"/>
          </p:cNvSpPr>
          <p:nvPr>
            <p:ph type="sldNum" sz="quarter" idx="2"/>
          </p:nvPr>
        </p:nvSpPr>
        <p:spPr>
          <a:prstGeom prst="rect">
            <a:avLst/>
          </a:prstGeom>
        </p:spPr>
        <p:txBody>
          <a:bodyPr/>
          <a:lstStyle/>
          <a:p>
            <a:fld id="{86CB4B4D-7CA3-9044-876B-883B54F8677D}" type="slidenum">
              <a:rPr>
                <a:solidFill>
                  <a:srgbClr val="FFFFFF"/>
                </a:solidFill>
              </a:rPr>
              <a:pPr/>
              <a:t>‹#›</a:t>
            </a:fld>
            <a:endParaRPr>
              <a:solidFill>
                <a:srgbClr val="FFFFFF"/>
              </a:solidFill>
            </a:endParaRPr>
          </a:p>
        </p:txBody>
      </p:sp>
      <p:sp>
        <p:nvSpPr>
          <p:cNvPr id="116" name="Shape 116"/>
          <p:cNvSpPr>
            <a:spLocks noGrp="1"/>
          </p:cNvSpPr>
          <p:nvPr>
            <p:ph type="body" idx="1"/>
          </p:nvPr>
        </p:nvSpPr>
        <p:spPr>
          <a:xfrm>
            <a:off x="304800" y="1463044"/>
            <a:ext cx="2438400" cy="5394961"/>
          </a:xfrm>
          <a:prstGeom prst="rect">
            <a:avLst/>
          </a:prstGeom>
        </p:spPr>
        <p:txBody>
          <a:bodyPr/>
          <a:lstStyle>
            <a:lvl1pPr>
              <a:defRPr sz="2133"/>
            </a:lvl1pPr>
            <a:lvl2pPr marL="335068" indent="-335068">
              <a:defRPr sz="2133"/>
            </a:lvl2pPr>
            <a:lvl3pPr marL="632995" indent="-335068">
              <a:defRPr sz="2133"/>
            </a:lvl3pPr>
            <a:lvl4pPr marL="934395" indent="-325831">
              <a:defRPr sz="2133"/>
            </a:lvl4pPr>
            <a:lvl5pPr marL="1173997" indent="-335068">
              <a:defRPr sz="2133"/>
            </a:lvl5pPr>
          </a:lstStyle>
          <a:p>
            <a:pPr lvl="0">
              <a:defRPr sz="1800">
                <a:solidFill>
                  <a:srgbClr val="000000"/>
                </a:solidFill>
              </a:defRPr>
            </a:pPr>
            <a:r>
              <a:rPr sz="2133">
                <a:solidFill>
                  <a:srgbClr val="FFFFFF"/>
                </a:solidFill>
              </a:rPr>
              <a:t>Body Level One</a:t>
            </a:r>
          </a:p>
          <a:p>
            <a:pPr lvl="1">
              <a:defRPr sz="1800">
                <a:solidFill>
                  <a:srgbClr val="000000"/>
                </a:solidFill>
              </a:defRPr>
            </a:pPr>
            <a:r>
              <a:rPr sz="2133">
                <a:solidFill>
                  <a:srgbClr val="FFFFFF"/>
                </a:solidFill>
              </a:rPr>
              <a:t>Body Level Two</a:t>
            </a:r>
          </a:p>
          <a:p>
            <a:pPr lvl="2">
              <a:defRPr sz="1800">
                <a:solidFill>
                  <a:srgbClr val="000000"/>
                </a:solidFill>
              </a:defRPr>
            </a:pPr>
            <a:r>
              <a:rPr sz="2133">
                <a:solidFill>
                  <a:srgbClr val="FFFFFF"/>
                </a:solidFill>
              </a:rPr>
              <a:t>Body Level Three</a:t>
            </a:r>
          </a:p>
          <a:p>
            <a:pPr lvl="3">
              <a:defRPr sz="1800">
                <a:solidFill>
                  <a:srgbClr val="000000"/>
                </a:solidFill>
              </a:defRPr>
            </a:pPr>
            <a:r>
              <a:rPr sz="2133">
                <a:solidFill>
                  <a:srgbClr val="FFFFFF"/>
                </a:solidFill>
              </a:rPr>
              <a:t>Body Level Four</a:t>
            </a:r>
          </a:p>
          <a:p>
            <a:pPr lvl="4">
              <a:defRPr sz="1800">
                <a:solidFill>
                  <a:srgbClr val="000000"/>
                </a:solidFill>
              </a:defRPr>
            </a:pPr>
            <a:r>
              <a:rPr sz="2133">
                <a:solidFill>
                  <a:srgbClr val="FFFFFF"/>
                </a:solidFill>
              </a:rPr>
              <a:t>Body Level Five</a:t>
            </a:r>
          </a:p>
        </p:txBody>
      </p:sp>
    </p:spTree>
  </p:cSld>
  <p:clrMapOvr>
    <a:masterClrMapping/>
  </p:clrMapOvr>
  <p:transition spd="med"/>
</p:sldLayout>
</file>

<file path=ppt/slideLayouts/slideLayout140.xml><?xml version="1.0" encoding="utf-8"?>
<p:sldLayout xmlns:a="http://schemas.openxmlformats.org/drawingml/2006/main" xmlns:r="http://schemas.openxmlformats.org/officeDocument/2006/relationships" xmlns:p="http://schemas.openxmlformats.org/presentationml/2006/main" userDrawn="1">
  <p:cSld name="Text Page">
    <p:spTree>
      <p:nvGrpSpPr>
        <p:cNvPr id="1" name=""/>
        <p:cNvGrpSpPr/>
        <p:nvPr/>
      </p:nvGrpSpPr>
      <p:grpSpPr>
        <a:xfrm>
          <a:off x="0" y="0"/>
          <a:ext cx="0" cy="0"/>
          <a:chOff x="0" y="0"/>
          <a:chExt cx="0" cy="0"/>
        </a:xfrm>
      </p:grpSpPr>
      <p:sp>
        <p:nvSpPr>
          <p:cNvPr id="9" name="Text Placeholder 6"/>
          <p:cNvSpPr>
            <a:spLocks noGrp="1"/>
          </p:cNvSpPr>
          <p:nvPr>
            <p:ph type="body" sz="quarter" idx="10" hasCustomPrompt="1"/>
          </p:nvPr>
        </p:nvSpPr>
        <p:spPr>
          <a:xfrm>
            <a:off x="256124" y="1120665"/>
            <a:ext cx="8887881" cy="1121675"/>
          </a:xfrm>
          <a:prstGeom prst="rect">
            <a:avLst/>
          </a:prstGeom>
        </p:spPr>
        <p:txBody>
          <a:bodyPr wrap="square" lIns="0" tIns="0" rIns="0" bIns="0">
            <a:spAutoFit/>
          </a:bodyPr>
          <a:lstStyle>
            <a:lvl1pPr marL="0" indent="0">
              <a:spcBef>
                <a:spcPts val="800"/>
              </a:spcBef>
              <a:buFont typeface=".AppleSystemUIFont" charset="-120"/>
              <a:buNone/>
              <a:tabLst>
                <a:tab pos="608575" algn="l"/>
              </a:tabLst>
              <a:defRPr sz="2133" b="0" i="0" baseline="0">
                <a:solidFill>
                  <a:schemeClr val="tx1">
                    <a:lumMod val="65000"/>
                    <a:lumOff val="35000"/>
                  </a:schemeClr>
                </a:solidFill>
                <a:latin typeface="Arial" charset="0"/>
                <a:ea typeface="Arial" charset="0"/>
                <a:cs typeface="Arial" charset="0"/>
              </a:defRPr>
            </a:lvl1pPr>
            <a:lvl2pPr marL="486900" indent="-486900" hangingPunct="0">
              <a:lnSpc>
                <a:spcPct val="100000"/>
              </a:lnSpc>
              <a:spcBef>
                <a:spcPts val="1067"/>
              </a:spcBef>
              <a:buFont typeface=".AppleSystemUIFont" charset="-120"/>
              <a:buChar char="—"/>
              <a:defRPr sz="2133" b="0" i="0" baseline="0">
                <a:solidFill>
                  <a:schemeClr val="tx1">
                    <a:lumMod val="65000"/>
                    <a:lumOff val="35000"/>
                  </a:schemeClr>
                </a:solidFill>
                <a:latin typeface="Arial" charset="0"/>
                <a:ea typeface="Arial" charset="0"/>
                <a:cs typeface="Arial" charset="0"/>
              </a:defRPr>
            </a:lvl2pPr>
            <a:lvl3pPr marL="1217244" indent="0">
              <a:buNone/>
              <a:defRPr/>
            </a:lvl3pPr>
            <a:lvl4pPr marL="1825853" indent="0">
              <a:buNone/>
              <a:defRPr/>
            </a:lvl4pPr>
            <a:lvl5pPr marL="2434486" indent="0">
              <a:buNone/>
              <a:defRPr/>
            </a:lvl5pPr>
          </a:lstStyle>
          <a:p>
            <a:pPr lvl="0"/>
            <a:r>
              <a:rPr lang="en-US" dirty="0"/>
              <a:t>Body copy is Arial Regular, 16pt., single line spacing.</a:t>
            </a:r>
          </a:p>
          <a:p>
            <a:pPr lvl="1"/>
            <a:r>
              <a:rPr lang="en-US" dirty="0"/>
              <a:t>This is the bullet formatting. Always use and m-dash (instead of a traditional bullet), 8pt spacing before </a:t>
            </a:r>
          </a:p>
        </p:txBody>
      </p:sp>
      <p:sp>
        <p:nvSpPr>
          <p:cNvPr id="3" name="Text Placeholder 6"/>
          <p:cNvSpPr>
            <a:spLocks noGrp="1"/>
          </p:cNvSpPr>
          <p:nvPr>
            <p:ph type="body" sz="quarter" idx="11" hasCustomPrompt="1"/>
          </p:nvPr>
        </p:nvSpPr>
        <p:spPr>
          <a:xfrm>
            <a:off x="256124" y="422252"/>
            <a:ext cx="8887881" cy="533480"/>
          </a:xfrm>
          <a:prstGeom prst="rect">
            <a:avLst/>
          </a:prstGeom>
        </p:spPr>
        <p:txBody>
          <a:bodyPr wrap="square" lIns="0" tIns="0" rIns="0" bIns="0">
            <a:spAutoFit/>
          </a:bodyPr>
          <a:lstStyle>
            <a:lvl1pPr marL="0" indent="0">
              <a:spcBef>
                <a:spcPts val="800"/>
              </a:spcBef>
              <a:buFont typeface=".AppleSystemUIFont" charset="-120"/>
              <a:buNone/>
              <a:tabLst>
                <a:tab pos="608575" algn="l"/>
              </a:tabLst>
              <a:defRPr sz="3467" b="0" i="0" baseline="0">
                <a:solidFill>
                  <a:schemeClr val="accent1"/>
                </a:solidFill>
                <a:latin typeface="Arial" charset="0"/>
                <a:ea typeface="Arial" charset="0"/>
                <a:cs typeface="Arial" charset="0"/>
              </a:defRPr>
            </a:lvl1pPr>
            <a:lvl2pPr marL="486900" indent="-486900" hangingPunct="0">
              <a:lnSpc>
                <a:spcPct val="100000"/>
              </a:lnSpc>
              <a:spcBef>
                <a:spcPts val="1067"/>
              </a:spcBef>
              <a:buFont typeface=".AppleSystemUIFont" charset="-120"/>
              <a:buChar char="—"/>
              <a:defRPr sz="2400" b="0" i="0" baseline="0">
                <a:latin typeface="Arial" charset="0"/>
                <a:ea typeface="Arial" charset="0"/>
                <a:cs typeface="Arial" charset="0"/>
              </a:defRPr>
            </a:lvl2pPr>
            <a:lvl3pPr marL="1217244" indent="0">
              <a:buNone/>
              <a:defRPr/>
            </a:lvl3pPr>
            <a:lvl4pPr marL="1825853" indent="0">
              <a:buNone/>
              <a:defRPr/>
            </a:lvl4pPr>
            <a:lvl5pPr marL="2434486" indent="0">
              <a:buNone/>
              <a:defRPr/>
            </a:lvl5pPr>
          </a:lstStyle>
          <a:p>
            <a:pPr lvl="0"/>
            <a:r>
              <a:rPr lang="en-US" dirty="0"/>
              <a:t>Headline copy is Arial Regular, </a:t>
            </a:r>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userDrawn="1">
  <p:cSld name="40 pt Title and Content">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90956" y="644041"/>
            <a:ext cx="5283200" cy="1436291"/>
          </a:xfrm>
          <a:prstGeom prst="rect">
            <a:avLst/>
          </a:prstGeom>
        </p:spPr>
        <p:txBody>
          <a:bodyPr>
            <a:spAutoFit/>
          </a:bodyPr>
          <a:lstStyle>
            <a:lvl1pPr algn="l" defTabSz="1217172" rtl="0" eaLnBrk="1" latinLnBrk="0" hangingPunct="1">
              <a:lnSpc>
                <a:spcPts val="5600"/>
              </a:lnSpc>
              <a:spcBef>
                <a:spcPct val="0"/>
              </a:spcBef>
              <a:buNone/>
              <a:defRPr lang="en-US" sz="3867" kern="1200" baseline="0" dirty="0">
                <a:solidFill>
                  <a:schemeClr val="accent5"/>
                </a:solidFill>
                <a:latin typeface="+mj-lt"/>
                <a:ea typeface="+mj-ea"/>
                <a:cs typeface="+mj-cs"/>
              </a:defRPr>
            </a:lvl1pPr>
          </a:lstStyle>
          <a:p>
            <a:r>
              <a:rPr lang="en-US" dirty="0"/>
              <a:t>Click to edit Master title style</a:t>
            </a:r>
          </a:p>
        </p:txBody>
      </p:sp>
      <p:sp>
        <p:nvSpPr>
          <p:cNvPr id="3" name="Content Placeholder 2"/>
          <p:cNvSpPr>
            <a:spLocks noGrp="1"/>
          </p:cNvSpPr>
          <p:nvPr>
            <p:ph idx="1"/>
          </p:nvPr>
        </p:nvSpPr>
        <p:spPr>
          <a:xfrm>
            <a:off x="6611787" y="797005"/>
            <a:ext cx="4876800" cy="2354491"/>
          </a:xfrm>
          <a:prstGeom prst="rect">
            <a:avLst/>
          </a:prstGeom>
        </p:spPr>
        <p:txBody>
          <a:bodyPr>
            <a:spAutoFit/>
          </a:bodyPr>
          <a:lstStyle>
            <a:lvl1pPr marL="304263" indent="-304263">
              <a:spcBef>
                <a:spcPts val="2400"/>
              </a:spcBef>
              <a:defRPr sz="2667" baseline="0">
                <a:solidFill>
                  <a:schemeClr val="bg1"/>
                </a:solidFill>
              </a:defRPr>
            </a:lvl1pPr>
            <a:lvl2pPr>
              <a:defRPr baseline="0">
                <a:solidFill>
                  <a:schemeClr val="bg1"/>
                </a:solidFill>
              </a:defRPr>
            </a:lvl2pPr>
            <a:lvl3pPr>
              <a:defRPr baseline="0">
                <a:solidFill>
                  <a:schemeClr val="bg1"/>
                </a:solidFill>
              </a:defRPr>
            </a:lvl3pPr>
            <a:lvl4pPr>
              <a:defRPr baseline="0">
                <a:solidFill>
                  <a:schemeClr val="bg1"/>
                </a:solidFill>
              </a:defRPr>
            </a:lvl4pPr>
            <a:lvl5pPr>
              <a:defRPr baseline="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Rectangle 12"/>
          <p:cNvSpPr/>
          <p:nvPr userDrawn="1"/>
        </p:nvSpPr>
        <p:spPr>
          <a:xfrm>
            <a:off x="817564" y="6490318"/>
            <a:ext cx="1589616" cy="123111"/>
          </a:xfrm>
          <a:prstGeom prst="rect">
            <a:avLst/>
          </a:prstGeom>
        </p:spPr>
        <p:txBody>
          <a:bodyPr wrap="square" lIns="0" tIns="0" rIns="0" bIns="0">
            <a:spAutoFit/>
          </a:bodyPr>
          <a:lstStyle/>
          <a:p>
            <a:pPr defTabSz="1217172"/>
            <a:r>
              <a:rPr lang="en-US" sz="800" dirty="0">
                <a:solidFill>
                  <a:srgbClr val="5A5A5A"/>
                </a:solidFill>
                <a:cs typeface="Arial" panose="020B0604020202020204" pitchFamily="34" charset="0"/>
              </a:rPr>
              <a:t>© 2017 IBM Corporation</a:t>
            </a:r>
          </a:p>
        </p:txBody>
      </p:sp>
      <p:sp>
        <p:nvSpPr>
          <p:cNvPr id="9" name="Slide Number Placeholder 5"/>
          <p:cNvSpPr>
            <a:spLocks noGrp="1"/>
          </p:cNvSpPr>
          <p:nvPr>
            <p:ph type="sldNum" sz="quarter" idx="4"/>
          </p:nvPr>
        </p:nvSpPr>
        <p:spPr>
          <a:xfrm>
            <a:off x="9224963" y="6307754"/>
            <a:ext cx="2743200" cy="365127"/>
          </a:xfrm>
          <a:prstGeom prst="rect">
            <a:avLst/>
          </a:prstGeom>
        </p:spPr>
        <p:txBody>
          <a:bodyPr vert="horz" lIns="91311" tIns="45656" rIns="91311" bIns="45656" rtlCol="0" anchor="ctr"/>
          <a:lstStyle>
            <a:lvl1pPr algn="r">
              <a:defRPr sz="1200">
                <a:solidFill>
                  <a:schemeClr val="tx1">
                    <a:tint val="75000"/>
                  </a:schemeClr>
                </a:solidFill>
              </a:defRPr>
            </a:lvl1pPr>
          </a:lstStyle>
          <a:p>
            <a:fld id="{2F45A53B-2836-864A-AA77-DD3386425FDA}" type="slidenum">
              <a:rPr lang="en-US" smtClean="0">
                <a:solidFill>
                  <a:srgbClr val="6D7777">
                    <a:tint val="75000"/>
                  </a:srgbClr>
                </a:solidFill>
              </a:rPr>
              <a:pPr/>
              <a:t>‹#›</a:t>
            </a:fld>
            <a:endParaRPr lang="en-US">
              <a:solidFill>
                <a:srgbClr val="6D7777">
                  <a:tint val="75000"/>
                </a:srgbClr>
              </a:solidFill>
            </a:endParaRPr>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lIns="91312" tIns="45656" rIns="91312" bIns="45656"/>
          <a:lstStyle/>
          <a:p>
            <a:pPr defTabSz="912927"/>
            <a:endParaRPr lang="en-US" sz="1867">
              <a:solidFill>
                <a:srgbClr val="000000"/>
              </a:solidFill>
            </a:endParaRPr>
          </a:p>
        </p:txBody>
      </p:sp>
      <p:sp>
        <p:nvSpPr>
          <p:cNvPr id="5" name="Footer Placeholder 4"/>
          <p:cNvSpPr>
            <a:spLocks noGrp="1"/>
          </p:cNvSpPr>
          <p:nvPr>
            <p:ph type="ftr" sz="quarter" idx="11"/>
          </p:nvPr>
        </p:nvSpPr>
        <p:spPr/>
        <p:txBody>
          <a:bodyPr/>
          <a:lstStyle/>
          <a:p>
            <a:r>
              <a:rPr lang="en-US">
                <a:solidFill>
                  <a:srgbClr val="FFFFFF"/>
                </a:solidFill>
              </a:rPr>
              <a:t>IBM Cloud  / February 08, 2018 / © 2018 IBM Corporation</a:t>
            </a:r>
          </a:p>
        </p:txBody>
      </p:sp>
      <p:sp>
        <p:nvSpPr>
          <p:cNvPr id="6" name="Slide Number Placeholder 5"/>
          <p:cNvSpPr>
            <a:spLocks noGrp="1"/>
          </p:cNvSpPr>
          <p:nvPr>
            <p:ph type="sldNum" sz="quarter" idx="12"/>
          </p:nvPr>
        </p:nvSpPr>
        <p:spPr/>
        <p:txBody>
          <a:bodyPr/>
          <a:lstStyle/>
          <a:p>
            <a:fld id="{F8A251BF-6BBF-2F44-9892-E72FBD1B3478}" type="slidenum">
              <a:rPr lang="en-US" smtClean="0">
                <a:solidFill>
                  <a:srgbClr val="FFFFFF"/>
                </a:solidFill>
              </a:rPr>
              <a:pPr/>
              <a:t>‹#›</a:t>
            </a:fld>
            <a:endParaRPr lang="en-US">
              <a:solidFill>
                <a:srgbClr val="FFFFFF"/>
              </a:solidFill>
            </a:endParaRPr>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Gradient Title">
    <p:spTree>
      <p:nvGrpSpPr>
        <p:cNvPr id="1" name=""/>
        <p:cNvGrpSpPr/>
        <p:nvPr/>
      </p:nvGrpSpPr>
      <p:grpSpPr>
        <a:xfrm>
          <a:off x="0" y="0"/>
          <a:ext cx="0" cy="0"/>
          <a:chOff x="0" y="0"/>
          <a:chExt cx="0" cy="0"/>
        </a:xfrm>
      </p:grpSpPr>
      <p:sp>
        <p:nvSpPr>
          <p:cNvPr id="5" name="Rectangle 4"/>
          <p:cNvSpPr/>
          <p:nvPr userDrawn="1"/>
        </p:nvSpPr>
        <p:spPr>
          <a:xfrm>
            <a:off x="0" y="0"/>
            <a:ext cx="12192000" cy="6858000"/>
          </a:xfrm>
          <a:prstGeom prst="rect">
            <a:avLst/>
          </a:prstGeom>
          <a:gradFill flip="none" rotWithShape="1">
            <a:gsLst>
              <a:gs pos="1000">
                <a:srgbClr val="0F6DFF"/>
              </a:gs>
              <a:gs pos="100000">
                <a:prstClr val="white">
                  <a:alpha val="0"/>
                </a:prstClr>
              </a:gs>
            </a:gsLst>
            <a:lin ang="16200000" scaled="0"/>
            <a:tileRect/>
          </a:gradFill>
        </p:spPr>
        <p:txBody>
          <a:bodyPr wrap="square" lIns="0" tIns="0" rIns="0" bIns="0" rtlCol="0" anchor="ctr">
            <a:noAutofit/>
          </a:bodyPr>
          <a:lstStyle/>
          <a:p>
            <a:pPr algn="ctr" defTabSz="914377"/>
            <a:endParaRPr lang="en-US" sz="1600" dirty="0">
              <a:solidFill>
                <a:srgbClr val="FFFFFF"/>
              </a:solidFill>
              <a:cs typeface="IBM Plex Sans"/>
            </a:endParaRPr>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7" name="Title 6"/>
          <p:cNvSpPr>
            <a:spLocks noGrp="1"/>
          </p:cNvSpPr>
          <p:nvPr>
            <p:ph type="title"/>
          </p:nvPr>
        </p:nvSpPr>
        <p:spPr>
          <a:xfrm>
            <a:off x="304800" y="2668804"/>
            <a:ext cx="4775200" cy="652949"/>
          </a:xfrm>
        </p:spPr>
        <p:txBody>
          <a:bodyPr anchor="b"/>
          <a:lstStyle>
            <a:lvl1pPr>
              <a:defRPr sz="3733"/>
            </a:lvl1pPr>
          </a:lstStyle>
          <a:p>
            <a:r>
              <a:rPr lang="en-US" dirty="0"/>
              <a:t>Click to edit Master title style</a:t>
            </a:r>
          </a:p>
        </p:txBody>
      </p:sp>
      <p:sp>
        <p:nvSpPr>
          <p:cNvPr id="9" name="Text Placeholder 8"/>
          <p:cNvSpPr>
            <a:spLocks noGrp="1"/>
          </p:cNvSpPr>
          <p:nvPr>
            <p:ph type="body" sz="quarter" idx="11"/>
          </p:nvPr>
        </p:nvSpPr>
        <p:spPr>
          <a:xfrm>
            <a:off x="304800" y="3525520"/>
            <a:ext cx="5655733" cy="300122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a:t>
            </a:r>
            <a:r>
              <a:rPr lang="en-US" dirty="0" err="1"/>
              <a:t>levelv</a:t>
            </a:r>
            <a:endParaRPr lang="en-US" dirty="0"/>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1_Gradient Title">
    <p:spTree>
      <p:nvGrpSpPr>
        <p:cNvPr id="1" name=""/>
        <p:cNvGrpSpPr/>
        <p:nvPr/>
      </p:nvGrpSpPr>
      <p:grpSpPr>
        <a:xfrm>
          <a:off x="0" y="0"/>
          <a:ext cx="0" cy="0"/>
          <a:chOff x="0" y="0"/>
          <a:chExt cx="0" cy="0"/>
        </a:xfrm>
      </p:grpSpPr>
      <p:sp>
        <p:nvSpPr>
          <p:cNvPr id="5" name="Rectangle 4"/>
          <p:cNvSpPr/>
          <p:nvPr userDrawn="1"/>
        </p:nvSpPr>
        <p:spPr>
          <a:xfrm>
            <a:off x="0" y="0"/>
            <a:ext cx="12192000" cy="6858000"/>
          </a:xfrm>
          <a:prstGeom prst="rect">
            <a:avLst/>
          </a:prstGeom>
          <a:gradFill flip="none" rotWithShape="1">
            <a:gsLst>
              <a:gs pos="0">
                <a:srgbClr val="0F6DFF"/>
              </a:gs>
              <a:gs pos="95000">
                <a:srgbClr val="7EDDD3"/>
              </a:gs>
            </a:gsLst>
            <a:lin ang="16200000" scaled="0"/>
            <a:tileRect/>
          </a:gradFill>
        </p:spPr>
        <p:txBody>
          <a:bodyPr wrap="square" lIns="0" tIns="0" rIns="0" bIns="0" rtlCol="0" anchor="ctr">
            <a:noAutofit/>
          </a:bodyPr>
          <a:lstStyle/>
          <a:p>
            <a:pPr algn="ctr" defTabSz="914377"/>
            <a:endParaRPr lang="en-US" sz="1600" dirty="0">
              <a:solidFill>
                <a:srgbClr val="FFFFFF"/>
              </a:solidFill>
              <a:cs typeface="IBM Plex Sans"/>
            </a:endParaRPr>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7" name="Title 6"/>
          <p:cNvSpPr>
            <a:spLocks noGrp="1"/>
          </p:cNvSpPr>
          <p:nvPr>
            <p:ph type="title"/>
          </p:nvPr>
        </p:nvSpPr>
        <p:spPr>
          <a:xfrm>
            <a:off x="304800" y="2664292"/>
            <a:ext cx="4732867" cy="652949"/>
          </a:xfrm>
        </p:spPr>
        <p:txBody>
          <a:bodyPr anchor="b"/>
          <a:lstStyle>
            <a:lvl1pPr>
              <a:defRPr sz="3733"/>
            </a:lvl1pPr>
          </a:lstStyle>
          <a:p>
            <a:r>
              <a:rPr lang="en-US" dirty="0"/>
              <a:t>Click to edit Master title style</a:t>
            </a:r>
          </a:p>
        </p:txBody>
      </p:sp>
      <p:sp>
        <p:nvSpPr>
          <p:cNvPr id="9" name="Text Placeholder 8"/>
          <p:cNvSpPr>
            <a:spLocks noGrp="1"/>
          </p:cNvSpPr>
          <p:nvPr>
            <p:ph type="body" sz="quarter" idx="11"/>
          </p:nvPr>
        </p:nvSpPr>
        <p:spPr>
          <a:xfrm>
            <a:off x="304800" y="3532293"/>
            <a:ext cx="5655733" cy="300122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a:t>
            </a:r>
            <a:r>
              <a:rPr lang="en-US" dirty="0" err="1"/>
              <a:t>levelv</a:t>
            </a:r>
            <a:endParaRPr lang="en-US" dirty="0"/>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p:cSld name="Title, blank">
    <p:spTree>
      <p:nvGrpSpPr>
        <p:cNvPr id="1" name=""/>
        <p:cNvGrpSpPr/>
        <p:nvPr/>
      </p:nvGrpSpPr>
      <p:grpSpPr>
        <a:xfrm>
          <a:off x="0" y="0"/>
          <a:ext cx="0" cy="0"/>
          <a:chOff x="0" y="0"/>
          <a:chExt cx="0" cy="0"/>
        </a:xfrm>
      </p:grpSpPr>
      <p:sp>
        <p:nvSpPr>
          <p:cNvPr id="2" name="Title 1"/>
          <p:cNvSpPr>
            <a:spLocks noGrp="1"/>
          </p:cNvSpPr>
          <p:nvPr>
            <p:ph type="title"/>
          </p:nvPr>
        </p:nvSpPr>
        <p:spPr>
          <a:xfrm>
            <a:off x="304800" y="304800"/>
            <a:ext cx="5486400" cy="508000"/>
          </a:xfrm>
        </p:spPr>
        <p:txBody>
          <a:bodyPr/>
          <a:lstStyle/>
          <a:p>
            <a:r>
              <a:rPr lang="en-US" dirty="0"/>
              <a:t>Click to edit Master title style</a:t>
            </a:r>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6" name="Footer Placeholder 3"/>
          <p:cNvSpPr txBox="1">
            <a:spLocks/>
          </p:cNvSpPr>
          <p:nvPr userDrawn="1"/>
        </p:nvSpPr>
        <p:spPr>
          <a:xfrm>
            <a:off x="304800" y="6526747"/>
            <a:ext cx="8534400" cy="182880"/>
          </a:xfrm>
          <a:prstGeom prst="rect">
            <a:avLst/>
          </a:prstGeom>
        </p:spPr>
        <p:txBody>
          <a:bodyPr anchor="ctr"/>
          <a:lstStyle>
            <a:defPPr>
              <a:defRPr lang="en-US"/>
            </a:defPPr>
            <a:lvl1pPr marL="0" algn="l" defTabSz="685800" rtl="0" eaLnBrk="1" latinLnBrk="0" hangingPunct="1">
              <a:defRPr sz="60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800" dirty="0">
                <a:solidFill>
                  <a:srgbClr val="FFFFFF"/>
                </a:solidFill>
              </a:rPr>
              <a:t>IBM </a:t>
            </a:r>
            <a:r>
              <a:rPr lang="en-US" sz="800" dirty="0">
                <a:solidFill>
                  <a:srgbClr val="FFFFFF"/>
                </a:solidFill>
                <a:cs typeface="IBM Plex Sans"/>
              </a:rPr>
              <a:t>Cloud</a:t>
            </a:r>
            <a:r>
              <a:rPr lang="en-US" sz="800" dirty="0">
                <a:solidFill>
                  <a:srgbClr val="FFFFFF"/>
                </a:solidFill>
              </a:rPr>
              <a:t>/ © 2018 IBM Corporation</a:t>
            </a:r>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p:cSld name="Title and 2 text columns">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5"/>
            <a:ext cx="5486400" cy="894532"/>
          </a:xfrm>
        </p:spPr>
        <p:txBody>
          <a:bodyPr/>
          <a:lstStyle/>
          <a:p>
            <a:r>
              <a:rPr lang="en-US"/>
              <a:t>Click to edit Master title style</a:t>
            </a:r>
            <a:endParaRPr lang="en-US" dirty="0"/>
          </a:p>
        </p:txBody>
      </p:sp>
      <p:sp>
        <p:nvSpPr>
          <p:cNvPr id="8" name="Text Placeholder 7"/>
          <p:cNvSpPr>
            <a:spLocks noGrp="1"/>
          </p:cNvSpPr>
          <p:nvPr>
            <p:ph type="body" sz="quarter" idx="12"/>
          </p:nvPr>
        </p:nvSpPr>
        <p:spPr>
          <a:xfrm>
            <a:off x="304800" y="1499617"/>
            <a:ext cx="5486400" cy="4781127"/>
          </a:xfrm>
        </p:spPr>
        <p:txBody>
          <a:bodyPr/>
          <a:lstStyle>
            <a:lvl1pPr>
              <a:spcBef>
                <a:spcPts val="0"/>
              </a:spcBef>
              <a:defRPr sz="1867" b="0" i="0">
                <a:latin typeface="IBM Plex Sans"/>
                <a:cs typeface="IBM Plex Sans"/>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9"/>
          <p:cNvSpPr>
            <a:spLocks noGrp="1"/>
          </p:cNvSpPr>
          <p:nvPr>
            <p:ph type="body" sz="quarter" idx="13"/>
          </p:nvPr>
        </p:nvSpPr>
        <p:spPr>
          <a:xfrm>
            <a:off x="6400800" y="1499617"/>
            <a:ext cx="5486400" cy="4781127"/>
          </a:xfrm>
        </p:spPr>
        <p:txBody>
          <a:bodyPr/>
          <a:lstStyle>
            <a:lvl1pPr>
              <a:spcBef>
                <a:spcPts val="0"/>
              </a:spcBef>
              <a:defRPr sz="1867" b="0" i="0">
                <a:latin typeface="IBM Plex Sans"/>
                <a:cs typeface="IBM Plex Sans"/>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3"/>
          <p:cNvSpPr txBox="1">
            <a:spLocks/>
          </p:cNvSpPr>
          <p:nvPr userDrawn="1"/>
        </p:nvSpPr>
        <p:spPr>
          <a:xfrm>
            <a:off x="304800" y="6526747"/>
            <a:ext cx="8534400" cy="182880"/>
          </a:xfrm>
          <a:prstGeom prst="rect">
            <a:avLst/>
          </a:prstGeom>
        </p:spPr>
        <p:txBody>
          <a:bodyPr anchor="ctr"/>
          <a:lstStyle>
            <a:defPPr>
              <a:defRPr lang="en-US"/>
            </a:defPPr>
            <a:lvl1pPr marL="0" algn="l" defTabSz="685800" rtl="0" eaLnBrk="1" latinLnBrk="0" hangingPunct="1">
              <a:defRPr sz="60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800" dirty="0">
                <a:solidFill>
                  <a:srgbClr val="FFFFFF"/>
                </a:solidFill>
              </a:rPr>
              <a:t>IBM </a:t>
            </a:r>
            <a:r>
              <a:rPr lang="en-US" sz="800" dirty="0">
                <a:solidFill>
                  <a:srgbClr val="FFFFFF"/>
                </a:solidFill>
                <a:cs typeface="IBM Plex Sans"/>
              </a:rPr>
              <a:t>Cloud</a:t>
            </a:r>
            <a:r>
              <a:rPr lang="en-US" sz="800" dirty="0">
                <a:solidFill>
                  <a:srgbClr val="FFFFFF"/>
                </a:solidFill>
              </a:rPr>
              <a:t>/ © 2018 IBM Corporation</a:t>
            </a:r>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Title and 1 text">
    <p:spTree>
      <p:nvGrpSpPr>
        <p:cNvPr id="1" name=""/>
        <p:cNvGrpSpPr/>
        <p:nvPr/>
      </p:nvGrpSpPr>
      <p:grpSpPr>
        <a:xfrm>
          <a:off x="0" y="0"/>
          <a:ext cx="0" cy="0"/>
          <a:chOff x="0" y="0"/>
          <a:chExt cx="0" cy="0"/>
        </a:xfrm>
      </p:grpSpPr>
      <p:sp>
        <p:nvSpPr>
          <p:cNvPr id="2" name="Title 1"/>
          <p:cNvSpPr>
            <a:spLocks noGrp="1"/>
          </p:cNvSpPr>
          <p:nvPr>
            <p:ph type="title"/>
          </p:nvPr>
        </p:nvSpPr>
        <p:spPr>
          <a:xfrm>
            <a:off x="304800" y="304800"/>
            <a:ext cx="5486400" cy="544576"/>
          </a:xfrm>
        </p:spPr>
        <p:txBody>
          <a:bodyPr/>
          <a:lstStyle/>
          <a:p>
            <a:r>
              <a:rPr lang="en-US"/>
              <a:t>Click to edit Master title style</a:t>
            </a:r>
            <a:endParaRPr lang="en-US" dirty="0"/>
          </a:p>
        </p:txBody>
      </p:sp>
      <p:sp>
        <p:nvSpPr>
          <p:cNvPr id="8" name="Text Placeholder 7"/>
          <p:cNvSpPr>
            <a:spLocks noGrp="1"/>
          </p:cNvSpPr>
          <p:nvPr>
            <p:ph type="body" sz="quarter" idx="12"/>
          </p:nvPr>
        </p:nvSpPr>
        <p:spPr>
          <a:xfrm>
            <a:off x="304800" y="1881718"/>
            <a:ext cx="5486400" cy="4399025"/>
          </a:xfrm>
        </p:spPr>
        <p:txBody>
          <a:bodyPr/>
          <a:lstStyle>
            <a:lvl1pPr>
              <a:spcBef>
                <a:spcPts val="0"/>
              </a:spcBef>
              <a:defRPr sz="1867" b="0" i="0">
                <a:latin typeface="IBM Plex Sans"/>
                <a:cs typeface="IBM Plex Sans"/>
              </a:defRPr>
            </a:lvl1pPr>
          </a:lstStyle>
          <a:p>
            <a:pPr lvl="0"/>
            <a:r>
              <a:rPr lang="en-US" dirty="0"/>
              <a:t>Click to edit Master text styles</a:t>
            </a:r>
          </a:p>
          <a:p>
            <a:pPr lvl="1"/>
            <a:r>
              <a:rPr lang="en-US" dirty="0"/>
              <a:t>Second level</a:t>
            </a:r>
          </a:p>
          <a:p>
            <a:pPr lvl="2"/>
            <a:r>
              <a:rPr lang="en-US" dirty="0"/>
              <a:t>Third level</a:t>
            </a:r>
          </a:p>
        </p:txBody>
      </p:sp>
      <p:sp>
        <p:nvSpPr>
          <p:cNvPr id="7" name="Footer Placeholder 3"/>
          <p:cNvSpPr txBox="1">
            <a:spLocks/>
          </p:cNvSpPr>
          <p:nvPr userDrawn="1"/>
        </p:nvSpPr>
        <p:spPr>
          <a:xfrm>
            <a:off x="304800" y="6526747"/>
            <a:ext cx="8534400" cy="182880"/>
          </a:xfrm>
          <a:prstGeom prst="rect">
            <a:avLst/>
          </a:prstGeom>
        </p:spPr>
        <p:txBody>
          <a:bodyPr anchor="ctr"/>
          <a:lstStyle>
            <a:defPPr>
              <a:defRPr lang="en-US"/>
            </a:defPPr>
            <a:lvl1pPr marL="0" algn="l" defTabSz="685800" rtl="0" eaLnBrk="1" latinLnBrk="0" hangingPunct="1">
              <a:defRPr sz="60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800" dirty="0">
                <a:solidFill>
                  <a:srgbClr val="FFFFFF"/>
                </a:solidFill>
              </a:rPr>
              <a:t>IBM </a:t>
            </a:r>
            <a:r>
              <a:rPr lang="en-US" sz="800" dirty="0">
                <a:solidFill>
                  <a:srgbClr val="FFFFFF"/>
                </a:solidFill>
                <a:cs typeface="IBM Plex Sans"/>
              </a:rPr>
              <a:t>Cloud</a:t>
            </a:r>
            <a:r>
              <a:rPr lang="en-US" sz="800" dirty="0">
                <a:solidFill>
                  <a:srgbClr val="FFFFFF"/>
                </a:solidFill>
              </a:rPr>
              <a:t>/© 2018 IBM Corporation</a:t>
            </a:r>
          </a:p>
        </p:txBody>
      </p:sp>
      <p:sp>
        <p:nvSpPr>
          <p:cNvPr id="5" name="Text Placeholder 4"/>
          <p:cNvSpPr>
            <a:spLocks noGrp="1"/>
          </p:cNvSpPr>
          <p:nvPr>
            <p:ph type="body" sz="quarter" idx="13"/>
          </p:nvPr>
        </p:nvSpPr>
        <p:spPr>
          <a:xfrm>
            <a:off x="304800" y="812800"/>
            <a:ext cx="5486400" cy="620184"/>
          </a:xfrm>
        </p:spPr>
        <p:txBody>
          <a:bodyPr/>
          <a:lstStyle/>
          <a:p>
            <a:pPr lvl="0"/>
            <a:r>
              <a:rPr lang="en-US" dirty="0"/>
              <a:t>Click to edit Master text </a:t>
            </a:r>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section, title, text (two columns)">
    <p:spTree>
      <p:nvGrpSpPr>
        <p:cNvPr id="1" name=""/>
        <p:cNvGrpSpPr/>
        <p:nvPr/>
      </p:nvGrpSpPr>
      <p:grpSpPr>
        <a:xfrm>
          <a:off x="0" y="0"/>
          <a:ext cx="0" cy="0"/>
          <a:chOff x="0" y="0"/>
          <a:chExt cx="0" cy="0"/>
        </a:xfrm>
      </p:grpSpPr>
      <p:sp>
        <p:nvSpPr>
          <p:cNvPr id="2" name="Title 1"/>
          <p:cNvSpPr>
            <a:spLocks noGrp="1"/>
          </p:cNvSpPr>
          <p:nvPr>
            <p:ph type="title"/>
          </p:nvPr>
        </p:nvSpPr>
        <p:spPr>
          <a:xfrm>
            <a:off x="304800" y="304800"/>
            <a:ext cx="5793317" cy="853440"/>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6" name="Text Placeholder 5"/>
          <p:cNvSpPr>
            <a:spLocks noGrp="1"/>
          </p:cNvSpPr>
          <p:nvPr>
            <p:ph type="body" sz="quarter" idx="12"/>
          </p:nvPr>
        </p:nvSpPr>
        <p:spPr>
          <a:xfrm>
            <a:off x="6400800" y="1457960"/>
            <a:ext cx="5486400" cy="4786208"/>
          </a:xfrm>
        </p:spPr>
        <p:txBody>
          <a:bodyPr/>
          <a:lstStyle>
            <a:lvl1pPr>
              <a:defRPr sz="2133"/>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6"/>
          <p:cNvSpPr>
            <a:spLocks noGrp="1"/>
          </p:cNvSpPr>
          <p:nvPr>
            <p:ph type="body" sz="quarter" idx="14"/>
          </p:nvPr>
        </p:nvSpPr>
        <p:spPr>
          <a:xfrm>
            <a:off x="304799" y="1457961"/>
            <a:ext cx="5644444" cy="4786207"/>
          </a:xfrm>
        </p:spPr>
        <p:txBody>
          <a:bodyPr/>
          <a:lstStyle>
            <a:lvl1pPr>
              <a:defRPr sz="2133"/>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3"/>
          <p:cNvSpPr>
            <a:spLocks noGrp="1"/>
          </p:cNvSpPr>
          <p:nvPr>
            <p:ph type="ftr" sz="quarter" idx="11"/>
          </p:nvPr>
        </p:nvSpPr>
        <p:spPr>
          <a:xfrm>
            <a:off x="304800" y="6526747"/>
            <a:ext cx="8534400" cy="182880"/>
          </a:xfrm>
        </p:spPr>
        <p:txBody>
          <a:bodyPr/>
          <a:lstStyle/>
          <a:p>
            <a:r>
              <a:rPr lang="en-US" dirty="0">
                <a:solidFill>
                  <a:srgbClr val="FFFFFF"/>
                </a:solidFill>
              </a:rPr>
              <a:t>IBM </a:t>
            </a:r>
            <a:r>
              <a:rPr lang="en-US" dirty="0">
                <a:solidFill>
                  <a:srgbClr val="FFFFFF"/>
                </a:solidFill>
                <a:cs typeface="IBM Plex Sans"/>
              </a:rPr>
              <a:t>Cloud</a:t>
            </a:r>
            <a:r>
              <a:rPr lang="en-US" dirty="0">
                <a:solidFill>
                  <a:srgbClr val="FFFFFF"/>
                </a:solidFill>
              </a:rPr>
              <a:t>/ DOC ID / Month XX, 2017 / © 2017 IBM Corporation</a:t>
            </a:r>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section, title, text (four columns)">
    <p:spTree>
      <p:nvGrpSpPr>
        <p:cNvPr id="1" name=""/>
        <p:cNvGrpSpPr/>
        <p:nvPr/>
      </p:nvGrpSpPr>
      <p:grpSpPr>
        <a:xfrm>
          <a:off x="0" y="0"/>
          <a:ext cx="0" cy="0"/>
          <a:chOff x="0" y="0"/>
          <a:chExt cx="0" cy="0"/>
        </a:xfrm>
      </p:grpSpPr>
      <p:sp>
        <p:nvSpPr>
          <p:cNvPr id="2" name="Title 1"/>
          <p:cNvSpPr>
            <a:spLocks noGrp="1"/>
          </p:cNvSpPr>
          <p:nvPr>
            <p:ph type="title"/>
          </p:nvPr>
        </p:nvSpPr>
        <p:spPr>
          <a:xfrm>
            <a:off x="304800" y="548640"/>
            <a:ext cx="8534400" cy="853440"/>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6" name="Text Placeholder 5"/>
          <p:cNvSpPr>
            <a:spLocks noGrp="1"/>
          </p:cNvSpPr>
          <p:nvPr>
            <p:ph type="body" sz="quarter" idx="12"/>
          </p:nvPr>
        </p:nvSpPr>
        <p:spPr>
          <a:xfrm>
            <a:off x="6400800" y="1457959"/>
            <a:ext cx="2438400" cy="4786207"/>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6"/>
          <p:cNvSpPr>
            <a:spLocks noGrp="1"/>
          </p:cNvSpPr>
          <p:nvPr>
            <p:ph type="body" sz="quarter" idx="14"/>
          </p:nvPr>
        </p:nvSpPr>
        <p:spPr>
          <a:xfrm>
            <a:off x="304800" y="1457959"/>
            <a:ext cx="2438400" cy="4786207"/>
          </a:xfrm>
        </p:spPr>
        <p:txBody>
          <a:bodyPr/>
          <a:lstStyle>
            <a:lvl1pPr>
              <a:spcBef>
                <a:spcPts val="1467"/>
              </a:spcBef>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7"/>
          <p:cNvSpPr>
            <a:spLocks noGrp="1"/>
          </p:cNvSpPr>
          <p:nvPr>
            <p:ph type="body" sz="quarter" idx="15"/>
          </p:nvPr>
        </p:nvSpPr>
        <p:spPr>
          <a:xfrm>
            <a:off x="3352800" y="1457959"/>
            <a:ext cx="2438400" cy="4786207"/>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9"/>
          <p:cNvSpPr>
            <a:spLocks noGrp="1"/>
          </p:cNvSpPr>
          <p:nvPr>
            <p:ph type="body" sz="quarter" idx="16"/>
          </p:nvPr>
        </p:nvSpPr>
        <p:spPr>
          <a:xfrm>
            <a:off x="9448800" y="1457959"/>
            <a:ext cx="2438400" cy="4786207"/>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3"/>
          <p:cNvSpPr>
            <a:spLocks noGrp="1"/>
          </p:cNvSpPr>
          <p:nvPr>
            <p:ph type="ftr" sz="quarter" idx="11"/>
          </p:nvPr>
        </p:nvSpPr>
        <p:spPr>
          <a:xfrm>
            <a:off x="304800" y="6526747"/>
            <a:ext cx="8534400" cy="182880"/>
          </a:xfrm>
        </p:spPr>
        <p:txBody>
          <a:bodyPr/>
          <a:lstStyle/>
          <a:p>
            <a:r>
              <a:rPr lang="en-US" dirty="0">
                <a:solidFill>
                  <a:srgbClr val="FFFFFF"/>
                </a:solidFill>
              </a:rPr>
              <a:t>IBM </a:t>
            </a:r>
            <a:r>
              <a:rPr lang="en-US" dirty="0">
                <a:solidFill>
                  <a:srgbClr val="FFFFFF"/>
                </a:solidFill>
                <a:cs typeface="IBM Plex Sans"/>
              </a:rPr>
              <a:t>Cloud</a:t>
            </a:r>
            <a:r>
              <a:rPr lang="en-US" dirty="0">
                <a:solidFill>
                  <a:srgbClr val="FFFFFF"/>
                </a:solidFill>
              </a:rPr>
              <a:t>/ DOC ID / Month XX, 2017 / © 2017 IBM Corporation</a:t>
            </a:r>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section, title, text (dark background)">
    <p:spTree>
      <p:nvGrpSpPr>
        <p:cNvPr id="1" name=""/>
        <p:cNvGrpSpPr/>
        <p:nvPr/>
      </p:nvGrpSpPr>
      <p:grpSpPr>
        <a:xfrm>
          <a:off x="0" y="0"/>
          <a:ext cx="0" cy="0"/>
          <a:chOff x="0" y="0"/>
          <a:chExt cx="0" cy="0"/>
        </a:xfrm>
      </p:grpSpPr>
      <p:sp>
        <p:nvSpPr>
          <p:cNvPr id="5" name="Rectangle 4"/>
          <p:cNvSpPr/>
          <p:nvPr/>
        </p:nvSpPr>
        <p:spPr>
          <a:xfrm>
            <a:off x="6096000" y="0"/>
            <a:ext cx="6096000" cy="6858000"/>
          </a:xfrm>
          <a:prstGeom prst="rect">
            <a:avLst/>
          </a:prstGeom>
          <a:solidFill>
            <a:schemeClr val="tx1"/>
          </a:solidFill>
        </p:spPr>
        <p:txBody>
          <a:bodyPr wrap="square" lIns="0" tIns="0" rIns="0" bIns="0" rtlCol="0" anchor="ctr">
            <a:noAutofit/>
          </a:bodyPr>
          <a:lstStyle/>
          <a:p>
            <a:pPr algn="ctr" defTabSz="914377"/>
            <a:endParaRPr lang="en-US" sz="1600" dirty="0">
              <a:solidFill>
                <a:srgbClr val="FFFFFF"/>
              </a:solidFill>
              <a:cs typeface="IBM Plex Sans"/>
            </a:endParaRPr>
          </a:p>
        </p:txBody>
      </p:sp>
      <p:sp>
        <p:nvSpPr>
          <p:cNvPr id="2" name="Title 1"/>
          <p:cNvSpPr>
            <a:spLocks noGrp="1"/>
          </p:cNvSpPr>
          <p:nvPr>
            <p:ph type="title"/>
          </p:nvPr>
        </p:nvSpPr>
        <p:spPr>
          <a:xfrm>
            <a:off x="304800" y="1377696"/>
            <a:ext cx="5486400" cy="4754880"/>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6" name="Text Placeholder 5"/>
          <p:cNvSpPr>
            <a:spLocks noGrp="1"/>
          </p:cNvSpPr>
          <p:nvPr>
            <p:ph type="body" sz="quarter" idx="12"/>
          </p:nvPr>
        </p:nvSpPr>
        <p:spPr>
          <a:xfrm>
            <a:off x="6400800" y="1499617"/>
            <a:ext cx="5486400" cy="4668593"/>
          </a:xfrm>
        </p:spPr>
        <p:txBody>
          <a:bodyPr/>
          <a:lstStyle>
            <a:lvl1pPr>
              <a:defRPr>
                <a:solidFill>
                  <a:schemeClr val="bg2"/>
                </a:solidFill>
              </a:defRPr>
            </a:lvl1pPr>
            <a:lvl2pPr marL="0" indent="0">
              <a:spcBef>
                <a:spcPts val="1467"/>
              </a:spcBef>
              <a:buFontTx/>
              <a:buNone/>
              <a:defRPr sz="1467">
                <a:solidFill>
                  <a:schemeClr val="bg2"/>
                </a:solidFill>
              </a:defRPr>
            </a:lvl2pPr>
            <a:lvl3pPr>
              <a:defRPr sz="1467">
                <a:solidFill>
                  <a:schemeClr val="bg2"/>
                </a:solidFill>
              </a:defRPr>
            </a:lvl3pPr>
            <a:lvl4pPr>
              <a:defRPr sz="1467">
                <a:solidFill>
                  <a:schemeClr val="bg2"/>
                </a:solidFill>
              </a:defRPr>
            </a:lvl4pPr>
            <a:lvl5pPr>
              <a:defRPr sz="1467">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1"/>
          <p:cNvSpPr>
            <a:spLocks noGrp="1"/>
          </p:cNvSpPr>
          <p:nvPr>
            <p:ph type="body" sz="quarter" idx="13"/>
          </p:nvPr>
        </p:nvSpPr>
        <p:spPr>
          <a:xfrm>
            <a:off x="304800" y="268225"/>
            <a:ext cx="5486400" cy="400049"/>
          </a:xfrm>
        </p:spPr>
        <p:txBody>
          <a:bodyPr/>
          <a:lstStyle>
            <a:lvl1pPr>
              <a:defRPr sz="1467"/>
            </a:lvl1pPr>
          </a:lstStyle>
          <a:p>
            <a:pPr lvl="0"/>
            <a:r>
              <a:rPr lang="en-US"/>
              <a:t>Click to edit Master text styles</a:t>
            </a:r>
          </a:p>
        </p:txBody>
      </p:sp>
      <p:sp>
        <p:nvSpPr>
          <p:cNvPr id="8" name="Footer Placeholder 3"/>
          <p:cNvSpPr txBox="1">
            <a:spLocks/>
          </p:cNvSpPr>
          <p:nvPr userDrawn="1"/>
        </p:nvSpPr>
        <p:spPr>
          <a:xfrm>
            <a:off x="304800" y="6526747"/>
            <a:ext cx="8534400" cy="182880"/>
          </a:xfrm>
          <a:prstGeom prst="rect">
            <a:avLst/>
          </a:prstGeom>
        </p:spPr>
        <p:txBody>
          <a:bodyPr anchor="ctr"/>
          <a:lstStyle>
            <a:defPPr>
              <a:defRPr lang="en-US"/>
            </a:defPPr>
            <a:lvl1pPr marL="0" algn="l" defTabSz="685800" rtl="0" eaLnBrk="1" latinLnBrk="0" hangingPunct="1">
              <a:defRPr sz="60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800" dirty="0">
                <a:solidFill>
                  <a:srgbClr val="FFFFFF"/>
                </a:solidFill>
              </a:rPr>
              <a:t>IBM </a:t>
            </a:r>
            <a:r>
              <a:rPr lang="en-US" sz="800" dirty="0">
                <a:solidFill>
                  <a:srgbClr val="FFFFFF"/>
                </a:solidFill>
                <a:cs typeface="IBM Plex Sans"/>
              </a:rPr>
              <a:t>Cloud</a:t>
            </a:r>
            <a:r>
              <a:rPr lang="en-US" sz="800" dirty="0">
                <a:solidFill>
                  <a:srgbClr val="FFFFFF"/>
                </a:solidFill>
              </a:rPr>
              <a:t>/ DOC ID / Month XX, 2017 / © 2017 IBM Corporation</a:t>
            </a:r>
          </a:p>
        </p:txBody>
      </p:sp>
      <p:pic>
        <p:nvPicPr>
          <p:cNvPr id="10" name="Picture 9">
            <a:hlinkClick r:id="rId2" action="ppaction://hlinksldjump"/>
            <a:extLst>
              <a:ext uri="{FF2B5EF4-FFF2-40B4-BE49-F238E27FC236}">
                <a16:creationId xmlns:a16="http://schemas.microsoft.com/office/drawing/2014/main" id="{08DF82EC-B117-5047-BAC8-0D93BBE49349}"/>
              </a:ext>
            </a:extLst>
          </p:cNvPr>
          <p:cNvPicPr>
            <a:picLocks noChangeAspect="1"/>
          </p:cNvPicPr>
          <p:nvPr userDrawn="1"/>
        </p:nvPicPr>
        <p:blipFill>
          <a:blip r:embed="rId3"/>
          <a:stretch>
            <a:fillRect/>
          </a:stretch>
        </p:blipFill>
        <p:spPr>
          <a:xfrm>
            <a:off x="12034033" y="6700033"/>
            <a:ext cx="94087" cy="9408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p:cSld name="title, image">
    <p:spTree>
      <p:nvGrpSpPr>
        <p:cNvPr id="1" name=""/>
        <p:cNvGrpSpPr/>
        <p:nvPr/>
      </p:nvGrpSpPr>
      <p:grpSpPr>
        <a:xfrm>
          <a:off x="0" y="0"/>
          <a:ext cx="0" cy="0"/>
          <a:chOff x="0" y="0"/>
          <a:chExt cx="0" cy="0"/>
        </a:xfrm>
      </p:grpSpPr>
      <p:sp>
        <p:nvSpPr>
          <p:cNvPr id="8" name="Picture Placeholder 7"/>
          <p:cNvSpPr>
            <a:spLocks noGrp="1"/>
          </p:cNvSpPr>
          <p:nvPr>
            <p:ph type="pic" sz="quarter" idx="15"/>
          </p:nvPr>
        </p:nvSpPr>
        <p:spPr>
          <a:xfrm>
            <a:off x="6096000" y="0"/>
            <a:ext cx="6096000" cy="6858000"/>
          </a:xfrm>
        </p:spPr>
        <p:txBody>
          <a:bodyPr/>
          <a:lstStyle/>
          <a:p>
            <a:r>
              <a:rPr lang="en-US" dirty="0"/>
              <a:t>Drag picture to placeholder or click icon to add</a:t>
            </a:r>
          </a:p>
        </p:txBody>
      </p:sp>
      <p:sp>
        <p:nvSpPr>
          <p:cNvPr id="2" name="Title 1"/>
          <p:cNvSpPr>
            <a:spLocks noGrp="1"/>
          </p:cNvSpPr>
          <p:nvPr>
            <p:ph type="title"/>
          </p:nvPr>
        </p:nvSpPr>
        <p:spPr>
          <a:xfrm>
            <a:off x="304800" y="268225"/>
            <a:ext cx="5486400" cy="5870532"/>
          </a:xfrm>
        </p:spPr>
        <p:txBody>
          <a:bodyPr/>
          <a:lstStyle/>
          <a:p>
            <a:r>
              <a:rPr lang="en-US" dirty="0"/>
              <a:t>Click to edit Master title style</a:t>
            </a:r>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6" name="Footer Placeholder 3"/>
          <p:cNvSpPr txBox="1">
            <a:spLocks/>
          </p:cNvSpPr>
          <p:nvPr userDrawn="1"/>
        </p:nvSpPr>
        <p:spPr>
          <a:xfrm>
            <a:off x="304800" y="6526747"/>
            <a:ext cx="8534400" cy="182880"/>
          </a:xfrm>
          <a:prstGeom prst="rect">
            <a:avLst/>
          </a:prstGeom>
        </p:spPr>
        <p:txBody>
          <a:bodyPr anchor="ctr"/>
          <a:lstStyle>
            <a:defPPr>
              <a:defRPr lang="en-US"/>
            </a:defPPr>
            <a:lvl1pPr marL="0" algn="l" defTabSz="685800" rtl="0" eaLnBrk="1" latinLnBrk="0" hangingPunct="1">
              <a:defRPr sz="60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800" dirty="0">
                <a:solidFill>
                  <a:srgbClr val="FFFFFF"/>
                </a:solidFill>
              </a:rPr>
              <a:t>IBM </a:t>
            </a:r>
            <a:r>
              <a:rPr lang="en-US" sz="800" dirty="0">
                <a:solidFill>
                  <a:srgbClr val="FFFFFF"/>
                </a:solidFill>
                <a:cs typeface="IBM Plex Sans"/>
              </a:rPr>
              <a:t>Cloud</a:t>
            </a:r>
            <a:r>
              <a:rPr lang="en-US" sz="800" dirty="0">
                <a:solidFill>
                  <a:srgbClr val="FFFFFF"/>
                </a:solidFill>
              </a:rPr>
              <a:t>/ DOC ID / Month XX, 2017 / © 2017 IBM Corporation</a:t>
            </a:r>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insight, text, boxes">
    <p:spTree>
      <p:nvGrpSpPr>
        <p:cNvPr id="1" name=""/>
        <p:cNvGrpSpPr/>
        <p:nvPr/>
      </p:nvGrpSpPr>
      <p:grpSpPr>
        <a:xfrm>
          <a:off x="0" y="0"/>
          <a:ext cx="0" cy="0"/>
          <a:chOff x="0" y="0"/>
          <a:chExt cx="0" cy="0"/>
        </a:xfrm>
      </p:grpSpPr>
      <p:sp>
        <p:nvSpPr>
          <p:cNvPr id="14" name="Content Placeholder 13"/>
          <p:cNvSpPr>
            <a:spLocks noGrp="1"/>
          </p:cNvSpPr>
          <p:nvPr>
            <p:ph sz="quarter" idx="17"/>
          </p:nvPr>
        </p:nvSpPr>
        <p:spPr>
          <a:xfrm>
            <a:off x="6096001" y="3429000"/>
            <a:ext cx="6096000" cy="3429000"/>
          </a:xfrm>
          <a:solidFill>
            <a:srgbClr val="0064FF"/>
          </a:solidFill>
        </p:spPr>
        <p:txBody>
          <a:bodyPr lIns="228600" tIns="192024" rIns="228600" bIns="228600"/>
          <a:lstStyle>
            <a:lvl1pPr>
              <a:defRPr sz="1867">
                <a:solidFill>
                  <a:schemeClr val="bg2"/>
                </a:solidFill>
                <a:latin typeface="IBM Plex Sans SemiBold"/>
                <a:cs typeface="IBM Plex Sans SemiBold"/>
              </a:defRPr>
            </a:lvl1pPr>
          </a:lstStyle>
          <a:p>
            <a:pPr lvl="0"/>
            <a:r>
              <a:rPr lang="en-US" dirty="0"/>
              <a:t>Click to edit Master text styles</a:t>
            </a:r>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7" name="Text Placeholder 6"/>
          <p:cNvSpPr>
            <a:spLocks noGrp="1"/>
          </p:cNvSpPr>
          <p:nvPr>
            <p:ph type="body" sz="quarter" idx="14"/>
          </p:nvPr>
        </p:nvSpPr>
        <p:spPr>
          <a:xfrm>
            <a:off x="304800" y="1463041"/>
            <a:ext cx="5486400" cy="4651641"/>
          </a:xfrm>
        </p:spPr>
        <p:txBody>
          <a:bodyPr/>
          <a:lstStyle>
            <a:lvl1pPr>
              <a:defRPr sz="2133"/>
            </a:lvl1pPr>
            <a:lvl2pPr>
              <a:defRPr sz="1867"/>
            </a:lvl2pPr>
            <a:lvl3pPr>
              <a:defRPr sz="1867"/>
            </a:lvl3pPr>
            <a:lvl4pPr>
              <a:defRPr sz="1867"/>
            </a:lvl4pPr>
            <a:lvl5pPr>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7"/>
          <p:cNvSpPr>
            <a:spLocks noGrp="1"/>
          </p:cNvSpPr>
          <p:nvPr>
            <p:ph sz="quarter" idx="15"/>
          </p:nvPr>
        </p:nvSpPr>
        <p:spPr>
          <a:xfrm>
            <a:off x="9144000" y="0"/>
            <a:ext cx="3048000" cy="3429000"/>
          </a:xfrm>
          <a:solidFill>
            <a:srgbClr val="393939"/>
          </a:solidFill>
        </p:spPr>
        <p:txBody>
          <a:bodyPr lIns="228600" tIns="192024" rIns="228600" bIns="228600"/>
          <a:lstStyle>
            <a:lvl1pPr>
              <a:defRPr sz="1867">
                <a:solidFill>
                  <a:schemeClr val="bg2"/>
                </a:solidFill>
                <a:latin typeface="IBM Plex Sans SemiBold"/>
                <a:cs typeface="IBM Plex Sans SemiBold"/>
              </a:defRPr>
            </a:lvl1pPr>
          </a:lstStyle>
          <a:p>
            <a:pPr lvl="0"/>
            <a:r>
              <a:rPr lang="en-US" dirty="0"/>
              <a:t>Click to edit Master text styles</a:t>
            </a:r>
          </a:p>
        </p:txBody>
      </p:sp>
      <p:sp>
        <p:nvSpPr>
          <p:cNvPr id="10" name="Content Placeholder 9"/>
          <p:cNvSpPr>
            <a:spLocks noGrp="1"/>
          </p:cNvSpPr>
          <p:nvPr>
            <p:ph sz="quarter" idx="16"/>
          </p:nvPr>
        </p:nvSpPr>
        <p:spPr>
          <a:xfrm>
            <a:off x="6096000" y="0"/>
            <a:ext cx="3048000" cy="3429000"/>
          </a:xfrm>
          <a:solidFill>
            <a:srgbClr val="001689"/>
          </a:solidFill>
        </p:spPr>
        <p:txBody>
          <a:bodyPr lIns="228600" tIns="192024" rIns="228600" bIns="228600"/>
          <a:lstStyle>
            <a:lvl1pPr>
              <a:defRPr sz="1867">
                <a:solidFill>
                  <a:schemeClr val="bg2"/>
                </a:solidFill>
                <a:latin typeface="IBM Plex Sans SemiBold"/>
                <a:cs typeface="IBM Plex Sans SemiBold"/>
              </a:defRPr>
            </a:lvl1pPr>
          </a:lstStyle>
          <a:p>
            <a:pPr lvl="0"/>
            <a:r>
              <a:rPr lang="en-US" dirty="0"/>
              <a:t>Click to edit Master text styles</a:t>
            </a:r>
          </a:p>
        </p:txBody>
      </p:sp>
      <p:sp>
        <p:nvSpPr>
          <p:cNvPr id="9" name="Footer Placeholder 3"/>
          <p:cNvSpPr txBox="1">
            <a:spLocks/>
          </p:cNvSpPr>
          <p:nvPr userDrawn="1"/>
        </p:nvSpPr>
        <p:spPr>
          <a:xfrm>
            <a:off x="304800" y="6526747"/>
            <a:ext cx="8534400" cy="182880"/>
          </a:xfrm>
          <a:prstGeom prst="rect">
            <a:avLst/>
          </a:prstGeom>
        </p:spPr>
        <p:txBody>
          <a:bodyPr anchor="ctr"/>
          <a:lstStyle>
            <a:defPPr>
              <a:defRPr lang="en-US"/>
            </a:defPPr>
            <a:lvl1pPr marL="0" algn="l" defTabSz="685800" rtl="0" eaLnBrk="1" latinLnBrk="0" hangingPunct="1">
              <a:defRPr sz="60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800" dirty="0">
                <a:solidFill>
                  <a:srgbClr val="FFFFFF"/>
                </a:solidFill>
              </a:rPr>
              <a:t>IBM </a:t>
            </a:r>
            <a:r>
              <a:rPr lang="en-US" sz="800" dirty="0">
                <a:solidFill>
                  <a:srgbClr val="FFFFFF"/>
                </a:solidFill>
                <a:cs typeface="IBM Plex Sans"/>
              </a:rPr>
              <a:t>Cloud</a:t>
            </a:r>
            <a:r>
              <a:rPr lang="en-US" sz="800" dirty="0">
                <a:solidFill>
                  <a:srgbClr val="FFFFFF"/>
                </a:solidFill>
              </a:rPr>
              <a:t>/ © 2018 IBM Corporation</a:t>
            </a:r>
          </a:p>
        </p:txBody>
      </p:sp>
      <p:sp>
        <p:nvSpPr>
          <p:cNvPr id="11" name="Title Placeholder 1"/>
          <p:cNvSpPr>
            <a:spLocks noGrp="1"/>
          </p:cNvSpPr>
          <p:nvPr>
            <p:ph type="title"/>
          </p:nvPr>
        </p:nvSpPr>
        <p:spPr>
          <a:xfrm>
            <a:off x="304800" y="304801"/>
            <a:ext cx="5486400" cy="476841"/>
          </a:xfrm>
          <a:prstGeom prst="rect">
            <a:avLst/>
          </a:prstGeom>
        </p:spPr>
        <p:txBody>
          <a:bodyPr vert="horz" lIns="0" tIns="0" rIns="0" bIns="0" rtlCol="0" anchor="t" anchorCtr="0">
            <a:noAutofit/>
          </a:bodyPr>
          <a:lstStyle/>
          <a:p>
            <a:r>
              <a:rPr lang="en-US" noProof="0" dirty="0"/>
              <a:t>Click to edit Master title style</a:t>
            </a:r>
          </a:p>
        </p:txBody>
      </p:sp>
      <p:pic>
        <p:nvPicPr>
          <p:cNvPr id="13" name="Picture 12">
            <a:hlinkClick r:id="rId2" action="ppaction://hlinksldjump"/>
            <a:extLst>
              <a:ext uri="{FF2B5EF4-FFF2-40B4-BE49-F238E27FC236}">
                <a16:creationId xmlns:a16="http://schemas.microsoft.com/office/drawing/2014/main" id="{AD9E5F20-704D-E647-A10E-418097434130}"/>
              </a:ext>
            </a:extLst>
          </p:cNvPr>
          <p:cNvPicPr>
            <a:picLocks noChangeAspect="1"/>
          </p:cNvPicPr>
          <p:nvPr userDrawn="1"/>
        </p:nvPicPr>
        <p:blipFill>
          <a:blip r:embed="rId3"/>
          <a:stretch>
            <a:fillRect/>
          </a:stretch>
        </p:blipFill>
        <p:spPr>
          <a:xfrm>
            <a:off x="12034033" y="6700033"/>
            <a:ext cx="94087" cy="9408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1_insight, text, boxes">
    <p:spTree>
      <p:nvGrpSpPr>
        <p:cNvPr id="1" name=""/>
        <p:cNvGrpSpPr/>
        <p:nvPr/>
      </p:nvGrpSpPr>
      <p:grpSpPr>
        <a:xfrm>
          <a:off x="0" y="0"/>
          <a:ext cx="0" cy="0"/>
          <a:chOff x="0" y="0"/>
          <a:chExt cx="0" cy="0"/>
        </a:xfrm>
      </p:grpSpPr>
      <p:sp>
        <p:nvSpPr>
          <p:cNvPr id="14" name="Content Placeholder 13"/>
          <p:cNvSpPr>
            <a:spLocks noGrp="1"/>
          </p:cNvSpPr>
          <p:nvPr>
            <p:ph sz="quarter" idx="17"/>
          </p:nvPr>
        </p:nvSpPr>
        <p:spPr>
          <a:xfrm>
            <a:off x="6096002" y="3429000"/>
            <a:ext cx="3047999" cy="3429000"/>
          </a:xfrm>
          <a:solidFill>
            <a:srgbClr val="393939"/>
          </a:solidFill>
        </p:spPr>
        <p:txBody>
          <a:bodyPr lIns="228600" tIns="192024" rIns="228600" bIns="228600"/>
          <a:lstStyle>
            <a:lvl1pPr>
              <a:defRPr sz="1867">
                <a:solidFill>
                  <a:schemeClr val="bg2"/>
                </a:solidFill>
              </a:defRPr>
            </a:lvl1pPr>
          </a:lstStyle>
          <a:p>
            <a:pPr lvl="0"/>
            <a:r>
              <a:rPr lang="en-US"/>
              <a:t>Click to edit Master text styles</a:t>
            </a:r>
          </a:p>
        </p:txBody>
      </p:sp>
      <p:sp>
        <p:nvSpPr>
          <p:cNvPr id="8" name="Content Placeholder 7"/>
          <p:cNvSpPr>
            <a:spLocks noGrp="1"/>
          </p:cNvSpPr>
          <p:nvPr>
            <p:ph sz="quarter" idx="15"/>
          </p:nvPr>
        </p:nvSpPr>
        <p:spPr>
          <a:xfrm>
            <a:off x="9144000" y="3429000"/>
            <a:ext cx="3048000" cy="3429000"/>
          </a:xfrm>
          <a:solidFill>
            <a:srgbClr val="0064FF"/>
          </a:solidFill>
        </p:spPr>
        <p:txBody>
          <a:bodyPr lIns="228600" tIns="192024" rIns="228600" bIns="228600"/>
          <a:lstStyle>
            <a:lvl1pPr>
              <a:defRPr sz="1867">
                <a:solidFill>
                  <a:schemeClr val="bg2"/>
                </a:solidFill>
              </a:defRPr>
            </a:lvl1pPr>
          </a:lstStyle>
          <a:p>
            <a:pPr lvl="0"/>
            <a:r>
              <a:rPr lang="en-US"/>
              <a:t>Click to edit Master text styles</a:t>
            </a:r>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7" name="Text Placeholder 6"/>
          <p:cNvSpPr>
            <a:spLocks noGrp="1"/>
          </p:cNvSpPr>
          <p:nvPr>
            <p:ph type="body" sz="quarter" idx="14"/>
          </p:nvPr>
        </p:nvSpPr>
        <p:spPr>
          <a:xfrm>
            <a:off x="304800" y="1463041"/>
            <a:ext cx="5486400" cy="4651641"/>
          </a:xfrm>
        </p:spPr>
        <p:txBody>
          <a:bodyPr/>
          <a:lstStyle>
            <a:lvl1pPr>
              <a:defRPr sz="2133"/>
            </a:lvl1pPr>
            <a:lvl2pPr>
              <a:defRPr sz="1867"/>
            </a:lvl2pPr>
            <a:lvl3pPr>
              <a:defRPr sz="1867"/>
            </a:lvl3pPr>
            <a:lvl4pPr>
              <a:defRPr sz="1867"/>
            </a:lvl4pPr>
            <a:lvl5pPr>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9"/>
          <p:cNvSpPr>
            <a:spLocks noGrp="1"/>
          </p:cNvSpPr>
          <p:nvPr>
            <p:ph sz="quarter" idx="16"/>
          </p:nvPr>
        </p:nvSpPr>
        <p:spPr>
          <a:xfrm>
            <a:off x="6096000" y="0"/>
            <a:ext cx="6096000" cy="3429000"/>
          </a:xfrm>
          <a:solidFill>
            <a:srgbClr val="000F5E"/>
          </a:solidFill>
        </p:spPr>
        <p:txBody>
          <a:bodyPr lIns="228600" tIns="192024" rIns="228600" bIns="228600"/>
          <a:lstStyle>
            <a:lvl1pPr>
              <a:defRPr sz="1867">
                <a:solidFill>
                  <a:srgbClr val="FFFFFF"/>
                </a:solidFill>
                <a:latin typeface="IBM Plex Sans SemiBold"/>
                <a:cs typeface="IBM Plex Sans SemiBold"/>
              </a:defRPr>
            </a:lvl1pPr>
          </a:lstStyle>
          <a:p>
            <a:pPr lvl="0"/>
            <a:r>
              <a:rPr lang="en-US" dirty="0"/>
              <a:t>Click to edit Master text styles</a:t>
            </a:r>
          </a:p>
        </p:txBody>
      </p:sp>
      <p:sp>
        <p:nvSpPr>
          <p:cNvPr id="9" name="Footer Placeholder 3"/>
          <p:cNvSpPr txBox="1">
            <a:spLocks/>
          </p:cNvSpPr>
          <p:nvPr userDrawn="1"/>
        </p:nvSpPr>
        <p:spPr>
          <a:xfrm>
            <a:off x="304800" y="6526747"/>
            <a:ext cx="8534400" cy="182880"/>
          </a:xfrm>
          <a:prstGeom prst="rect">
            <a:avLst/>
          </a:prstGeom>
        </p:spPr>
        <p:txBody>
          <a:bodyPr anchor="ctr"/>
          <a:lstStyle>
            <a:defPPr>
              <a:defRPr lang="en-US"/>
            </a:defPPr>
            <a:lvl1pPr marL="0" algn="l" defTabSz="685800" rtl="0" eaLnBrk="1" latinLnBrk="0" hangingPunct="1">
              <a:defRPr sz="60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800" dirty="0">
                <a:solidFill>
                  <a:srgbClr val="FFFFFF"/>
                </a:solidFill>
              </a:rPr>
              <a:t>IBM </a:t>
            </a:r>
            <a:r>
              <a:rPr lang="en-US" sz="800" dirty="0">
                <a:solidFill>
                  <a:srgbClr val="FFFFFF"/>
                </a:solidFill>
                <a:cs typeface="IBM Plex Sans"/>
              </a:rPr>
              <a:t>Cloud</a:t>
            </a:r>
            <a:r>
              <a:rPr lang="en-US" sz="800" dirty="0">
                <a:solidFill>
                  <a:srgbClr val="FFFFFF"/>
                </a:solidFill>
              </a:rPr>
              <a:t>/ DOC ID / Month XX, 2017 / © 2017 IBM Corporation</a:t>
            </a:r>
          </a:p>
        </p:txBody>
      </p:sp>
      <p:sp>
        <p:nvSpPr>
          <p:cNvPr id="11" name="Title Placeholder 1"/>
          <p:cNvSpPr>
            <a:spLocks noGrp="1"/>
          </p:cNvSpPr>
          <p:nvPr>
            <p:ph type="title"/>
          </p:nvPr>
        </p:nvSpPr>
        <p:spPr>
          <a:xfrm>
            <a:off x="304800" y="304801"/>
            <a:ext cx="5486400" cy="476841"/>
          </a:xfrm>
          <a:prstGeom prst="rect">
            <a:avLst/>
          </a:prstGeom>
        </p:spPr>
        <p:txBody>
          <a:bodyPr vert="horz" lIns="0" tIns="0" rIns="0" bIns="0" rtlCol="0" anchor="t" anchorCtr="0">
            <a:noAutofit/>
          </a:bodyPr>
          <a:lstStyle/>
          <a:p>
            <a:r>
              <a:rPr lang="en-US" noProof="0" dirty="0"/>
              <a:t>Click to edit Master title style</a:t>
            </a:r>
          </a:p>
        </p:txBody>
      </p:sp>
      <p:pic>
        <p:nvPicPr>
          <p:cNvPr id="13" name="Picture 12">
            <a:hlinkClick r:id="rId2" action="ppaction://hlinksldjump"/>
            <a:extLst>
              <a:ext uri="{FF2B5EF4-FFF2-40B4-BE49-F238E27FC236}">
                <a16:creationId xmlns:a16="http://schemas.microsoft.com/office/drawing/2014/main" id="{B304BAE2-6D95-3641-96C5-E0E06A46B9BE}"/>
              </a:ext>
            </a:extLst>
          </p:cNvPr>
          <p:cNvPicPr>
            <a:picLocks noChangeAspect="1"/>
          </p:cNvPicPr>
          <p:nvPr userDrawn="1"/>
        </p:nvPicPr>
        <p:blipFill>
          <a:blip r:embed="rId3"/>
          <a:stretch>
            <a:fillRect/>
          </a:stretch>
        </p:blipFill>
        <p:spPr>
          <a:xfrm>
            <a:off x="12034033" y="6700033"/>
            <a:ext cx="94087" cy="9408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Title and two text boxes, two colored boxes">
    <p:spTree>
      <p:nvGrpSpPr>
        <p:cNvPr id="1" name=""/>
        <p:cNvGrpSpPr/>
        <p:nvPr/>
      </p:nvGrpSpPr>
      <p:grpSpPr>
        <a:xfrm>
          <a:off x="0" y="0"/>
          <a:ext cx="0" cy="0"/>
          <a:chOff x="0" y="0"/>
          <a:chExt cx="0" cy="0"/>
        </a:xfrm>
      </p:grpSpPr>
      <p:sp>
        <p:nvSpPr>
          <p:cNvPr id="2" name="Rectangle 1"/>
          <p:cNvSpPr/>
          <p:nvPr userDrawn="1"/>
        </p:nvSpPr>
        <p:spPr>
          <a:xfrm>
            <a:off x="6096001" y="1"/>
            <a:ext cx="6096001" cy="3428999"/>
          </a:xfrm>
          <a:prstGeom prst="rect">
            <a:avLst/>
          </a:prstGeom>
          <a:solidFill>
            <a:srgbClr val="0066FF"/>
          </a:solidFill>
        </p:spPr>
        <p:txBody>
          <a:bodyPr wrap="square" lIns="0" tIns="0" rIns="0" bIns="0" rtlCol="0" anchor="ctr">
            <a:noAutofit/>
          </a:bodyPr>
          <a:lstStyle/>
          <a:p>
            <a:pPr algn="ctr" defTabSz="914377"/>
            <a:endParaRPr lang="en-US" sz="1600" dirty="0">
              <a:solidFill>
                <a:srgbClr val="FFFFFF"/>
              </a:solidFill>
              <a:cs typeface="IBM Plex Sans"/>
            </a:endParaRPr>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12" name="Text Placeholder 11"/>
          <p:cNvSpPr>
            <a:spLocks noGrp="1"/>
          </p:cNvSpPr>
          <p:nvPr>
            <p:ph type="body" sz="quarter" idx="13"/>
          </p:nvPr>
        </p:nvSpPr>
        <p:spPr>
          <a:xfrm>
            <a:off x="304800" y="304801"/>
            <a:ext cx="5486400" cy="400049"/>
          </a:xfrm>
        </p:spPr>
        <p:txBody>
          <a:bodyPr/>
          <a:lstStyle>
            <a:lvl1pPr>
              <a:defRPr sz="3200">
                <a:latin typeface="IBM Plex Sans SemiBold"/>
                <a:cs typeface="IBM Plex Sans SemiBold"/>
              </a:defRPr>
            </a:lvl1pPr>
          </a:lstStyle>
          <a:p>
            <a:pPr lvl="0"/>
            <a:r>
              <a:rPr lang="en-US" dirty="0"/>
              <a:t>Click to edit Master text styles</a:t>
            </a:r>
          </a:p>
        </p:txBody>
      </p:sp>
      <p:sp>
        <p:nvSpPr>
          <p:cNvPr id="7" name="Text Placeholder 6"/>
          <p:cNvSpPr>
            <a:spLocks noGrp="1"/>
          </p:cNvSpPr>
          <p:nvPr>
            <p:ph type="body" sz="quarter" idx="14"/>
          </p:nvPr>
        </p:nvSpPr>
        <p:spPr>
          <a:xfrm>
            <a:off x="304800" y="1061157"/>
            <a:ext cx="5486400" cy="2367843"/>
          </a:xfrm>
        </p:spPr>
        <p:txBody>
          <a:bodyPr/>
          <a:lstStyle>
            <a:lvl1pPr>
              <a:defRPr sz="1867"/>
            </a:lvl1pPr>
            <a:lvl2pPr>
              <a:defRPr sz="1467"/>
            </a:lvl2pPr>
            <a:lvl3pPr>
              <a:defRPr sz="1467"/>
            </a:lvl3pPr>
            <a:lvl4pPr>
              <a:defRPr sz="1467"/>
            </a:lvl4pPr>
            <a:lvl5pPr>
              <a:defRPr sz="14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Rectangle 10"/>
          <p:cNvSpPr/>
          <p:nvPr userDrawn="1"/>
        </p:nvSpPr>
        <p:spPr>
          <a:xfrm>
            <a:off x="6096001" y="3429001"/>
            <a:ext cx="6096001" cy="3428999"/>
          </a:xfrm>
          <a:prstGeom prst="rect">
            <a:avLst/>
          </a:prstGeom>
          <a:solidFill>
            <a:srgbClr val="000F5E"/>
          </a:solidFill>
          <a:ln>
            <a:noFill/>
          </a:ln>
        </p:spPr>
        <p:txBody>
          <a:bodyPr wrap="square" lIns="0" tIns="0" rIns="0" bIns="0" rtlCol="0" anchor="ctr">
            <a:noAutofit/>
          </a:bodyPr>
          <a:lstStyle/>
          <a:p>
            <a:pPr algn="ctr" defTabSz="914377"/>
            <a:endParaRPr lang="en-US" sz="1600" dirty="0">
              <a:solidFill>
                <a:srgbClr val="FFFFFF"/>
              </a:solidFill>
              <a:cs typeface="IBM Plex Sans"/>
            </a:endParaRPr>
          </a:p>
        </p:txBody>
      </p:sp>
      <p:sp>
        <p:nvSpPr>
          <p:cNvPr id="13" name="Text Placeholder 6"/>
          <p:cNvSpPr>
            <a:spLocks noGrp="1"/>
          </p:cNvSpPr>
          <p:nvPr>
            <p:ph type="body" sz="quarter" idx="15"/>
          </p:nvPr>
        </p:nvSpPr>
        <p:spPr>
          <a:xfrm>
            <a:off x="304800" y="3733800"/>
            <a:ext cx="5486400" cy="2367843"/>
          </a:xfrm>
        </p:spPr>
        <p:txBody>
          <a:bodyPr/>
          <a:lstStyle>
            <a:lvl1pPr>
              <a:defRPr sz="1867"/>
            </a:lvl1pPr>
            <a:lvl2pPr>
              <a:defRPr sz="1467"/>
            </a:lvl2pPr>
            <a:lvl3pPr>
              <a:defRPr sz="1467"/>
            </a:lvl3pPr>
            <a:lvl4pPr>
              <a:defRPr sz="1467"/>
            </a:lvl4pPr>
            <a:lvl5pPr>
              <a:defRPr sz="14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3"/>
          <p:cNvSpPr>
            <a:spLocks noGrp="1"/>
          </p:cNvSpPr>
          <p:nvPr>
            <p:ph type="ftr" sz="quarter" idx="11"/>
          </p:nvPr>
        </p:nvSpPr>
        <p:spPr>
          <a:xfrm>
            <a:off x="304800" y="6526747"/>
            <a:ext cx="8534400" cy="182880"/>
          </a:xfrm>
        </p:spPr>
        <p:txBody>
          <a:bodyPr/>
          <a:lstStyle/>
          <a:p>
            <a:r>
              <a:rPr lang="en-US" dirty="0">
                <a:solidFill>
                  <a:srgbClr val="FFFFFF"/>
                </a:solidFill>
              </a:rPr>
              <a:t>IBM </a:t>
            </a:r>
            <a:r>
              <a:rPr lang="en-US" dirty="0">
                <a:solidFill>
                  <a:srgbClr val="FFFFFF"/>
                </a:solidFill>
                <a:cs typeface="IBM Plex Sans"/>
              </a:rPr>
              <a:t>Cloud</a:t>
            </a:r>
            <a:r>
              <a:rPr lang="en-US" dirty="0">
                <a:solidFill>
                  <a:srgbClr val="FFFFFF"/>
                </a:solidFill>
              </a:rPr>
              <a:t>/ DOC ID / Month XX, 2017 / © 2017 IBM Corporation</a:t>
            </a:r>
          </a:p>
        </p:txBody>
      </p:sp>
      <p:pic>
        <p:nvPicPr>
          <p:cNvPr id="14" name="Picture 13">
            <a:hlinkClick r:id="rId2" action="ppaction://hlinksldjump"/>
            <a:extLst>
              <a:ext uri="{FF2B5EF4-FFF2-40B4-BE49-F238E27FC236}">
                <a16:creationId xmlns:a16="http://schemas.microsoft.com/office/drawing/2014/main" id="{AAE5E8BC-13BC-494A-9819-8878D177A0E8}"/>
              </a:ext>
            </a:extLst>
          </p:cNvPr>
          <p:cNvPicPr>
            <a:picLocks noChangeAspect="1"/>
          </p:cNvPicPr>
          <p:nvPr userDrawn="1"/>
        </p:nvPicPr>
        <p:blipFill>
          <a:blip r:embed="rId3"/>
          <a:stretch>
            <a:fillRect/>
          </a:stretch>
        </p:blipFill>
        <p:spPr>
          <a:xfrm>
            <a:off x="12034033" y="6700033"/>
            <a:ext cx="94087" cy="9408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5_Title and two text boxes, two colored boxes">
    <p:bg>
      <p:bgPr>
        <a:solidFill>
          <a:schemeClr val="bg2"/>
        </a:solidFill>
        <a:effectLst/>
      </p:bgPr>
    </p:bg>
    <p:spTree>
      <p:nvGrpSpPr>
        <p:cNvPr id="1" name=""/>
        <p:cNvGrpSpPr/>
        <p:nvPr/>
      </p:nvGrpSpPr>
      <p:grpSpPr>
        <a:xfrm>
          <a:off x="0" y="0"/>
          <a:ext cx="0" cy="0"/>
          <a:chOff x="0" y="0"/>
          <a:chExt cx="0" cy="0"/>
        </a:xfrm>
      </p:grpSpPr>
      <p:sp>
        <p:nvSpPr>
          <p:cNvPr id="2" name="Rectangle 1"/>
          <p:cNvSpPr/>
          <p:nvPr userDrawn="1"/>
        </p:nvSpPr>
        <p:spPr>
          <a:xfrm>
            <a:off x="6096001" y="1"/>
            <a:ext cx="6096001" cy="3428999"/>
          </a:xfrm>
          <a:prstGeom prst="rect">
            <a:avLst/>
          </a:prstGeom>
          <a:solidFill>
            <a:srgbClr val="0066FF"/>
          </a:solidFill>
        </p:spPr>
        <p:txBody>
          <a:bodyPr wrap="square" lIns="0" tIns="0" rIns="0" bIns="0" rtlCol="0" anchor="ctr">
            <a:noAutofit/>
          </a:bodyPr>
          <a:lstStyle/>
          <a:p>
            <a:pPr algn="ctr" defTabSz="914377"/>
            <a:endParaRPr lang="en-US" sz="1600" dirty="0">
              <a:solidFill>
                <a:srgbClr val="FFFFFF"/>
              </a:solidFill>
              <a:cs typeface="IBM Plex Sans"/>
            </a:endParaRPr>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12" name="Text Placeholder 11"/>
          <p:cNvSpPr>
            <a:spLocks noGrp="1"/>
          </p:cNvSpPr>
          <p:nvPr>
            <p:ph type="body" sz="quarter" idx="13"/>
          </p:nvPr>
        </p:nvSpPr>
        <p:spPr>
          <a:xfrm>
            <a:off x="304800" y="304801"/>
            <a:ext cx="5486400" cy="400049"/>
          </a:xfrm>
        </p:spPr>
        <p:txBody>
          <a:bodyPr/>
          <a:lstStyle>
            <a:lvl1pPr>
              <a:defRPr sz="3200">
                <a:solidFill>
                  <a:srgbClr val="000000"/>
                </a:solidFill>
                <a:latin typeface="IBM Plex Sans SemiBold"/>
                <a:cs typeface="IBM Plex Sans SemiBold"/>
              </a:defRPr>
            </a:lvl1pPr>
          </a:lstStyle>
          <a:p>
            <a:pPr lvl="0"/>
            <a:r>
              <a:rPr lang="en-US" dirty="0"/>
              <a:t>Click to edit Master text styles</a:t>
            </a:r>
          </a:p>
        </p:txBody>
      </p:sp>
      <p:sp>
        <p:nvSpPr>
          <p:cNvPr id="7" name="Text Placeholder 6"/>
          <p:cNvSpPr>
            <a:spLocks noGrp="1"/>
          </p:cNvSpPr>
          <p:nvPr>
            <p:ph type="body" sz="quarter" idx="14"/>
          </p:nvPr>
        </p:nvSpPr>
        <p:spPr>
          <a:xfrm>
            <a:off x="6400800" y="448801"/>
            <a:ext cx="5486400" cy="2304191"/>
          </a:xfrm>
        </p:spPr>
        <p:txBody>
          <a:bodyPr/>
          <a:lstStyle>
            <a:lvl1pPr>
              <a:defRPr sz="1867"/>
            </a:lvl1pPr>
            <a:lvl2pPr>
              <a:defRPr sz="1467"/>
            </a:lvl2pPr>
            <a:lvl3pPr>
              <a:defRPr sz="1467"/>
            </a:lvl3pPr>
            <a:lvl4pPr>
              <a:defRPr sz="1467"/>
            </a:lvl4pPr>
            <a:lvl5pPr>
              <a:defRPr sz="14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Rectangle 10"/>
          <p:cNvSpPr/>
          <p:nvPr userDrawn="1"/>
        </p:nvSpPr>
        <p:spPr>
          <a:xfrm>
            <a:off x="6096001" y="3429001"/>
            <a:ext cx="6096001" cy="3428999"/>
          </a:xfrm>
          <a:prstGeom prst="rect">
            <a:avLst/>
          </a:prstGeom>
          <a:solidFill>
            <a:srgbClr val="000F5E"/>
          </a:solidFill>
          <a:ln>
            <a:noFill/>
          </a:ln>
        </p:spPr>
        <p:txBody>
          <a:bodyPr wrap="square" lIns="0" tIns="0" rIns="0" bIns="0" rtlCol="0" anchor="ctr">
            <a:noAutofit/>
          </a:bodyPr>
          <a:lstStyle/>
          <a:p>
            <a:pPr algn="ctr" defTabSz="914377"/>
            <a:endParaRPr lang="en-US" sz="1600" dirty="0">
              <a:solidFill>
                <a:srgbClr val="FFFFFF"/>
              </a:solidFill>
              <a:cs typeface="IBM Plex Sans"/>
            </a:endParaRPr>
          </a:p>
        </p:txBody>
      </p:sp>
      <p:sp>
        <p:nvSpPr>
          <p:cNvPr id="13" name="Text Placeholder 6"/>
          <p:cNvSpPr>
            <a:spLocks noGrp="1"/>
          </p:cNvSpPr>
          <p:nvPr>
            <p:ph type="body" sz="quarter" idx="15"/>
          </p:nvPr>
        </p:nvSpPr>
        <p:spPr>
          <a:xfrm>
            <a:off x="6400800" y="3879512"/>
            <a:ext cx="5486400" cy="2018109"/>
          </a:xfrm>
        </p:spPr>
        <p:txBody>
          <a:bodyPr/>
          <a:lstStyle>
            <a:lvl1pPr>
              <a:defRPr sz="1867"/>
            </a:lvl1pPr>
            <a:lvl2pPr>
              <a:defRPr sz="1467"/>
            </a:lvl2pPr>
            <a:lvl3pPr>
              <a:defRPr sz="1467"/>
            </a:lvl3pPr>
            <a:lvl4pPr>
              <a:defRPr sz="1467"/>
            </a:lvl4pPr>
            <a:lvl5pPr>
              <a:defRPr sz="14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3"/>
          <p:cNvSpPr>
            <a:spLocks noGrp="1"/>
          </p:cNvSpPr>
          <p:nvPr>
            <p:ph type="ftr" sz="quarter" idx="11"/>
          </p:nvPr>
        </p:nvSpPr>
        <p:spPr>
          <a:xfrm>
            <a:off x="304800" y="6526747"/>
            <a:ext cx="8534400" cy="182880"/>
          </a:xfrm>
        </p:spPr>
        <p:txBody>
          <a:bodyPr/>
          <a:lstStyle/>
          <a:p>
            <a:r>
              <a:rPr lang="en-US" dirty="0">
                <a:solidFill>
                  <a:srgbClr val="FFFFFF"/>
                </a:solidFill>
              </a:rPr>
              <a:t>IBM </a:t>
            </a:r>
            <a:r>
              <a:rPr lang="en-US" dirty="0">
                <a:solidFill>
                  <a:srgbClr val="FFFFFF"/>
                </a:solidFill>
                <a:cs typeface="IBM Plex Sans"/>
              </a:rPr>
              <a:t>Cloud</a:t>
            </a:r>
            <a:r>
              <a:rPr lang="en-US" dirty="0">
                <a:solidFill>
                  <a:srgbClr val="FFFFFF"/>
                </a:solidFill>
              </a:rPr>
              <a:t>/ DOC ID / Month XX, 2017 / © 2017 IBM Corporation</a:t>
            </a:r>
          </a:p>
        </p:txBody>
      </p:sp>
      <p:pic>
        <p:nvPicPr>
          <p:cNvPr id="14" name="Picture 13">
            <a:hlinkClick r:id="rId2" action="ppaction://hlinksldjump"/>
            <a:extLst>
              <a:ext uri="{FF2B5EF4-FFF2-40B4-BE49-F238E27FC236}">
                <a16:creationId xmlns:a16="http://schemas.microsoft.com/office/drawing/2014/main" id="{47C118DA-B7D9-7C43-AA35-65B47FD79803}"/>
              </a:ext>
            </a:extLst>
          </p:cNvPr>
          <p:cNvPicPr>
            <a:picLocks noChangeAspect="1"/>
          </p:cNvPicPr>
          <p:nvPr userDrawn="1"/>
        </p:nvPicPr>
        <p:blipFill>
          <a:blip r:embed="rId3"/>
          <a:stretch>
            <a:fillRect/>
          </a:stretch>
        </p:blipFill>
        <p:spPr>
          <a:xfrm>
            <a:off x="12034033" y="6700033"/>
            <a:ext cx="94087" cy="9408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1_Title and two text boxes, two colored boxes">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12" name="Text Placeholder 11"/>
          <p:cNvSpPr>
            <a:spLocks noGrp="1"/>
          </p:cNvSpPr>
          <p:nvPr>
            <p:ph type="body" sz="quarter" idx="13"/>
          </p:nvPr>
        </p:nvSpPr>
        <p:spPr>
          <a:xfrm>
            <a:off x="304800" y="304801"/>
            <a:ext cx="5486400" cy="400049"/>
          </a:xfrm>
        </p:spPr>
        <p:txBody>
          <a:bodyPr/>
          <a:lstStyle>
            <a:lvl1pPr>
              <a:defRPr sz="3200">
                <a:latin typeface="IBM Plex Sans SemiBold"/>
                <a:cs typeface="IBM Plex Sans SemiBold"/>
              </a:defRPr>
            </a:lvl1pPr>
          </a:lstStyle>
          <a:p>
            <a:pPr lvl="0"/>
            <a:r>
              <a:rPr lang="en-US" dirty="0"/>
              <a:t>Click to edit Master text styles</a:t>
            </a:r>
          </a:p>
        </p:txBody>
      </p:sp>
      <p:sp>
        <p:nvSpPr>
          <p:cNvPr id="7" name="Text Placeholder 6"/>
          <p:cNvSpPr>
            <a:spLocks noGrp="1"/>
          </p:cNvSpPr>
          <p:nvPr>
            <p:ph type="body" sz="quarter" idx="14"/>
          </p:nvPr>
        </p:nvSpPr>
        <p:spPr>
          <a:xfrm>
            <a:off x="304800" y="1061157"/>
            <a:ext cx="5486400" cy="2367843"/>
          </a:xfrm>
        </p:spPr>
        <p:txBody>
          <a:bodyPr/>
          <a:lstStyle>
            <a:lvl1pPr>
              <a:defRPr sz="1867"/>
            </a:lvl1pPr>
            <a:lvl2pPr>
              <a:defRPr sz="1467"/>
            </a:lvl2pPr>
            <a:lvl3pPr>
              <a:defRPr sz="1467"/>
            </a:lvl3pPr>
            <a:lvl4pPr>
              <a:defRPr sz="1467"/>
            </a:lvl4pPr>
            <a:lvl5pPr>
              <a:defRPr sz="14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Rectangle 10"/>
          <p:cNvSpPr/>
          <p:nvPr userDrawn="1"/>
        </p:nvSpPr>
        <p:spPr>
          <a:xfrm>
            <a:off x="6096001" y="1"/>
            <a:ext cx="6096001" cy="6857999"/>
          </a:xfrm>
          <a:prstGeom prst="rect">
            <a:avLst/>
          </a:prstGeom>
          <a:solidFill>
            <a:srgbClr val="000F5E"/>
          </a:solidFill>
        </p:spPr>
        <p:txBody>
          <a:bodyPr wrap="square" lIns="0" tIns="0" rIns="0" bIns="0" rtlCol="0" anchor="ctr">
            <a:noAutofit/>
          </a:bodyPr>
          <a:lstStyle/>
          <a:p>
            <a:pPr algn="ctr" defTabSz="914377"/>
            <a:endParaRPr lang="en-US" sz="1600" dirty="0">
              <a:solidFill>
                <a:srgbClr val="FFFFFF"/>
              </a:solidFill>
              <a:cs typeface="IBM Plex Sans"/>
            </a:endParaRPr>
          </a:p>
        </p:txBody>
      </p:sp>
      <p:sp>
        <p:nvSpPr>
          <p:cNvPr id="13" name="Text Placeholder 6"/>
          <p:cNvSpPr>
            <a:spLocks noGrp="1"/>
          </p:cNvSpPr>
          <p:nvPr>
            <p:ph type="body" sz="quarter" idx="15"/>
          </p:nvPr>
        </p:nvSpPr>
        <p:spPr>
          <a:xfrm>
            <a:off x="304800" y="3733800"/>
            <a:ext cx="5486400" cy="2367843"/>
          </a:xfrm>
        </p:spPr>
        <p:txBody>
          <a:bodyPr/>
          <a:lstStyle>
            <a:lvl1pPr>
              <a:defRPr sz="1867"/>
            </a:lvl1pPr>
            <a:lvl2pPr>
              <a:defRPr sz="1467"/>
            </a:lvl2pPr>
            <a:lvl3pPr>
              <a:defRPr sz="1467"/>
            </a:lvl3pPr>
            <a:lvl4pPr>
              <a:defRPr sz="1467"/>
            </a:lvl4pPr>
            <a:lvl5pPr>
              <a:defRPr sz="14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3"/>
          <p:cNvSpPr>
            <a:spLocks noGrp="1"/>
          </p:cNvSpPr>
          <p:nvPr>
            <p:ph type="ftr" sz="quarter" idx="11"/>
          </p:nvPr>
        </p:nvSpPr>
        <p:spPr>
          <a:xfrm>
            <a:off x="304800" y="6526747"/>
            <a:ext cx="8534400" cy="182880"/>
          </a:xfrm>
        </p:spPr>
        <p:txBody>
          <a:bodyPr/>
          <a:lstStyle/>
          <a:p>
            <a:r>
              <a:rPr lang="en-US" dirty="0">
                <a:solidFill>
                  <a:srgbClr val="FFFFFF"/>
                </a:solidFill>
              </a:rPr>
              <a:t>IBM </a:t>
            </a:r>
            <a:r>
              <a:rPr lang="en-US" dirty="0">
                <a:solidFill>
                  <a:srgbClr val="FFFFFF"/>
                </a:solidFill>
                <a:cs typeface="IBM Plex Sans"/>
              </a:rPr>
              <a:t>Cloud</a:t>
            </a:r>
            <a:r>
              <a:rPr lang="en-US" dirty="0">
                <a:solidFill>
                  <a:srgbClr val="FFFFFF"/>
                </a:solidFill>
              </a:rPr>
              <a:t>/ © 2018 IBM Corporation</a:t>
            </a:r>
          </a:p>
        </p:txBody>
      </p:sp>
      <p:pic>
        <p:nvPicPr>
          <p:cNvPr id="14" name="Picture 13">
            <a:hlinkClick r:id="rId2" action="ppaction://hlinksldjump"/>
            <a:extLst>
              <a:ext uri="{FF2B5EF4-FFF2-40B4-BE49-F238E27FC236}">
                <a16:creationId xmlns:a16="http://schemas.microsoft.com/office/drawing/2014/main" id="{CDE4D4D9-3B7C-144C-B132-866A9366FC0C}"/>
              </a:ext>
            </a:extLst>
          </p:cNvPr>
          <p:cNvPicPr>
            <a:picLocks noChangeAspect="1"/>
          </p:cNvPicPr>
          <p:nvPr userDrawn="1"/>
        </p:nvPicPr>
        <p:blipFill>
          <a:blip r:embed="rId3"/>
          <a:stretch>
            <a:fillRect/>
          </a:stretch>
        </p:blipFill>
        <p:spPr>
          <a:xfrm>
            <a:off x="12034033" y="6700033"/>
            <a:ext cx="94087" cy="9408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3_Title and two text boxes, two colored boxes">
    <p:spTree>
      <p:nvGrpSpPr>
        <p:cNvPr id="1" name=""/>
        <p:cNvGrpSpPr/>
        <p:nvPr/>
      </p:nvGrpSpPr>
      <p:grpSpPr>
        <a:xfrm>
          <a:off x="0" y="0"/>
          <a:ext cx="0" cy="0"/>
          <a:chOff x="0" y="0"/>
          <a:chExt cx="0" cy="0"/>
        </a:xfrm>
      </p:grpSpPr>
      <p:sp>
        <p:nvSpPr>
          <p:cNvPr id="11" name="Rectangle 10"/>
          <p:cNvSpPr/>
          <p:nvPr userDrawn="1"/>
        </p:nvSpPr>
        <p:spPr>
          <a:xfrm>
            <a:off x="6096001" y="1"/>
            <a:ext cx="6096001" cy="6857999"/>
          </a:xfrm>
          <a:prstGeom prst="rect">
            <a:avLst/>
          </a:prstGeom>
          <a:solidFill>
            <a:schemeClr val="bg2"/>
          </a:solidFill>
        </p:spPr>
        <p:txBody>
          <a:bodyPr wrap="square" lIns="0" tIns="0" rIns="0" bIns="0" rtlCol="0" anchor="ctr">
            <a:noAutofit/>
          </a:bodyPr>
          <a:lstStyle/>
          <a:p>
            <a:pPr algn="ctr" defTabSz="914377"/>
            <a:endParaRPr lang="en-US" sz="1600" dirty="0">
              <a:solidFill>
                <a:srgbClr val="FFFFFF"/>
              </a:solidFill>
              <a:cs typeface="IBM Plex Sans"/>
            </a:endParaRPr>
          </a:p>
        </p:txBody>
      </p:sp>
      <p:sp>
        <p:nvSpPr>
          <p:cNvPr id="3" name="Slide Number Placeholder 2"/>
          <p:cNvSpPr>
            <a:spLocks noGrp="1"/>
          </p:cNvSpPr>
          <p:nvPr>
            <p:ph type="sldNum" sz="quarter" idx="10"/>
          </p:nvPr>
        </p:nvSpPr>
        <p:spPr/>
        <p:txBody>
          <a:bodyPr/>
          <a:lstStyle>
            <a:lvl1pPr>
              <a:defRPr>
                <a:solidFill>
                  <a:schemeClr val="tx1"/>
                </a:solidFill>
              </a:defRPr>
            </a:lvl1pPr>
          </a:lstStyle>
          <a:p>
            <a:fld id="{3FD999D4-B456-9943-89B7-30D56181CE18}" type="slidenum">
              <a:rPr lang="en-US" smtClean="0">
                <a:solidFill>
                  <a:srgbClr val="000000"/>
                </a:solidFill>
              </a:rPr>
              <a:pPr/>
              <a:t>‹#›</a:t>
            </a:fld>
            <a:endParaRPr lang="en-US" dirty="0">
              <a:solidFill>
                <a:srgbClr val="000000"/>
              </a:solidFill>
            </a:endParaRPr>
          </a:p>
        </p:txBody>
      </p:sp>
      <p:sp>
        <p:nvSpPr>
          <p:cNvPr id="12" name="Text Placeholder 11"/>
          <p:cNvSpPr>
            <a:spLocks noGrp="1"/>
          </p:cNvSpPr>
          <p:nvPr>
            <p:ph type="body" sz="quarter" idx="13"/>
          </p:nvPr>
        </p:nvSpPr>
        <p:spPr>
          <a:xfrm>
            <a:off x="304800" y="304801"/>
            <a:ext cx="5486400" cy="400049"/>
          </a:xfrm>
        </p:spPr>
        <p:txBody>
          <a:bodyPr/>
          <a:lstStyle>
            <a:lvl1pPr>
              <a:defRPr sz="3200">
                <a:latin typeface="IBM Plex Sans SemiBold"/>
                <a:cs typeface="IBM Plex Sans SemiBold"/>
              </a:defRPr>
            </a:lvl1pPr>
          </a:lstStyle>
          <a:p>
            <a:pPr lvl="0"/>
            <a:r>
              <a:rPr lang="en-US" dirty="0"/>
              <a:t>Click to edit Master text styles</a:t>
            </a:r>
          </a:p>
        </p:txBody>
      </p:sp>
      <p:sp>
        <p:nvSpPr>
          <p:cNvPr id="7" name="Text Placeholder 6"/>
          <p:cNvSpPr>
            <a:spLocks noGrp="1"/>
          </p:cNvSpPr>
          <p:nvPr>
            <p:ph type="body" sz="quarter" idx="14"/>
          </p:nvPr>
        </p:nvSpPr>
        <p:spPr>
          <a:xfrm>
            <a:off x="304800" y="1061157"/>
            <a:ext cx="5486400" cy="2367843"/>
          </a:xfrm>
        </p:spPr>
        <p:txBody>
          <a:bodyPr/>
          <a:lstStyle>
            <a:lvl1pPr>
              <a:defRPr sz="1867"/>
            </a:lvl1pPr>
            <a:lvl2pPr>
              <a:defRPr sz="1467"/>
            </a:lvl2pPr>
            <a:lvl3pPr>
              <a:defRPr sz="1467"/>
            </a:lvl3pPr>
            <a:lvl4pPr>
              <a:defRPr sz="1467"/>
            </a:lvl4pPr>
            <a:lvl5pPr>
              <a:defRPr sz="14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6"/>
          <p:cNvSpPr>
            <a:spLocks noGrp="1"/>
          </p:cNvSpPr>
          <p:nvPr>
            <p:ph type="body" sz="quarter" idx="15"/>
          </p:nvPr>
        </p:nvSpPr>
        <p:spPr>
          <a:xfrm>
            <a:off x="304800" y="3733800"/>
            <a:ext cx="5486400" cy="2367843"/>
          </a:xfrm>
        </p:spPr>
        <p:txBody>
          <a:bodyPr/>
          <a:lstStyle>
            <a:lvl1pPr>
              <a:defRPr sz="1867"/>
            </a:lvl1pPr>
            <a:lvl2pPr>
              <a:defRPr sz="1467"/>
            </a:lvl2pPr>
            <a:lvl3pPr>
              <a:defRPr sz="1467"/>
            </a:lvl3pPr>
            <a:lvl4pPr>
              <a:defRPr sz="1467"/>
            </a:lvl4pPr>
            <a:lvl5pPr>
              <a:defRPr sz="14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3"/>
          <p:cNvSpPr>
            <a:spLocks noGrp="1"/>
          </p:cNvSpPr>
          <p:nvPr>
            <p:ph type="ftr" sz="quarter" idx="11"/>
          </p:nvPr>
        </p:nvSpPr>
        <p:spPr>
          <a:xfrm>
            <a:off x="304800" y="6526747"/>
            <a:ext cx="8534400" cy="182880"/>
          </a:xfrm>
        </p:spPr>
        <p:txBody>
          <a:bodyPr/>
          <a:lstStyle/>
          <a:p>
            <a:r>
              <a:rPr lang="en-US" dirty="0">
                <a:solidFill>
                  <a:srgbClr val="FFFFFF"/>
                </a:solidFill>
              </a:rPr>
              <a:t>IBM </a:t>
            </a:r>
            <a:r>
              <a:rPr lang="en-US" dirty="0">
                <a:solidFill>
                  <a:srgbClr val="FFFFFF"/>
                </a:solidFill>
                <a:cs typeface="IBM Plex Sans"/>
              </a:rPr>
              <a:t>Cloud</a:t>
            </a:r>
            <a:r>
              <a:rPr lang="en-US" dirty="0">
                <a:solidFill>
                  <a:srgbClr val="FFFFFF"/>
                </a:solidFill>
              </a:rPr>
              <a:t>/ DOC ID / Month XX, 2017 / © 2017 IBM Corporation</a:t>
            </a:r>
          </a:p>
        </p:txBody>
      </p:sp>
      <p:sp>
        <p:nvSpPr>
          <p:cNvPr id="2" name="Rectangle 1"/>
          <p:cNvSpPr/>
          <p:nvPr userDrawn="1"/>
        </p:nvSpPr>
        <p:spPr>
          <a:xfrm>
            <a:off x="6096000" y="0"/>
            <a:ext cx="6245245" cy="6858000"/>
          </a:xfrm>
          <a:prstGeom prst="rect">
            <a:avLst/>
          </a:prstGeom>
        </p:spPr>
        <p:txBody>
          <a:bodyPr wrap="square" lIns="0" tIns="0" rIns="0" bIns="0" rtlCol="0" anchor="ctr">
            <a:noAutofit/>
          </a:bodyPr>
          <a:lstStyle/>
          <a:p>
            <a:pPr algn="ctr" defTabSz="914377"/>
            <a:endParaRPr lang="en-US" sz="1600" dirty="0">
              <a:solidFill>
                <a:srgbClr val="FFFFFF"/>
              </a:solidFill>
              <a:latin typeface="Arial"/>
              <a:cs typeface="Arial"/>
            </a:endParaRPr>
          </a:p>
        </p:txBody>
      </p:sp>
      <p:pic>
        <p:nvPicPr>
          <p:cNvPr id="15" name="Picture 14">
            <a:hlinkClick r:id="rId2" action="ppaction://hlinksldjump"/>
            <a:extLst>
              <a:ext uri="{FF2B5EF4-FFF2-40B4-BE49-F238E27FC236}">
                <a16:creationId xmlns:a16="http://schemas.microsoft.com/office/drawing/2014/main" id="{9CB01794-7CC3-804C-92D8-DAF0724C86BB}"/>
              </a:ext>
            </a:extLst>
          </p:cNvPr>
          <p:cNvPicPr>
            <a:picLocks noChangeAspect="1"/>
          </p:cNvPicPr>
          <p:nvPr userDrawn="1"/>
        </p:nvPicPr>
        <p:blipFill>
          <a:blip r:embed="rId3"/>
          <a:stretch>
            <a:fillRect/>
          </a:stretch>
        </p:blipFill>
        <p:spPr>
          <a:xfrm>
            <a:off x="12034033" y="6700033"/>
            <a:ext cx="94087" cy="9408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4_Title and two text boxes, two colored boxes">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12" name="Text Placeholder 11"/>
          <p:cNvSpPr>
            <a:spLocks noGrp="1"/>
          </p:cNvSpPr>
          <p:nvPr>
            <p:ph type="body" sz="quarter" idx="13"/>
          </p:nvPr>
        </p:nvSpPr>
        <p:spPr>
          <a:xfrm>
            <a:off x="6400800" y="304801"/>
            <a:ext cx="5486400" cy="400049"/>
          </a:xfrm>
        </p:spPr>
        <p:txBody>
          <a:bodyPr/>
          <a:lstStyle>
            <a:lvl1pPr>
              <a:defRPr sz="3200">
                <a:latin typeface="IBM Plex Sans SemiBold"/>
                <a:cs typeface="IBM Plex Sans SemiBold"/>
              </a:defRPr>
            </a:lvl1pPr>
          </a:lstStyle>
          <a:p>
            <a:pPr lvl="0"/>
            <a:r>
              <a:rPr lang="en-US" dirty="0"/>
              <a:t>Click to edit Master text styles</a:t>
            </a:r>
          </a:p>
        </p:txBody>
      </p:sp>
      <p:sp>
        <p:nvSpPr>
          <p:cNvPr id="7" name="Text Placeholder 6"/>
          <p:cNvSpPr>
            <a:spLocks noGrp="1"/>
          </p:cNvSpPr>
          <p:nvPr>
            <p:ph type="body" sz="quarter" idx="14"/>
          </p:nvPr>
        </p:nvSpPr>
        <p:spPr>
          <a:xfrm>
            <a:off x="6400800" y="1061157"/>
            <a:ext cx="5486400" cy="2367843"/>
          </a:xfrm>
        </p:spPr>
        <p:txBody>
          <a:bodyPr/>
          <a:lstStyle>
            <a:lvl1pPr>
              <a:defRPr sz="1867"/>
            </a:lvl1pPr>
            <a:lvl2pPr>
              <a:defRPr sz="1467"/>
            </a:lvl2pPr>
            <a:lvl3pPr>
              <a:defRPr sz="1467"/>
            </a:lvl3pPr>
            <a:lvl4pPr>
              <a:defRPr sz="1467"/>
            </a:lvl4pPr>
            <a:lvl5pPr>
              <a:defRPr sz="14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Rectangle 10"/>
          <p:cNvSpPr/>
          <p:nvPr userDrawn="1"/>
        </p:nvSpPr>
        <p:spPr>
          <a:xfrm>
            <a:off x="-2" y="1"/>
            <a:ext cx="6096001" cy="6857999"/>
          </a:xfrm>
          <a:prstGeom prst="rect">
            <a:avLst/>
          </a:prstGeom>
          <a:solidFill>
            <a:srgbClr val="FFFFFF"/>
          </a:solidFill>
        </p:spPr>
        <p:txBody>
          <a:bodyPr wrap="square" lIns="0" tIns="0" rIns="0" bIns="0" rtlCol="0" anchor="ctr">
            <a:noAutofit/>
          </a:bodyPr>
          <a:lstStyle/>
          <a:p>
            <a:pPr algn="ctr" defTabSz="914377"/>
            <a:endParaRPr lang="en-US" sz="1600" dirty="0">
              <a:solidFill>
                <a:srgbClr val="FFFFFF"/>
              </a:solidFill>
              <a:cs typeface="IBM Plex Sans"/>
            </a:endParaRPr>
          </a:p>
        </p:txBody>
      </p:sp>
      <p:sp>
        <p:nvSpPr>
          <p:cNvPr id="13" name="Text Placeholder 6"/>
          <p:cNvSpPr>
            <a:spLocks noGrp="1"/>
          </p:cNvSpPr>
          <p:nvPr>
            <p:ph type="body" sz="quarter" idx="15"/>
          </p:nvPr>
        </p:nvSpPr>
        <p:spPr>
          <a:xfrm>
            <a:off x="6400800" y="3733800"/>
            <a:ext cx="5486400" cy="2367843"/>
          </a:xfrm>
        </p:spPr>
        <p:txBody>
          <a:bodyPr/>
          <a:lstStyle>
            <a:lvl1pPr>
              <a:defRPr sz="1867"/>
            </a:lvl1pPr>
            <a:lvl2pPr>
              <a:defRPr sz="1467"/>
            </a:lvl2pPr>
            <a:lvl3pPr>
              <a:defRPr sz="1467"/>
            </a:lvl3pPr>
            <a:lvl4pPr>
              <a:defRPr sz="1467"/>
            </a:lvl4pPr>
            <a:lvl5pPr>
              <a:defRPr sz="14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3"/>
          <p:cNvSpPr>
            <a:spLocks noGrp="1"/>
          </p:cNvSpPr>
          <p:nvPr>
            <p:ph type="ftr" sz="quarter" idx="11"/>
          </p:nvPr>
        </p:nvSpPr>
        <p:spPr>
          <a:xfrm>
            <a:off x="304800" y="6526747"/>
            <a:ext cx="8534400" cy="182880"/>
          </a:xfrm>
        </p:spPr>
        <p:txBody>
          <a:bodyPr/>
          <a:lstStyle>
            <a:lvl1pPr>
              <a:defRPr>
                <a:solidFill>
                  <a:schemeClr val="tx1"/>
                </a:solidFill>
              </a:defRPr>
            </a:lvl1pPr>
          </a:lstStyle>
          <a:p>
            <a:r>
              <a:rPr lang="en-US" dirty="0">
                <a:solidFill>
                  <a:srgbClr val="000000"/>
                </a:solidFill>
              </a:rPr>
              <a:t>IBM </a:t>
            </a:r>
            <a:r>
              <a:rPr lang="en-US" dirty="0">
                <a:solidFill>
                  <a:srgbClr val="000000"/>
                </a:solidFill>
                <a:cs typeface="IBM Plex Sans"/>
              </a:rPr>
              <a:t>Cloud</a:t>
            </a:r>
            <a:r>
              <a:rPr lang="en-US" dirty="0">
                <a:solidFill>
                  <a:srgbClr val="000000"/>
                </a:solidFill>
              </a:rPr>
              <a:t>/ DOC ID / Month XX, 2017 / © 2017 IBM Corporation</a:t>
            </a:r>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2_Title and two text boxes, two colored boxes">
    <p:spTree>
      <p:nvGrpSpPr>
        <p:cNvPr id="1" name=""/>
        <p:cNvGrpSpPr/>
        <p:nvPr/>
      </p:nvGrpSpPr>
      <p:grpSpPr>
        <a:xfrm>
          <a:off x="0" y="0"/>
          <a:ext cx="0" cy="0"/>
          <a:chOff x="0" y="0"/>
          <a:chExt cx="0" cy="0"/>
        </a:xfrm>
      </p:grpSpPr>
      <p:sp>
        <p:nvSpPr>
          <p:cNvPr id="11" name="Rectangle 10"/>
          <p:cNvSpPr/>
          <p:nvPr userDrawn="1"/>
        </p:nvSpPr>
        <p:spPr>
          <a:xfrm>
            <a:off x="1" y="1"/>
            <a:ext cx="6096001" cy="6857999"/>
          </a:xfrm>
          <a:prstGeom prst="rect">
            <a:avLst/>
          </a:prstGeom>
          <a:solidFill>
            <a:srgbClr val="000F5E"/>
          </a:solidFill>
        </p:spPr>
        <p:txBody>
          <a:bodyPr wrap="square" lIns="0" tIns="0" rIns="0" bIns="0" rtlCol="0" anchor="ctr">
            <a:noAutofit/>
          </a:bodyPr>
          <a:lstStyle/>
          <a:p>
            <a:pPr algn="ctr" defTabSz="914377"/>
            <a:endParaRPr lang="en-US" sz="1600" dirty="0">
              <a:solidFill>
                <a:srgbClr val="FFFFFF"/>
              </a:solidFill>
              <a:cs typeface="IBM Plex Sans"/>
            </a:endParaRPr>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12" name="Text Placeholder 11"/>
          <p:cNvSpPr>
            <a:spLocks noGrp="1"/>
          </p:cNvSpPr>
          <p:nvPr>
            <p:ph type="body" sz="quarter" idx="13"/>
          </p:nvPr>
        </p:nvSpPr>
        <p:spPr>
          <a:xfrm>
            <a:off x="304800" y="304801"/>
            <a:ext cx="5486400" cy="400049"/>
          </a:xfrm>
        </p:spPr>
        <p:txBody>
          <a:bodyPr/>
          <a:lstStyle>
            <a:lvl1pPr>
              <a:defRPr sz="3200">
                <a:latin typeface="IBM Plex Sans SemiBold"/>
                <a:cs typeface="IBM Plex Sans SemiBold"/>
              </a:defRPr>
            </a:lvl1pPr>
          </a:lstStyle>
          <a:p>
            <a:pPr lvl="0"/>
            <a:r>
              <a:rPr lang="en-US" dirty="0"/>
              <a:t>Click to edit Master text styles</a:t>
            </a:r>
          </a:p>
        </p:txBody>
      </p:sp>
      <p:sp>
        <p:nvSpPr>
          <p:cNvPr id="7" name="Text Placeholder 6"/>
          <p:cNvSpPr>
            <a:spLocks noGrp="1"/>
          </p:cNvSpPr>
          <p:nvPr>
            <p:ph type="body" sz="quarter" idx="14"/>
          </p:nvPr>
        </p:nvSpPr>
        <p:spPr>
          <a:xfrm>
            <a:off x="304800" y="1061157"/>
            <a:ext cx="5486400" cy="2367843"/>
          </a:xfrm>
        </p:spPr>
        <p:txBody>
          <a:bodyPr/>
          <a:lstStyle>
            <a:lvl1pPr>
              <a:defRPr sz="1867"/>
            </a:lvl1pPr>
            <a:lvl2pPr>
              <a:defRPr sz="1467"/>
            </a:lvl2pPr>
            <a:lvl3pPr>
              <a:defRPr sz="1467"/>
            </a:lvl3pPr>
            <a:lvl4pPr>
              <a:defRPr sz="1467"/>
            </a:lvl4pPr>
            <a:lvl5pPr>
              <a:defRPr sz="14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6"/>
          <p:cNvSpPr>
            <a:spLocks noGrp="1"/>
          </p:cNvSpPr>
          <p:nvPr>
            <p:ph type="body" sz="quarter" idx="15"/>
          </p:nvPr>
        </p:nvSpPr>
        <p:spPr>
          <a:xfrm>
            <a:off x="304800" y="3733800"/>
            <a:ext cx="5486400" cy="2367843"/>
          </a:xfrm>
        </p:spPr>
        <p:txBody>
          <a:bodyPr/>
          <a:lstStyle>
            <a:lvl1pPr>
              <a:defRPr sz="1867"/>
            </a:lvl1pPr>
            <a:lvl2pPr>
              <a:defRPr sz="1467"/>
            </a:lvl2pPr>
            <a:lvl3pPr>
              <a:defRPr sz="1467"/>
            </a:lvl3pPr>
            <a:lvl4pPr>
              <a:defRPr sz="1467"/>
            </a:lvl4pPr>
            <a:lvl5pPr>
              <a:defRPr sz="14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3"/>
          <p:cNvSpPr>
            <a:spLocks noGrp="1"/>
          </p:cNvSpPr>
          <p:nvPr>
            <p:ph type="ftr" sz="quarter" idx="11"/>
          </p:nvPr>
        </p:nvSpPr>
        <p:spPr>
          <a:xfrm>
            <a:off x="304800" y="6526747"/>
            <a:ext cx="8534400" cy="182880"/>
          </a:xfrm>
        </p:spPr>
        <p:txBody>
          <a:bodyPr/>
          <a:lstStyle/>
          <a:p>
            <a:r>
              <a:rPr lang="en-US" dirty="0">
                <a:solidFill>
                  <a:srgbClr val="FFFFFF"/>
                </a:solidFill>
              </a:rPr>
              <a:t>IBM </a:t>
            </a:r>
            <a:r>
              <a:rPr lang="en-US" dirty="0">
                <a:solidFill>
                  <a:srgbClr val="FFFFFF"/>
                </a:solidFill>
                <a:cs typeface="IBM Plex Sans"/>
              </a:rPr>
              <a:t>Cloud</a:t>
            </a:r>
            <a:r>
              <a:rPr lang="en-US" dirty="0">
                <a:solidFill>
                  <a:srgbClr val="FFFFFF"/>
                </a:solidFill>
              </a:rPr>
              <a:t>/ DOC ID / Month XX, 2017 / © 2017 IBM Corporation</a:t>
            </a:r>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p:cSld name="boxes (3 med, 2 small)">
    <p:spTree>
      <p:nvGrpSpPr>
        <p:cNvPr id="1" name=""/>
        <p:cNvGrpSpPr/>
        <p:nvPr/>
      </p:nvGrpSpPr>
      <p:grpSpPr>
        <a:xfrm>
          <a:off x="0" y="0"/>
          <a:ext cx="0" cy="0"/>
          <a:chOff x="0" y="0"/>
          <a:chExt cx="0" cy="0"/>
        </a:xfrm>
      </p:grpSpPr>
      <p:sp>
        <p:nvSpPr>
          <p:cNvPr id="14" name="Content Placeholder 13"/>
          <p:cNvSpPr>
            <a:spLocks noGrp="1"/>
          </p:cNvSpPr>
          <p:nvPr>
            <p:ph sz="quarter" idx="17"/>
          </p:nvPr>
        </p:nvSpPr>
        <p:spPr>
          <a:xfrm>
            <a:off x="6096001" y="3429000"/>
            <a:ext cx="6096000" cy="3429000"/>
          </a:xfrm>
          <a:solidFill>
            <a:srgbClr val="0064FF"/>
          </a:solidFill>
        </p:spPr>
        <p:txBody>
          <a:bodyPr lIns="228600" tIns="192024" rIns="228600" bIns="228600"/>
          <a:lstStyle>
            <a:lvl1pPr>
              <a:defRPr sz="1867">
                <a:solidFill>
                  <a:schemeClr val="bg2"/>
                </a:solidFill>
              </a:defRPr>
            </a:lvl1pPr>
          </a:lstStyle>
          <a:p>
            <a:pPr lvl="0"/>
            <a:r>
              <a:rPr lang="en-US"/>
              <a:t>Click to edit Master text styles</a:t>
            </a:r>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8" name="Content Placeholder 7"/>
          <p:cNvSpPr>
            <a:spLocks noGrp="1"/>
          </p:cNvSpPr>
          <p:nvPr>
            <p:ph sz="quarter" idx="15"/>
          </p:nvPr>
        </p:nvSpPr>
        <p:spPr>
          <a:xfrm>
            <a:off x="9144000" y="0"/>
            <a:ext cx="3048000" cy="3429000"/>
          </a:xfrm>
          <a:solidFill>
            <a:srgbClr val="393939"/>
          </a:solidFill>
        </p:spPr>
        <p:txBody>
          <a:bodyPr lIns="228600" tIns="192024" rIns="228600" bIns="228600"/>
          <a:lstStyle>
            <a:lvl1pPr>
              <a:defRPr sz="1867">
                <a:solidFill>
                  <a:schemeClr val="bg2"/>
                </a:solidFill>
              </a:defRPr>
            </a:lvl1pPr>
          </a:lstStyle>
          <a:p>
            <a:pPr lvl="0"/>
            <a:r>
              <a:rPr lang="en-US"/>
              <a:t>Click to edit Master text styles</a:t>
            </a:r>
          </a:p>
        </p:txBody>
      </p:sp>
      <p:sp>
        <p:nvSpPr>
          <p:cNvPr id="10" name="Content Placeholder 9"/>
          <p:cNvSpPr>
            <a:spLocks noGrp="1"/>
          </p:cNvSpPr>
          <p:nvPr>
            <p:ph sz="quarter" idx="16"/>
          </p:nvPr>
        </p:nvSpPr>
        <p:spPr>
          <a:xfrm>
            <a:off x="6096000" y="0"/>
            <a:ext cx="3048000" cy="3429000"/>
          </a:xfrm>
          <a:solidFill>
            <a:srgbClr val="000F5E"/>
          </a:solidFill>
        </p:spPr>
        <p:txBody>
          <a:bodyPr lIns="228600" tIns="192024" rIns="228600" bIns="228600"/>
          <a:lstStyle>
            <a:lvl1pPr>
              <a:defRPr sz="1867">
                <a:solidFill>
                  <a:schemeClr val="bg2"/>
                </a:solidFill>
              </a:defRPr>
            </a:lvl1pPr>
          </a:lstStyle>
          <a:p>
            <a:pPr lvl="0"/>
            <a:r>
              <a:rPr lang="en-US" dirty="0"/>
              <a:t>Click to edit Master text styles</a:t>
            </a:r>
          </a:p>
        </p:txBody>
      </p:sp>
      <p:sp>
        <p:nvSpPr>
          <p:cNvPr id="5" name="Content Placeholder 4"/>
          <p:cNvSpPr>
            <a:spLocks noGrp="1"/>
          </p:cNvSpPr>
          <p:nvPr>
            <p:ph sz="quarter" idx="18"/>
          </p:nvPr>
        </p:nvSpPr>
        <p:spPr>
          <a:xfrm>
            <a:off x="0" y="3429001"/>
            <a:ext cx="6096000" cy="2815167"/>
          </a:xfrm>
          <a:solidFill>
            <a:schemeClr val="tx1"/>
          </a:solidFill>
        </p:spPr>
        <p:txBody>
          <a:bodyPr lIns="228600" tIns="192024" rIns="228600" bIns="228600"/>
          <a:lstStyle>
            <a:lvl1pPr>
              <a:defRPr sz="1867">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p:txBody>
      </p:sp>
      <p:sp>
        <p:nvSpPr>
          <p:cNvPr id="6" name="Title 5"/>
          <p:cNvSpPr>
            <a:spLocks noGrp="1"/>
          </p:cNvSpPr>
          <p:nvPr>
            <p:ph type="title"/>
          </p:nvPr>
        </p:nvSpPr>
        <p:spPr>
          <a:xfrm>
            <a:off x="-1" y="-1"/>
            <a:ext cx="6095999" cy="3429001"/>
          </a:xfrm>
          <a:solidFill>
            <a:srgbClr val="0064FF"/>
          </a:solidFill>
        </p:spPr>
        <p:txBody>
          <a:bodyPr lIns="228600" tIns="201168" rIns="228600" bIns="228600"/>
          <a:lstStyle>
            <a:lvl1pPr>
              <a:defRPr>
                <a:solidFill>
                  <a:schemeClr val="bg2"/>
                </a:solidFill>
              </a:defRPr>
            </a:lvl1pPr>
          </a:lstStyle>
          <a:p>
            <a:r>
              <a:rPr lang="en-US" dirty="0"/>
              <a:t>Click to edit Master title style</a:t>
            </a:r>
          </a:p>
        </p:txBody>
      </p:sp>
      <p:sp>
        <p:nvSpPr>
          <p:cNvPr id="9" name="Footer Placeholder 3"/>
          <p:cNvSpPr>
            <a:spLocks noGrp="1"/>
          </p:cNvSpPr>
          <p:nvPr>
            <p:ph type="ftr" sz="quarter" idx="11"/>
          </p:nvPr>
        </p:nvSpPr>
        <p:spPr>
          <a:xfrm>
            <a:off x="304800" y="6526747"/>
            <a:ext cx="8534400" cy="182880"/>
          </a:xfrm>
        </p:spPr>
        <p:txBody>
          <a:bodyPr/>
          <a:lstStyle/>
          <a:p>
            <a:r>
              <a:rPr lang="en-US" dirty="0">
                <a:solidFill>
                  <a:srgbClr val="FFFFFF"/>
                </a:solidFill>
              </a:rPr>
              <a:t>IBM </a:t>
            </a:r>
            <a:r>
              <a:rPr lang="en-US" dirty="0">
                <a:solidFill>
                  <a:srgbClr val="FFFFFF"/>
                </a:solidFill>
                <a:cs typeface="IBM Plex Sans"/>
              </a:rPr>
              <a:t>Cloud</a:t>
            </a:r>
            <a:r>
              <a:rPr lang="en-US" dirty="0">
                <a:solidFill>
                  <a:srgbClr val="FFFFFF"/>
                </a:solidFill>
              </a:rPr>
              <a:t>/ DOC ID / Month XX, 2017 / © 2017 IBM Corporation</a:t>
            </a:r>
          </a:p>
        </p:txBody>
      </p:sp>
      <p:pic>
        <p:nvPicPr>
          <p:cNvPr id="12" name="Picture 11">
            <a:hlinkClick r:id="rId2" action="ppaction://hlinksldjump"/>
            <a:extLst>
              <a:ext uri="{FF2B5EF4-FFF2-40B4-BE49-F238E27FC236}">
                <a16:creationId xmlns:a16="http://schemas.microsoft.com/office/drawing/2014/main" id="{4F252098-ACFF-CF41-8F29-7A0FD53BDA01}"/>
              </a:ext>
            </a:extLst>
          </p:cNvPr>
          <p:cNvPicPr>
            <a:picLocks noChangeAspect="1"/>
          </p:cNvPicPr>
          <p:nvPr userDrawn="1"/>
        </p:nvPicPr>
        <p:blipFill>
          <a:blip r:embed="rId3"/>
          <a:stretch>
            <a:fillRect/>
          </a:stretch>
        </p:blipFill>
        <p:spPr>
          <a:xfrm>
            <a:off x="12034033" y="6700033"/>
            <a:ext cx="94087" cy="9408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BIG BLUE TITLE">
    <p:bg>
      <p:bgPr>
        <a:solidFill>
          <a:schemeClr val="accent2"/>
        </a:soli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a:xfrm>
            <a:off x="304801" y="304801"/>
            <a:ext cx="5757335" cy="866988"/>
          </a:xfrm>
          <a:noFill/>
        </p:spPr>
        <p:txBody>
          <a:bodyPr lIns="0" tIns="0" rIns="228600" bIns="228600">
            <a:noAutofit/>
          </a:bodyPr>
          <a:lstStyle>
            <a:lvl1pPr>
              <a:defRPr>
                <a:solidFill>
                  <a:schemeClr val="bg2"/>
                </a:solidFill>
              </a:defRPr>
            </a:lvl1pPr>
          </a:lstStyle>
          <a:p>
            <a:r>
              <a:rPr lang="en-US"/>
              <a:t>Click to edit Master title style</a:t>
            </a:r>
            <a:endParaRPr lang="en-US" dirty="0"/>
          </a:p>
        </p:txBody>
      </p:sp>
      <p:sp>
        <p:nvSpPr>
          <p:cNvPr id="5" name="Footer Placeholder 3"/>
          <p:cNvSpPr>
            <a:spLocks noGrp="1"/>
          </p:cNvSpPr>
          <p:nvPr>
            <p:ph type="ftr" sz="quarter" idx="11"/>
          </p:nvPr>
        </p:nvSpPr>
        <p:spPr>
          <a:xfrm>
            <a:off x="304800" y="6526747"/>
            <a:ext cx="8534400" cy="182880"/>
          </a:xfrm>
        </p:spPr>
        <p:txBody>
          <a:bodyPr/>
          <a:lstStyle/>
          <a:p>
            <a:r>
              <a:rPr lang="en-US" dirty="0">
                <a:solidFill>
                  <a:srgbClr val="FFFFFF"/>
                </a:solidFill>
              </a:rPr>
              <a:t>IBM </a:t>
            </a:r>
            <a:r>
              <a:rPr lang="en-US" dirty="0">
                <a:solidFill>
                  <a:srgbClr val="FFFFFF"/>
                </a:solidFill>
                <a:cs typeface="IBM Plex Sans"/>
              </a:rPr>
              <a:t>Cloud</a:t>
            </a:r>
            <a:r>
              <a:rPr lang="en-US" dirty="0">
                <a:solidFill>
                  <a:srgbClr val="FFFFFF"/>
                </a:solidFill>
              </a:rPr>
              <a:t>/ DOC ID / Month XX, 2017 / © 2017 IBM Corporation</a:t>
            </a:r>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Content Titles">
    <p:bg>
      <p:bgPr>
        <a:solidFill>
          <a:schemeClr val="accent3"/>
        </a:soli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a:xfrm>
            <a:off x="304801" y="304801"/>
            <a:ext cx="5757335" cy="866988"/>
          </a:xfrm>
          <a:noFill/>
        </p:spPr>
        <p:txBody>
          <a:bodyPr lIns="0" tIns="0" rIns="228600" bIns="228600">
            <a:noAutofit/>
          </a:bodyPr>
          <a:lstStyle>
            <a:lvl1pPr>
              <a:defRPr>
                <a:solidFill>
                  <a:schemeClr val="bg2"/>
                </a:solidFill>
              </a:defRPr>
            </a:lvl1pPr>
          </a:lstStyle>
          <a:p>
            <a:r>
              <a:rPr lang="en-US"/>
              <a:t>Click to edit Master title style</a:t>
            </a:r>
            <a:endParaRPr lang="en-US" dirty="0"/>
          </a:p>
        </p:txBody>
      </p:sp>
      <p:sp>
        <p:nvSpPr>
          <p:cNvPr id="5" name="Footer Placeholder 3"/>
          <p:cNvSpPr>
            <a:spLocks noGrp="1"/>
          </p:cNvSpPr>
          <p:nvPr>
            <p:ph type="ftr" sz="quarter" idx="11"/>
          </p:nvPr>
        </p:nvSpPr>
        <p:spPr>
          <a:xfrm>
            <a:off x="304800" y="6526747"/>
            <a:ext cx="8534400" cy="182880"/>
          </a:xfrm>
        </p:spPr>
        <p:txBody>
          <a:bodyPr/>
          <a:lstStyle/>
          <a:p>
            <a:r>
              <a:rPr lang="en-US" dirty="0">
                <a:solidFill>
                  <a:srgbClr val="FFFFFF"/>
                </a:solidFill>
              </a:rPr>
              <a:t>IBM </a:t>
            </a:r>
            <a:r>
              <a:rPr lang="en-US" dirty="0">
                <a:solidFill>
                  <a:srgbClr val="FFFFFF"/>
                </a:solidFill>
                <a:cs typeface="IBM Plex Sans"/>
              </a:rPr>
              <a:t>Cloud</a:t>
            </a:r>
            <a:r>
              <a:rPr lang="en-US" dirty="0">
                <a:solidFill>
                  <a:srgbClr val="FFFFFF"/>
                </a:solidFill>
              </a:rPr>
              <a:t>/ DOC ID / Month XX, 2017 / © 2017 IBM Corporation</a:t>
            </a:r>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Storage">
    <p:bg>
      <p:bgPr>
        <a:solidFill>
          <a:schemeClr val="accent4"/>
        </a:soli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a:xfrm>
            <a:off x="304801" y="304801"/>
            <a:ext cx="5757335" cy="866988"/>
          </a:xfrm>
          <a:noFill/>
        </p:spPr>
        <p:txBody>
          <a:bodyPr lIns="0" tIns="0" rIns="228600" bIns="228600">
            <a:noAutofit/>
          </a:bodyPr>
          <a:lstStyle>
            <a:lvl1pPr>
              <a:defRPr>
                <a:solidFill>
                  <a:schemeClr val="bg2"/>
                </a:solidFill>
              </a:defRPr>
            </a:lvl1pPr>
          </a:lstStyle>
          <a:p>
            <a:r>
              <a:rPr lang="en-US"/>
              <a:t>Click to edit Master title style</a:t>
            </a:r>
            <a:endParaRPr lang="en-US" dirty="0"/>
          </a:p>
        </p:txBody>
      </p:sp>
      <p:sp>
        <p:nvSpPr>
          <p:cNvPr id="5" name="Footer Placeholder 3"/>
          <p:cNvSpPr>
            <a:spLocks noGrp="1"/>
          </p:cNvSpPr>
          <p:nvPr>
            <p:ph type="ftr" sz="quarter" idx="11"/>
          </p:nvPr>
        </p:nvSpPr>
        <p:spPr>
          <a:xfrm>
            <a:off x="304800" y="6526747"/>
            <a:ext cx="8534400" cy="182880"/>
          </a:xfrm>
        </p:spPr>
        <p:txBody>
          <a:bodyPr/>
          <a:lstStyle/>
          <a:p>
            <a:r>
              <a:rPr lang="en-US" dirty="0">
                <a:solidFill>
                  <a:srgbClr val="FFFFFF"/>
                </a:solidFill>
              </a:rPr>
              <a:t>IBM </a:t>
            </a:r>
            <a:r>
              <a:rPr lang="en-US" dirty="0">
                <a:solidFill>
                  <a:srgbClr val="FFFFFF"/>
                </a:solidFill>
                <a:cs typeface="IBM Plex Sans"/>
              </a:rPr>
              <a:t>Cloud</a:t>
            </a:r>
            <a:r>
              <a:rPr lang="en-US" dirty="0">
                <a:solidFill>
                  <a:srgbClr val="FFFFFF"/>
                </a:solidFill>
              </a:rPr>
              <a:t>/ DOC ID / Month XX, 2017 / © 2017 IBM Corporation</a:t>
            </a:r>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p:cSld name="boxes (1 large, 4 small)">
    <p:spTree>
      <p:nvGrpSpPr>
        <p:cNvPr id="1" name=""/>
        <p:cNvGrpSpPr/>
        <p:nvPr/>
      </p:nvGrpSpPr>
      <p:grpSpPr>
        <a:xfrm>
          <a:off x="0" y="0"/>
          <a:ext cx="0" cy="0"/>
          <a:chOff x="0" y="0"/>
          <a:chExt cx="0" cy="0"/>
        </a:xfrm>
      </p:grpSpPr>
      <p:sp>
        <p:nvSpPr>
          <p:cNvPr id="8" name="Content Placeholder 7"/>
          <p:cNvSpPr>
            <a:spLocks noGrp="1"/>
          </p:cNvSpPr>
          <p:nvPr>
            <p:ph sz="quarter" idx="15"/>
          </p:nvPr>
        </p:nvSpPr>
        <p:spPr>
          <a:xfrm>
            <a:off x="9143997" y="3429000"/>
            <a:ext cx="3048000" cy="3429000"/>
          </a:xfrm>
          <a:solidFill>
            <a:srgbClr val="000090"/>
          </a:solidFill>
        </p:spPr>
        <p:txBody>
          <a:bodyPr lIns="228600" tIns="192024" rIns="228600" bIns="228600"/>
          <a:lstStyle>
            <a:lvl1pPr>
              <a:defRPr sz="1867">
                <a:solidFill>
                  <a:schemeClr val="bg2"/>
                </a:solidFill>
              </a:defRPr>
            </a:lvl1pPr>
          </a:lstStyle>
          <a:p>
            <a:pPr lvl="0"/>
            <a:r>
              <a:rPr lang="en-US" dirty="0"/>
              <a:t>Click to edit Master text styles</a:t>
            </a:r>
          </a:p>
        </p:txBody>
      </p:sp>
      <p:sp>
        <p:nvSpPr>
          <p:cNvPr id="10" name="Content Placeholder 9"/>
          <p:cNvSpPr>
            <a:spLocks noGrp="1"/>
          </p:cNvSpPr>
          <p:nvPr>
            <p:ph sz="quarter" idx="16"/>
          </p:nvPr>
        </p:nvSpPr>
        <p:spPr>
          <a:xfrm>
            <a:off x="3048000" y="3429000"/>
            <a:ext cx="3048000" cy="3429000"/>
          </a:xfrm>
          <a:solidFill>
            <a:srgbClr val="001690"/>
          </a:solidFill>
        </p:spPr>
        <p:txBody>
          <a:bodyPr lIns="228600" tIns="192024" rIns="228600" bIns="228600"/>
          <a:lstStyle>
            <a:lvl1pPr>
              <a:defRPr sz="1867">
                <a:solidFill>
                  <a:schemeClr val="bg2"/>
                </a:solidFill>
              </a:defRPr>
            </a:lvl1pPr>
          </a:lstStyle>
          <a:p>
            <a:pPr lvl="0"/>
            <a:r>
              <a:rPr lang="en-US"/>
              <a:t>Click to edit Master text styles</a:t>
            </a:r>
          </a:p>
        </p:txBody>
      </p:sp>
      <p:sp>
        <p:nvSpPr>
          <p:cNvPr id="14" name="Content Placeholder 13"/>
          <p:cNvSpPr>
            <a:spLocks noGrp="1"/>
          </p:cNvSpPr>
          <p:nvPr>
            <p:ph sz="quarter" idx="17"/>
          </p:nvPr>
        </p:nvSpPr>
        <p:spPr>
          <a:xfrm>
            <a:off x="6096002" y="3429000"/>
            <a:ext cx="3047996" cy="3429000"/>
          </a:xfrm>
          <a:solidFill>
            <a:srgbClr val="0064FF"/>
          </a:solidFill>
        </p:spPr>
        <p:txBody>
          <a:bodyPr lIns="228600" tIns="192024" rIns="228600" bIns="228600"/>
          <a:lstStyle>
            <a:lvl1pPr>
              <a:defRPr sz="1867">
                <a:solidFill>
                  <a:schemeClr val="bg2"/>
                </a:solidFill>
              </a:defRPr>
            </a:lvl1pPr>
          </a:lstStyle>
          <a:p>
            <a:pPr lvl="0"/>
            <a:r>
              <a:rPr lang="en-US"/>
              <a:t>Click to edit Master text styles</a:t>
            </a:r>
          </a:p>
        </p:txBody>
      </p:sp>
      <p:sp>
        <p:nvSpPr>
          <p:cNvPr id="5" name="Content Placeholder 4"/>
          <p:cNvSpPr>
            <a:spLocks noGrp="1"/>
          </p:cNvSpPr>
          <p:nvPr>
            <p:ph sz="quarter" idx="18"/>
          </p:nvPr>
        </p:nvSpPr>
        <p:spPr>
          <a:xfrm>
            <a:off x="0" y="3429000"/>
            <a:ext cx="3048000" cy="3429000"/>
          </a:xfrm>
          <a:solidFill>
            <a:srgbClr val="0064FF"/>
          </a:solidFill>
        </p:spPr>
        <p:txBody>
          <a:bodyPr lIns="228600" tIns="192024" rIns="228600" bIns="228600"/>
          <a:lstStyle>
            <a:lvl1pPr>
              <a:defRPr sz="1867">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p:txBody>
      </p:sp>
      <p:sp>
        <p:nvSpPr>
          <p:cNvPr id="3" name="Slide Number Placeholder 2"/>
          <p:cNvSpPr>
            <a:spLocks noGrp="1"/>
          </p:cNvSpPr>
          <p:nvPr>
            <p:ph type="sldNum" sz="quarter" idx="10"/>
          </p:nvPr>
        </p:nvSpPr>
        <p:spPr>
          <a:xfrm>
            <a:off x="9144000" y="6526747"/>
            <a:ext cx="2743200" cy="182880"/>
          </a:xfrm>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4" name="Footer Placeholder 3"/>
          <p:cNvSpPr>
            <a:spLocks noGrp="1"/>
          </p:cNvSpPr>
          <p:nvPr>
            <p:ph type="ftr" sz="quarter" idx="11"/>
          </p:nvPr>
        </p:nvSpPr>
        <p:spPr>
          <a:xfrm>
            <a:off x="304800" y="6526747"/>
            <a:ext cx="8534400" cy="182880"/>
          </a:xfrm>
          <a:prstGeom prst="rect">
            <a:avLst/>
          </a:prstGeom>
        </p:spPr>
        <p:txBody>
          <a:bodyPr/>
          <a:lstStyle/>
          <a:p>
            <a:r>
              <a:rPr lang="en-US" dirty="0">
                <a:solidFill>
                  <a:srgbClr val="FFFFFF"/>
                </a:solidFill>
              </a:rPr>
              <a:t>IBM </a:t>
            </a:r>
            <a:r>
              <a:rPr lang="en-US" dirty="0">
                <a:solidFill>
                  <a:srgbClr val="FFFFFF"/>
                </a:solidFill>
                <a:cs typeface="IBM Plex Sans"/>
              </a:rPr>
              <a:t>Cloud</a:t>
            </a:r>
            <a:r>
              <a:rPr lang="en-US" dirty="0">
                <a:solidFill>
                  <a:srgbClr val="FFFFFF"/>
                </a:solidFill>
              </a:rPr>
              <a:t>/ DOC ID / Month XX, 2017 / © 2017 IBM Corporation</a:t>
            </a:r>
          </a:p>
        </p:txBody>
      </p:sp>
      <p:sp>
        <p:nvSpPr>
          <p:cNvPr id="6" name="Title 5"/>
          <p:cNvSpPr>
            <a:spLocks noGrp="1"/>
          </p:cNvSpPr>
          <p:nvPr>
            <p:ph type="title"/>
          </p:nvPr>
        </p:nvSpPr>
        <p:spPr>
          <a:xfrm>
            <a:off x="304801" y="304801"/>
            <a:ext cx="6096001" cy="1151468"/>
          </a:xfrm>
          <a:solidFill>
            <a:schemeClr val="tx1"/>
          </a:solidFill>
        </p:spPr>
        <p:txBody>
          <a:bodyPr lIns="0" tIns="0" rIns="0" bIns="228600"/>
          <a:lstStyle>
            <a:lvl1pPr>
              <a:defRPr sz="3200">
                <a:solidFill>
                  <a:schemeClr val="bg2"/>
                </a:solidFill>
              </a:defRPr>
            </a:lvl1pPr>
          </a:lstStyle>
          <a:p>
            <a:r>
              <a:rPr lang="en-US" dirty="0"/>
              <a:t>Click to edit Master title style</a:t>
            </a:r>
          </a:p>
        </p:txBody>
      </p:sp>
      <p:pic>
        <p:nvPicPr>
          <p:cNvPr id="11" name="Picture 10">
            <a:hlinkClick r:id="rId2" action="ppaction://hlinksldjump"/>
            <a:extLst>
              <a:ext uri="{FF2B5EF4-FFF2-40B4-BE49-F238E27FC236}">
                <a16:creationId xmlns:a16="http://schemas.microsoft.com/office/drawing/2014/main" id="{1C5E55B7-B081-0745-BE92-4EE926BA71F6}"/>
              </a:ext>
            </a:extLst>
          </p:cNvPr>
          <p:cNvPicPr>
            <a:picLocks noChangeAspect="1"/>
          </p:cNvPicPr>
          <p:nvPr userDrawn="1"/>
        </p:nvPicPr>
        <p:blipFill>
          <a:blip r:embed="rId3"/>
          <a:stretch>
            <a:fillRect/>
          </a:stretch>
        </p:blipFill>
        <p:spPr>
          <a:xfrm>
            <a:off x="12034033" y="6700033"/>
            <a:ext cx="94087" cy="9408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4 boxes on bottom">
    <p:spTree>
      <p:nvGrpSpPr>
        <p:cNvPr id="1" name=""/>
        <p:cNvGrpSpPr/>
        <p:nvPr/>
      </p:nvGrpSpPr>
      <p:grpSpPr>
        <a:xfrm>
          <a:off x="0" y="0"/>
          <a:ext cx="0" cy="0"/>
          <a:chOff x="0" y="0"/>
          <a:chExt cx="0" cy="0"/>
        </a:xfrm>
      </p:grpSpPr>
      <p:sp>
        <p:nvSpPr>
          <p:cNvPr id="16" name="Footer Placeholder 3"/>
          <p:cNvSpPr>
            <a:spLocks noGrp="1"/>
          </p:cNvSpPr>
          <p:nvPr>
            <p:ph type="ftr" sz="quarter" idx="11"/>
          </p:nvPr>
        </p:nvSpPr>
        <p:spPr>
          <a:xfrm>
            <a:off x="304800" y="6526747"/>
            <a:ext cx="8534400" cy="182880"/>
          </a:xfrm>
        </p:spPr>
        <p:txBody>
          <a:bodyPr/>
          <a:lstStyle/>
          <a:p>
            <a:r>
              <a:rPr lang="en-US" dirty="0">
                <a:solidFill>
                  <a:srgbClr val="FFFFFF"/>
                </a:solidFill>
              </a:rPr>
              <a:t>IBM </a:t>
            </a:r>
            <a:r>
              <a:rPr lang="en-US" dirty="0">
                <a:solidFill>
                  <a:srgbClr val="FFFFFF"/>
                </a:solidFill>
                <a:cs typeface="IBM Plex Sans"/>
              </a:rPr>
              <a:t>Cloud</a:t>
            </a:r>
            <a:r>
              <a:rPr lang="en-US" dirty="0">
                <a:solidFill>
                  <a:srgbClr val="FFFFFF"/>
                </a:solidFill>
              </a:rPr>
              <a:t>/ DOC ID / Month XX, 2017 / © 2017 IBM Corporation</a:t>
            </a:r>
          </a:p>
        </p:txBody>
      </p:sp>
      <p:sp>
        <p:nvSpPr>
          <p:cNvPr id="17" name="Title 1"/>
          <p:cNvSpPr>
            <a:spLocks noGrp="1"/>
          </p:cNvSpPr>
          <p:nvPr>
            <p:ph type="title"/>
          </p:nvPr>
        </p:nvSpPr>
        <p:spPr>
          <a:xfrm>
            <a:off x="304800" y="268224"/>
            <a:ext cx="5486400" cy="508000"/>
          </a:xfrm>
        </p:spPr>
        <p:txBody>
          <a:bodyPr/>
          <a:lstStyle/>
          <a:p>
            <a:r>
              <a:rPr lang="en-US"/>
              <a:t>Click to edit Master title style</a:t>
            </a:r>
            <a:endParaRPr lang="en-US" dirty="0"/>
          </a:p>
        </p:txBody>
      </p:sp>
      <p:sp>
        <p:nvSpPr>
          <p:cNvPr id="3" name="Text Placeholder 2"/>
          <p:cNvSpPr>
            <a:spLocks noGrp="1"/>
          </p:cNvSpPr>
          <p:nvPr>
            <p:ph type="body" sz="quarter" idx="19"/>
          </p:nvPr>
        </p:nvSpPr>
        <p:spPr>
          <a:xfrm>
            <a:off x="0" y="3425952"/>
            <a:ext cx="3048000" cy="3432048"/>
          </a:xfrm>
          <a:solidFill>
            <a:srgbClr val="0064FF"/>
          </a:solidFill>
        </p:spPr>
        <p:txBody>
          <a:bodyPr lIns="182880" tIns="228600" rIns="182880" bIns="228600"/>
          <a:lstStyle>
            <a:lvl1pPr>
              <a:defRPr b="1">
                <a:latin typeface="IBM Plex Sans SemiBold"/>
                <a:cs typeface="IBM Plex Sans SemiBold"/>
              </a:defRPr>
            </a:lvl1pPr>
            <a:lvl2pPr marL="0" indent="0">
              <a:buNone/>
              <a:defRPr sz="1600">
                <a:latin typeface="IBM Plex Sans Light"/>
                <a:cs typeface="IBM Plex Sans Light"/>
              </a:defRPr>
            </a:lvl2pPr>
            <a:lvl3pPr marL="158747" indent="-158747">
              <a:defRPr sz="1600">
                <a:latin typeface="IBM Plex Sans Light"/>
                <a:cs typeface="IBM Plex Sans Light"/>
              </a:defRPr>
            </a:lvl3pPr>
            <a:lvl4pPr>
              <a:defRPr sz="1600">
                <a:latin typeface="IBM Plex Sans Light"/>
                <a:cs typeface="IBM Plex Sans Light"/>
              </a:defRPr>
            </a:lvl4pPr>
            <a:lvl5pPr>
              <a:defRPr sz="1600">
                <a:latin typeface="IBM Plex Sans Light"/>
                <a:cs typeface="IBM Plex Sans Ligh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2"/>
          <p:cNvSpPr>
            <a:spLocks noGrp="1"/>
          </p:cNvSpPr>
          <p:nvPr>
            <p:ph type="body" sz="quarter" idx="20"/>
          </p:nvPr>
        </p:nvSpPr>
        <p:spPr>
          <a:xfrm>
            <a:off x="3048000" y="3432049"/>
            <a:ext cx="3048000" cy="3432048"/>
          </a:xfrm>
          <a:solidFill>
            <a:srgbClr val="001690"/>
          </a:solidFill>
        </p:spPr>
        <p:txBody>
          <a:bodyPr lIns="182880" tIns="228600" rIns="182880" bIns="228600"/>
          <a:lstStyle>
            <a:lvl1pPr>
              <a:defRPr b="1">
                <a:latin typeface="IBM Plex Sans SemiBold"/>
                <a:cs typeface="IBM Plex Sans SemiBold"/>
              </a:defRPr>
            </a:lvl1pPr>
            <a:lvl2pPr marL="0" indent="0">
              <a:buNone/>
              <a:defRPr sz="1600">
                <a:latin typeface="IBM Plex Sans Light"/>
                <a:cs typeface="IBM Plex Sans Light"/>
              </a:defRPr>
            </a:lvl2pPr>
            <a:lvl3pPr marL="158747" indent="-158747">
              <a:defRPr sz="1600">
                <a:latin typeface="IBM Plex Sans Light"/>
                <a:cs typeface="IBM Plex Sans Light"/>
              </a:defRPr>
            </a:lvl3pPr>
            <a:lvl4pPr>
              <a:defRPr sz="1600">
                <a:latin typeface="IBM Plex Sans Light"/>
                <a:cs typeface="IBM Plex Sans Light"/>
              </a:defRPr>
            </a:lvl4pPr>
            <a:lvl5pPr>
              <a:defRPr sz="1600">
                <a:latin typeface="IBM Plex Sans Light"/>
                <a:cs typeface="IBM Plex Sans Ligh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2"/>
          <p:cNvSpPr>
            <a:spLocks noGrp="1"/>
          </p:cNvSpPr>
          <p:nvPr>
            <p:ph type="body" sz="quarter" idx="21"/>
          </p:nvPr>
        </p:nvSpPr>
        <p:spPr>
          <a:xfrm>
            <a:off x="6096000" y="3429000"/>
            <a:ext cx="3048000" cy="3432048"/>
          </a:xfrm>
          <a:solidFill>
            <a:srgbClr val="0064FF"/>
          </a:solidFill>
        </p:spPr>
        <p:txBody>
          <a:bodyPr lIns="182880" tIns="228600" rIns="182880" bIns="228600"/>
          <a:lstStyle>
            <a:lvl1pPr>
              <a:defRPr b="1">
                <a:latin typeface="IBM Plex Sans SemiBold"/>
                <a:cs typeface="IBM Plex Sans SemiBold"/>
              </a:defRPr>
            </a:lvl1pPr>
            <a:lvl2pPr marL="0" indent="0">
              <a:buNone/>
              <a:defRPr sz="1600">
                <a:latin typeface="IBM Plex Sans Light"/>
                <a:cs typeface="IBM Plex Sans Light"/>
              </a:defRPr>
            </a:lvl2pPr>
            <a:lvl3pPr marL="158747" indent="-158747">
              <a:defRPr sz="1600">
                <a:latin typeface="IBM Plex Sans Light"/>
                <a:cs typeface="IBM Plex Sans Light"/>
              </a:defRPr>
            </a:lvl3pPr>
            <a:lvl4pPr>
              <a:defRPr sz="1600">
                <a:latin typeface="IBM Plex Sans Light"/>
                <a:cs typeface="IBM Plex Sans Light"/>
              </a:defRPr>
            </a:lvl4pPr>
            <a:lvl5pPr>
              <a:defRPr sz="1600">
                <a:latin typeface="IBM Plex Sans Light"/>
                <a:cs typeface="IBM Plex Sans Ligh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2"/>
          <p:cNvSpPr>
            <a:spLocks noGrp="1"/>
          </p:cNvSpPr>
          <p:nvPr>
            <p:ph type="body" sz="quarter" idx="22"/>
          </p:nvPr>
        </p:nvSpPr>
        <p:spPr>
          <a:xfrm>
            <a:off x="9144000" y="3429000"/>
            <a:ext cx="3048000" cy="3432048"/>
          </a:xfrm>
          <a:solidFill>
            <a:srgbClr val="001690"/>
          </a:solidFill>
        </p:spPr>
        <p:txBody>
          <a:bodyPr lIns="182880" tIns="228600" rIns="182880" bIns="228600"/>
          <a:lstStyle>
            <a:lvl1pPr>
              <a:defRPr b="1">
                <a:latin typeface="IBM Plex Sans SemiBold"/>
                <a:cs typeface="IBM Plex Sans SemiBold"/>
              </a:defRPr>
            </a:lvl1pPr>
            <a:lvl2pPr marL="0" indent="0">
              <a:buNone/>
              <a:defRPr sz="1600">
                <a:latin typeface="IBM Plex Sans Light"/>
                <a:cs typeface="IBM Plex Sans Light"/>
              </a:defRPr>
            </a:lvl2pPr>
            <a:lvl3pPr marL="158747" indent="-158747">
              <a:defRPr sz="1600">
                <a:latin typeface="IBM Plex Sans Light"/>
                <a:cs typeface="IBM Plex Sans Light"/>
              </a:defRPr>
            </a:lvl3pPr>
            <a:lvl4pPr>
              <a:defRPr sz="1600">
                <a:latin typeface="IBM Plex Sans Light"/>
                <a:cs typeface="IBM Plex Sans Light"/>
              </a:defRPr>
            </a:lvl4pPr>
            <a:lvl5pPr>
              <a:defRPr sz="1600">
                <a:latin typeface="IBM Plex Sans Light"/>
                <a:cs typeface="IBM Plex Sans Ligh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quarter" idx="23"/>
          </p:nvPr>
        </p:nvSpPr>
        <p:spPr>
          <a:xfrm>
            <a:off x="304800" y="1004007"/>
            <a:ext cx="5486400" cy="1435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6"/>
          <p:cNvSpPr>
            <a:spLocks noGrp="1"/>
          </p:cNvSpPr>
          <p:nvPr>
            <p:ph type="sldNum" sz="quarter" idx="4"/>
          </p:nvPr>
        </p:nvSpPr>
        <p:spPr>
          <a:xfrm>
            <a:off x="9144000" y="6526747"/>
            <a:ext cx="2743200" cy="182880"/>
          </a:xfrm>
          <a:prstGeom prst="rect">
            <a:avLst/>
          </a:prstGeom>
        </p:spPr>
        <p:txBody>
          <a:bodyPr vert="horz" lIns="0" tIns="0" rIns="0" bIns="0" rtlCol="0" anchor="ctr">
            <a:noAutofit/>
          </a:bodyPr>
          <a:lstStyle>
            <a:lvl1pPr algn="r">
              <a:lnSpc>
                <a:spcPct val="90000"/>
              </a:lnSpc>
              <a:defRPr sz="800" kern="200" spc="-53" baseline="0">
                <a:solidFill>
                  <a:schemeClr val="bg2"/>
                </a:solidFill>
                <a:latin typeface="IBM Plex Sans"/>
                <a:ea typeface="IBM Plex Sans"/>
                <a:cs typeface="IBM Plex Sans"/>
              </a:defRPr>
            </a:lvl1pPr>
          </a:lstStyle>
          <a:p>
            <a:fld id="{3FD999D4-B456-9943-89B7-30D56181CE18}" type="slidenum">
              <a:rPr lang="en-US" smtClean="0">
                <a:solidFill>
                  <a:srgbClr val="FFFFFF"/>
                </a:solidFill>
              </a:rPr>
              <a:pPr/>
              <a:t>‹#›</a:t>
            </a:fld>
            <a:endParaRPr lang="en-US" dirty="0">
              <a:solidFill>
                <a:srgbClr val="FFFFFF"/>
              </a:solidFill>
            </a:endParaRPr>
          </a:p>
        </p:txBody>
      </p:sp>
      <p:pic>
        <p:nvPicPr>
          <p:cNvPr id="14" name="Picture 13">
            <a:hlinkClick r:id="rId2" action="ppaction://hlinksldjump"/>
            <a:extLst>
              <a:ext uri="{FF2B5EF4-FFF2-40B4-BE49-F238E27FC236}">
                <a16:creationId xmlns:a16="http://schemas.microsoft.com/office/drawing/2014/main" id="{52FE8270-D7F6-6C4A-A520-A339ACC7476C}"/>
              </a:ext>
            </a:extLst>
          </p:cNvPr>
          <p:cNvPicPr>
            <a:picLocks noChangeAspect="1"/>
          </p:cNvPicPr>
          <p:nvPr userDrawn="1"/>
        </p:nvPicPr>
        <p:blipFill>
          <a:blip r:embed="rId3"/>
          <a:stretch>
            <a:fillRect/>
          </a:stretch>
        </p:blipFill>
        <p:spPr>
          <a:xfrm>
            <a:off x="12034033" y="6700033"/>
            <a:ext cx="94087" cy="9408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boxes in middle">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6" name="Title 5"/>
          <p:cNvSpPr>
            <a:spLocks noGrp="1"/>
          </p:cNvSpPr>
          <p:nvPr>
            <p:ph type="title"/>
          </p:nvPr>
        </p:nvSpPr>
        <p:spPr>
          <a:xfrm>
            <a:off x="-1" y="-1"/>
            <a:ext cx="6096001" cy="1392297"/>
          </a:xfrm>
          <a:solidFill>
            <a:schemeClr val="tx1"/>
          </a:solidFill>
        </p:spPr>
        <p:txBody>
          <a:bodyPr lIns="228600" tIns="155448" rIns="228600" bIns="228600"/>
          <a:lstStyle>
            <a:lvl1pPr>
              <a:defRPr sz="3200">
                <a:solidFill>
                  <a:schemeClr val="bg2"/>
                </a:solidFill>
              </a:defRPr>
            </a:lvl1pPr>
          </a:lstStyle>
          <a:p>
            <a:r>
              <a:rPr lang="en-US"/>
              <a:t>Click to edit Master title style</a:t>
            </a:r>
            <a:endParaRPr lang="en-US" dirty="0"/>
          </a:p>
        </p:txBody>
      </p:sp>
      <p:sp>
        <p:nvSpPr>
          <p:cNvPr id="11" name="Footer Placeholder 3"/>
          <p:cNvSpPr>
            <a:spLocks noGrp="1"/>
          </p:cNvSpPr>
          <p:nvPr>
            <p:ph type="ftr" sz="quarter" idx="11"/>
          </p:nvPr>
        </p:nvSpPr>
        <p:spPr>
          <a:xfrm>
            <a:off x="304800" y="6526747"/>
            <a:ext cx="8534400" cy="182880"/>
          </a:xfrm>
        </p:spPr>
        <p:txBody>
          <a:bodyPr/>
          <a:lstStyle/>
          <a:p>
            <a:r>
              <a:rPr lang="en-US" dirty="0">
                <a:solidFill>
                  <a:srgbClr val="FFFFFF"/>
                </a:solidFill>
              </a:rPr>
              <a:t>IBM </a:t>
            </a:r>
            <a:r>
              <a:rPr lang="en-US" dirty="0">
                <a:solidFill>
                  <a:srgbClr val="FFFFFF"/>
                </a:solidFill>
                <a:cs typeface="IBM Plex Sans"/>
              </a:rPr>
              <a:t>Cloud</a:t>
            </a:r>
            <a:r>
              <a:rPr lang="en-US" dirty="0">
                <a:solidFill>
                  <a:srgbClr val="FFFFFF"/>
                </a:solidFill>
              </a:rPr>
              <a:t>/ DOC ID / Month XX, 2017 / © 2017 IBM Corporation</a:t>
            </a:r>
          </a:p>
        </p:txBody>
      </p:sp>
      <p:sp>
        <p:nvSpPr>
          <p:cNvPr id="9" name="Text Placeholder 2"/>
          <p:cNvSpPr>
            <a:spLocks noGrp="1"/>
          </p:cNvSpPr>
          <p:nvPr>
            <p:ph type="body" sz="quarter" idx="19"/>
          </p:nvPr>
        </p:nvSpPr>
        <p:spPr>
          <a:xfrm>
            <a:off x="0" y="3435099"/>
            <a:ext cx="3048000" cy="3432048"/>
          </a:xfrm>
          <a:solidFill>
            <a:srgbClr val="0064FF"/>
          </a:solidFill>
        </p:spPr>
        <p:txBody>
          <a:bodyPr lIns="182880" tIns="228600" rIns="182880" bIns="228600"/>
          <a:lstStyle>
            <a:lvl1pPr>
              <a:defRPr b="1">
                <a:latin typeface="IBM Plex Sans SemiBold"/>
                <a:cs typeface="IBM Plex Sans SemiBold"/>
              </a:defRPr>
            </a:lvl1pPr>
            <a:lvl2pPr marL="0" indent="0">
              <a:buNone/>
              <a:defRPr sz="1600">
                <a:latin typeface="IBM Plex Sans Light"/>
                <a:cs typeface="IBM Plex Sans Light"/>
              </a:defRPr>
            </a:lvl2pPr>
            <a:lvl3pPr marL="158747" indent="-158747">
              <a:defRPr sz="1600">
                <a:latin typeface="IBM Plex Sans Light"/>
                <a:cs typeface="IBM Plex Sans Light"/>
              </a:defRPr>
            </a:lvl3pPr>
            <a:lvl4pPr>
              <a:defRPr sz="1600">
                <a:latin typeface="IBM Plex Sans Light"/>
                <a:cs typeface="IBM Plex Sans Light"/>
              </a:defRPr>
            </a:lvl4pPr>
            <a:lvl5pPr>
              <a:defRPr sz="1600">
                <a:latin typeface="IBM Plex Sans Light"/>
                <a:cs typeface="IBM Plex Sans Ligh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2"/>
          <p:cNvSpPr>
            <a:spLocks noGrp="1"/>
          </p:cNvSpPr>
          <p:nvPr>
            <p:ph type="body" sz="quarter" idx="20"/>
          </p:nvPr>
        </p:nvSpPr>
        <p:spPr>
          <a:xfrm>
            <a:off x="3048000" y="3441196"/>
            <a:ext cx="3048000" cy="3432048"/>
          </a:xfrm>
          <a:solidFill>
            <a:srgbClr val="001690"/>
          </a:solidFill>
        </p:spPr>
        <p:txBody>
          <a:bodyPr lIns="182880" tIns="228600" rIns="182880" bIns="228600"/>
          <a:lstStyle>
            <a:lvl1pPr>
              <a:defRPr b="1">
                <a:latin typeface="IBM Plex Sans SemiBold"/>
                <a:cs typeface="IBM Plex Sans SemiBold"/>
              </a:defRPr>
            </a:lvl1pPr>
            <a:lvl2pPr marL="0" indent="0">
              <a:buNone/>
              <a:defRPr sz="1600">
                <a:latin typeface="IBM Plex Sans Light"/>
                <a:cs typeface="IBM Plex Sans Light"/>
              </a:defRPr>
            </a:lvl2pPr>
            <a:lvl3pPr marL="158747" indent="-158747">
              <a:defRPr sz="1600">
                <a:latin typeface="IBM Plex Sans Light"/>
                <a:cs typeface="IBM Plex Sans Light"/>
              </a:defRPr>
            </a:lvl3pPr>
            <a:lvl4pPr>
              <a:defRPr sz="1600">
                <a:latin typeface="IBM Plex Sans Light"/>
                <a:cs typeface="IBM Plex Sans Light"/>
              </a:defRPr>
            </a:lvl4pPr>
            <a:lvl5pPr>
              <a:defRPr sz="1600">
                <a:latin typeface="IBM Plex Sans Light"/>
                <a:cs typeface="IBM Plex Sans Ligh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2"/>
          <p:cNvSpPr>
            <a:spLocks noGrp="1"/>
          </p:cNvSpPr>
          <p:nvPr>
            <p:ph type="body" sz="quarter" idx="21"/>
          </p:nvPr>
        </p:nvSpPr>
        <p:spPr>
          <a:xfrm>
            <a:off x="6096000" y="3438147"/>
            <a:ext cx="3048000" cy="3432048"/>
          </a:xfrm>
          <a:solidFill>
            <a:srgbClr val="0064FF"/>
          </a:solidFill>
        </p:spPr>
        <p:txBody>
          <a:bodyPr lIns="182880" tIns="228600" rIns="182880" bIns="228600"/>
          <a:lstStyle>
            <a:lvl1pPr>
              <a:defRPr b="1">
                <a:latin typeface="IBM Plex Sans SemiBold"/>
                <a:cs typeface="IBM Plex Sans SemiBold"/>
              </a:defRPr>
            </a:lvl1pPr>
            <a:lvl2pPr marL="0" indent="0">
              <a:buNone/>
              <a:defRPr sz="1600">
                <a:latin typeface="IBM Plex Sans Light"/>
                <a:cs typeface="IBM Plex Sans Light"/>
              </a:defRPr>
            </a:lvl2pPr>
            <a:lvl3pPr marL="158747" indent="-158747">
              <a:defRPr sz="1600">
                <a:latin typeface="IBM Plex Sans Light"/>
                <a:cs typeface="IBM Plex Sans Light"/>
              </a:defRPr>
            </a:lvl3pPr>
            <a:lvl4pPr>
              <a:defRPr sz="1600">
                <a:latin typeface="IBM Plex Sans Light"/>
                <a:cs typeface="IBM Plex Sans Light"/>
              </a:defRPr>
            </a:lvl4pPr>
            <a:lvl5pPr>
              <a:defRPr sz="1600">
                <a:latin typeface="IBM Plex Sans Light"/>
                <a:cs typeface="IBM Plex Sans Ligh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2"/>
          <p:cNvSpPr>
            <a:spLocks noGrp="1"/>
          </p:cNvSpPr>
          <p:nvPr>
            <p:ph type="body" sz="quarter" idx="22"/>
          </p:nvPr>
        </p:nvSpPr>
        <p:spPr>
          <a:xfrm>
            <a:off x="9144000" y="3438147"/>
            <a:ext cx="3048000" cy="3432048"/>
          </a:xfrm>
          <a:solidFill>
            <a:srgbClr val="001690"/>
          </a:solidFill>
        </p:spPr>
        <p:txBody>
          <a:bodyPr lIns="182880" tIns="228600" rIns="182880" bIns="228600"/>
          <a:lstStyle>
            <a:lvl1pPr>
              <a:defRPr b="1">
                <a:latin typeface="IBM Plex Sans SemiBold"/>
                <a:cs typeface="IBM Plex Sans SemiBold"/>
              </a:defRPr>
            </a:lvl1pPr>
            <a:lvl2pPr marL="0" indent="0">
              <a:buNone/>
              <a:defRPr sz="1600">
                <a:latin typeface="IBM Plex Sans Light"/>
                <a:cs typeface="IBM Plex Sans Light"/>
              </a:defRPr>
            </a:lvl2pPr>
            <a:lvl3pPr marL="158747" indent="-158747">
              <a:defRPr sz="1600">
                <a:latin typeface="IBM Plex Sans Light"/>
                <a:cs typeface="IBM Plex Sans Light"/>
              </a:defRPr>
            </a:lvl3pPr>
            <a:lvl4pPr>
              <a:defRPr sz="1600">
                <a:latin typeface="IBM Plex Sans Light"/>
                <a:cs typeface="IBM Plex Sans Light"/>
              </a:defRPr>
            </a:lvl4pPr>
            <a:lvl5pPr>
              <a:defRPr sz="1600">
                <a:latin typeface="IBM Plex Sans Light"/>
                <a:cs typeface="IBM Plex Sans Ligh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4" name="Picture 13">
            <a:hlinkClick r:id="rId2" action="ppaction://hlinksldjump"/>
            <a:extLst>
              <a:ext uri="{FF2B5EF4-FFF2-40B4-BE49-F238E27FC236}">
                <a16:creationId xmlns:a16="http://schemas.microsoft.com/office/drawing/2014/main" id="{82FEA251-893D-5243-B08B-D25B3D54AEFA}"/>
              </a:ext>
            </a:extLst>
          </p:cNvPr>
          <p:cNvPicPr>
            <a:picLocks noChangeAspect="1"/>
          </p:cNvPicPr>
          <p:nvPr userDrawn="1"/>
        </p:nvPicPr>
        <p:blipFill>
          <a:blip r:embed="rId3"/>
          <a:stretch>
            <a:fillRect/>
          </a:stretch>
        </p:blipFill>
        <p:spPr>
          <a:xfrm>
            <a:off x="12034033" y="6700033"/>
            <a:ext cx="94087" cy="9408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2_boxes (1 large, 4 small)">
    <p:spTree>
      <p:nvGrpSpPr>
        <p:cNvPr id="1" name=""/>
        <p:cNvGrpSpPr/>
        <p:nvPr/>
      </p:nvGrpSpPr>
      <p:grpSpPr>
        <a:xfrm>
          <a:off x="0" y="0"/>
          <a:ext cx="0" cy="0"/>
          <a:chOff x="0" y="0"/>
          <a:chExt cx="0" cy="0"/>
        </a:xfrm>
      </p:grpSpPr>
      <p:sp>
        <p:nvSpPr>
          <p:cNvPr id="10" name="Content Placeholder 9"/>
          <p:cNvSpPr>
            <a:spLocks noGrp="1"/>
          </p:cNvSpPr>
          <p:nvPr>
            <p:ph sz="quarter" idx="16"/>
          </p:nvPr>
        </p:nvSpPr>
        <p:spPr>
          <a:xfrm>
            <a:off x="6096002" y="3429000"/>
            <a:ext cx="6095996" cy="3429000"/>
          </a:xfrm>
          <a:solidFill>
            <a:srgbClr val="0064FF"/>
          </a:solidFill>
        </p:spPr>
        <p:txBody>
          <a:bodyPr lIns="228600" tIns="192024" rIns="228600" bIns="228600"/>
          <a:lstStyle>
            <a:lvl1pPr>
              <a:defRPr sz="1867">
                <a:solidFill>
                  <a:schemeClr val="bg2"/>
                </a:solidFill>
                <a:latin typeface="IBM Plex Sans SemiBold"/>
                <a:cs typeface="IBM Plex Sans SemiBold"/>
              </a:defRPr>
            </a:lvl1pPr>
          </a:lstStyle>
          <a:p>
            <a:pPr lvl="0"/>
            <a:r>
              <a:rPr lang="en-US"/>
              <a:t>Click to edit Master text styles</a:t>
            </a:r>
          </a:p>
        </p:txBody>
      </p:sp>
      <p:sp>
        <p:nvSpPr>
          <p:cNvPr id="14" name="Content Placeholder 13"/>
          <p:cNvSpPr>
            <a:spLocks noGrp="1"/>
          </p:cNvSpPr>
          <p:nvPr>
            <p:ph sz="quarter" idx="17"/>
          </p:nvPr>
        </p:nvSpPr>
        <p:spPr>
          <a:xfrm>
            <a:off x="6096001" y="0"/>
            <a:ext cx="6096000" cy="3429000"/>
          </a:xfrm>
          <a:solidFill>
            <a:srgbClr val="001690"/>
          </a:solidFill>
        </p:spPr>
        <p:txBody>
          <a:bodyPr lIns="228600" tIns="192024" rIns="228600" bIns="228600"/>
          <a:lstStyle>
            <a:lvl1pPr>
              <a:defRPr sz="1867">
                <a:solidFill>
                  <a:schemeClr val="bg2"/>
                </a:solidFill>
                <a:latin typeface="IBM Plex Sans SemiBold"/>
                <a:cs typeface="IBM Plex Sans SemiBold"/>
              </a:defRPr>
            </a:lvl1pPr>
          </a:lstStyle>
          <a:p>
            <a:pPr lvl="0"/>
            <a:r>
              <a:rPr lang="en-US"/>
              <a:t>Click to edit Master text styles</a:t>
            </a:r>
          </a:p>
        </p:txBody>
      </p:sp>
      <p:sp>
        <p:nvSpPr>
          <p:cNvPr id="5" name="Content Placeholder 4"/>
          <p:cNvSpPr>
            <a:spLocks noGrp="1"/>
          </p:cNvSpPr>
          <p:nvPr>
            <p:ph sz="quarter" idx="18"/>
          </p:nvPr>
        </p:nvSpPr>
        <p:spPr>
          <a:xfrm>
            <a:off x="0" y="3429000"/>
            <a:ext cx="6096000" cy="3429000"/>
          </a:xfrm>
          <a:solidFill>
            <a:srgbClr val="001690"/>
          </a:solidFill>
        </p:spPr>
        <p:txBody>
          <a:bodyPr lIns="228600" tIns="192024" rIns="228600" bIns="228600"/>
          <a:lstStyle>
            <a:lvl1pPr>
              <a:defRPr sz="1867">
                <a:solidFill>
                  <a:schemeClr val="bg2"/>
                </a:solidFill>
                <a:latin typeface="IBM Plex Sans SemiBold"/>
                <a:cs typeface="IBM Plex Sans SemiBold"/>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Click to edit Master text styles</a:t>
            </a:r>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6" name="Title 5"/>
          <p:cNvSpPr>
            <a:spLocks noGrp="1"/>
          </p:cNvSpPr>
          <p:nvPr>
            <p:ph type="title"/>
          </p:nvPr>
        </p:nvSpPr>
        <p:spPr>
          <a:xfrm>
            <a:off x="-1" y="-1"/>
            <a:ext cx="6096001" cy="1392297"/>
          </a:xfrm>
          <a:noFill/>
        </p:spPr>
        <p:txBody>
          <a:bodyPr lIns="228600" tIns="155448" rIns="228600" bIns="228600"/>
          <a:lstStyle>
            <a:lvl1pPr>
              <a:defRPr sz="3200">
                <a:solidFill>
                  <a:schemeClr val="bg2"/>
                </a:solidFill>
              </a:defRPr>
            </a:lvl1pPr>
          </a:lstStyle>
          <a:p>
            <a:r>
              <a:rPr lang="en-US"/>
              <a:t>Click to edit Master title style</a:t>
            </a:r>
            <a:endParaRPr lang="en-US" dirty="0"/>
          </a:p>
        </p:txBody>
      </p:sp>
      <p:sp>
        <p:nvSpPr>
          <p:cNvPr id="11" name="Footer Placeholder 3"/>
          <p:cNvSpPr>
            <a:spLocks noGrp="1"/>
          </p:cNvSpPr>
          <p:nvPr>
            <p:ph type="ftr" sz="quarter" idx="11"/>
          </p:nvPr>
        </p:nvSpPr>
        <p:spPr>
          <a:xfrm>
            <a:off x="304800" y="6526747"/>
            <a:ext cx="8534400" cy="182880"/>
          </a:xfrm>
        </p:spPr>
        <p:txBody>
          <a:bodyPr/>
          <a:lstStyle/>
          <a:p>
            <a:r>
              <a:rPr lang="en-US" dirty="0">
                <a:solidFill>
                  <a:srgbClr val="FFFFFF"/>
                </a:solidFill>
              </a:rPr>
              <a:t>IBM </a:t>
            </a:r>
            <a:r>
              <a:rPr lang="en-US" dirty="0">
                <a:solidFill>
                  <a:srgbClr val="FFFFFF"/>
                </a:solidFill>
                <a:cs typeface="IBM Plex Sans"/>
              </a:rPr>
              <a:t>Cloud</a:t>
            </a:r>
            <a:r>
              <a:rPr lang="en-US" dirty="0">
                <a:solidFill>
                  <a:srgbClr val="FFFFFF"/>
                </a:solidFill>
              </a:rPr>
              <a:t>/ DOC ID / Month XX, 2017 / © 2017 IBM Corporation</a:t>
            </a:r>
          </a:p>
        </p:txBody>
      </p:sp>
      <p:pic>
        <p:nvPicPr>
          <p:cNvPr id="9" name="Picture 8">
            <a:hlinkClick r:id="rId2" action="ppaction://hlinksldjump"/>
            <a:extLst>
              <a:ext uri="{FF2B5EF4-FFF2-40B4-BE49-F238E27FC236}">
                <a16:creationId xmlns:a16="http://schemas.microsoft.com/office/drawing/2014/main" id="{1EA35B42-A4E0-8C49-9FC3-D76D6E1D9AE2}"/>
              </a:ext>
            </a:extLst>
          </p:cNvPr>
          <p:cNvPicPr>
            <a:picLocks noChangeAspect="1"/>
          </p:cNvPicPr>
          <p:nvPr userDrawn="1"/>
        </p:nvPicPr>
        <p:blipFill>
          <a:blip r:embed="rId3"/>
          <a:stretch>
            <a:fillRect/>
          </a:stretch>
        </p:blipFill>
        <p:spPr>
          <a:xfrm>
            <a:off x="12034033" y="6700033"/>
            <a:ext cx="94087" cy="9408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1_Boxes, with headers">
    <p:spTree>
      <p:nvGrpSpPr>
        <p:cNvPr id="1" name=""/>
        <p:cNvGrpSpPr/>
        <p:nvPr/>
      </p:nvGrpSpPr>
      <p:grpSpPr>
        <a:xfrm>
          <a:off x="0" y="0"/>
          <a:ext cx="0" cy="0"/>
          <a:chOff x="0" y="0"/>
          <a:chExt cx="0" cy="0"/>
        </a:xfrm>
      </p:grpSpPr>
      <p:sp>
        <p:nvSpPr>
          <p:cNvPr id="9" name="Text Placeholder 2"/>
          <p:cNvSpPr>
            <a:spLocks noGrp="1"/>
          </p:cNvSpPr>
          <p:nvPr>
            <p:ph type="body" sz="quarter" idx="19"/>
          </p:nvPr>
        </p:nvSpPr>
        <p:spPr>
          <a:xfrm>
            <a:off x="0" y="3425952"/>
            <a:ext cx="3048000" cy="3432048"/>
          </a:xfrm>
          <a:solidFill>
            <a:srgbClr val="0064FF"/>
          </a:solidFill>
        </p:spPr>
        <p:txBody>
          <a:bodyPr lIns="182880" tIns="228600" rIns="182880" bIns="228600"/>
          <a:lstStyle>
            <a:lvl1pPr>
              <a:defRPr b="1">
                <a:latin typeface="IBM Plex Sans SemiBold"/>
                <a:cs typeface="IBM Plex Sans SemiBold"/>
              </a:defRPr>
            </a:lvl1pPr>
            <a:lvl2pPr marL="0" indent="0">
              <a:buNone/>
              <a:defRPr sz="1600">
                <a:latin typeface="IBM Plex Sans Light"/>
                <a:cs typeface="IBM Plex Sans Light"/>
              </a:defRPr>
            </a:lvl2pPr>
            <a:lvl3pPr marL="158747" indent="-158747">
              <a:defRPr sz="1600">
                <a:latin typeface="IBM Plex Sans Light"/>
                <a:cs typeface="IBM Plex Sans Light"/>
              </a:defRPr>
            </a:lvl3pPr>
            <a:lvl4pPr>
              <a:defRPr sz="1600">
                <a:latin typeface="IBM Plex Sans Light"/>
                <a:cs typeface="IBM Plex Sans Light"/>
              </a:defRPr>
            </a:lvl4pPr>
            <a:lvl5pPr>
              <a:defRPr sz="1600">
                <a:latin typeface="IBM Plex Sans Light"/>
                <a:cs typeface="IBM Plex Sans Ligh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2"/>
          <p:cNvSpPr>
            <a:spLocks noGrp="1"/>
          </p:cNvSpPr>
          <p:nvPr>
            <p:ph type="body" sz="quarter" idx="20"/>
          </p:nvPr>
        </p:nvSpPr>
        <p:spPr>
          <a:xfrm>
            <a:off x="3048000" y="3432049"/>
            <a:ext cx="3048000" cy="3432048"/>
          </a:xfrm>
          <a:solidFill>
            <a:srgbClr val="001690"/>
          </a:solidFill>
        </p:spPr>
        <p:txBody>
          <a:bodyPr lIns="182880" tIns="228600" rIns="182880" bIns="228600"/>
          <a:lstStyle>
            <a:lvl1pPr>
              <a:defRPr b="1">
                <a:latin typeface="IBM Plex Sans SemiBold"/>
                <a:cs typeface="IBM Plex Sans SemiBold"/>
              </a:defRPr>
            </a:lvl1pPr>
            <a:lvl2pPr marL="0" indent="0">
              <a:buNone/>
              <a:defRPr sz="1600">
                <a:latin typeface="IBM Plex Sans Light"/>
                <a:cs typeface="IBM Plex Sans Light"/>
              </a:defRPr>
            </a:lvl2pPr>
            <a:lvl3pPr marL="158747" indent="-158747">
              <a:defRPr sz="1600">
                <a:latin typeface="IBM Plex Sans Light"/>
                <a:cs typeface="IBM Plex Sans Light"/>
              </a:defRPr>
            </a:lvl3pPr>
            <a:lvl4pPr>
              <a:defRPr sz="1600">
                <a:latin typeface="IBM Plex Sans Light"/>
                <a:cs typeface="IBM Plex Sans Light"/>
              </a:defRPr>
            </a:lvl4pPr>
            <a:lvl5pPr>
              <a:defRPr sz="1600">
                <a:latin typeface="IBM Plex Sans Light"/>
                <a:cs typeface="IBM Plex Sans Ligh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2"/>
          <p:cNvSpPr>
            <a:spLocks noGrp="1"/>
          </p:cNvSpPr>
          <p:nvPr>
            <p:ph type="body" sz="quarter" idx="21"/>
          </p:nvPr>
        </p:nvSpPr>
        <p:spPr>
          <a:xfrm>
            <a:off x="6096000" y="3429000"/>
            <a:ext cx="3048000" cy="3432048"/>
          </a:xfrm>
          <a:solidFill>
            <a:srgbClr val="0064FF"/>
          </a:solidFill>
        </p:spPr>
        <p:txBody>
          <a:bodyPr lIns="182880" tIns="228600" rIns="182880" bIns="228600"/>
          <a:lstStyle>
            <a:lvl1pPr>
              <a:defRPr b="1">
                <a:latin typeface="IBM Plex Sans SemiBold"/>
                <a:cs typeface="IBM Plex Sans SemiBold"/>
              </a:defRPr>
            </a:lvl1pPr>
            <a:lvl2pPr marL="0" indent="0">
              <a:buNone/>
              <a:defRPr sz="1600">
                <a:latin typeface="IBM Plex Sans Light"/>
                <a:cs typeface="IBM Plex Sans Light"/>
              </a:defRPr>
            </a:lvl2pPr>
            <a:lvl3pPr marL="158747" indent="-158747">
              <a:defRPr sz="1600">
                <a:latin typeface="IBM Plex Sans Light"/>
                <a:cs typeface="IBM Plex Sans Light"/>
              </a:defRPr>
            </a:lvl3pPr>
            <a:lvl4pPr>
              <a:defRPr sz="1600">
                <a:latin typeface="IBM Plex Sans Light"/>
                <a:cs typeface="IBM Plex Sans Light"/>
              </a:defRPr>
            </a:lvl4pPr>
            <a:lvl5pPr>
              <a:defRPr sz="1600">
                <a:latin typeface="IBM Plex Sans Light"/>
                <a:cs typeface="IBM Plex Sans Ligh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2"/>
          <p:cNvSpPr>
            <a:spLocks noGrp="1"/>
          </p:cNvSpPr>
          <p:nvPr>
            <p:ph type="body" sz="quarter" idx="22"/>
          </p:nvPr>
        </p:nvSpPr>
        <p:spPr>
          <a:xfrm>
            <a:off x="9144000" y="3429000"/>
            <a:ext cx="3048000" cy="3432048"/>
          </a:xfrm>
          <a:solidFill>
            <a:srgbClr val="001690"/>
          </a:solidFill>
        </p:spPr>
        <p:txBody>
          <a:bodyPr lIns="182880" tIns="228600" rIns="182880" bIns="228600"/>
          <a:lstStyle>
            <a:lvl1pPr>
              <a:defRPr b="1">
                <a:latin typeface="IBM Plex Sans SemiBold"/>
                <a:cs typeface="IBM Plex Sans SemiBold"/>
              </a:defRPr>
            </a:lvl1pPr>
            <a:lvl2pPr marL="0" indent="0">
              <a:buNone/>
              <a:defRPr sz="1600">
                <a:latin typeface="IBM Plex Sans Light"/>
                <a:cs typeface="IBM Plex Sans Light"/>
              </a:defRPr>
            </a:lvl2pPr>
            <a:lvl3pPr marL="158747" indent="-158747">
              <a:defRPr sz="1600">
                <a:latin typeface="IBM Plex Sans Light"/>
                <a:cs typeface="IBM Plex Sans Light"/>
              </a:defRPr>
            </a:lvl3pPr>
            <a:lvl4pPr>
              <a:defRPr sz="1600">
                <a:latin typeface="IBM Plex Sans Light"/>
                <a:cs typeface="IBM Plex Sans Light"/>
              </a:defRPr>
            </a:lvl4pPr>
            <a:lvl5pPr>
              <a:defRPr sz="1600">
                <a:latin typeface="IBM Plex Sans Light"/>
                <a:cs typeface="IBM Plex Sans Ligh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Footer Placeholder 3"/>
          <p:cNvSpPr>
            <a:spLocks noGrp="1"/>
          </p:cNvSpPr>
          <p:nvPr>
            <p:ph type="ftr" sz="quarter" idx="11"/>
          </p:nvPr>
        </p:nvSpPr>
        <p:spPr>
          <a:xfrm>
            <a:off x="304800" y="6526747"/>
            <a:ext cx="8534400" cy="182880"/>
          </a:xfrm>
        </p:spPr>
        <p:txBody>
          <a:bodyPr/>
          <a:lstStyle/>
          <a:p>
            <a:r>
              <a:rPr lang="en-US" dirty="0">
                <a:solidFill>
                  <a:srgbClr val="FFFFFF"/>
                </a:solidFill>
              </a:rPr>
              <a:t>IBM </a:t>
            </a:r>
            <a:r>
              <a:rPr lang="en-US" dirty="0">
                <a:solidFill>
                  <a:srgbClr val="FFFFFF"/>
                </a:solidFill>
                <a:cs typeface="IBM Plex Sans"/>
              </a:rPr>
              <a:t>Cloud</a:t>
            </a:r>
            <a:r>
              <a:rPr lang="en-US" dirty="0">
                <a:solidFill>
                  <a:srgbClr val="FFFFFF"/>
                </a:solidFill>
              </a:rPr>
              <a:t>/ DOC ID / Month XX, 2017 / © 2017 IBM Corporation</a:t>
            </a:r>
          </a:p>
        </p:txBody>
      </p:sp>
      <p:sp>
        <p:nvSpPr>
          <p:cNvPr id="17" name="Title 1"/>
          <p:cNvSpPr>
            <a:spLocks noGrp="1"/>
          </p:cNvSpPr>
          <p:nvPr>
            <p:ph type="title"/>
          </p:nvPr>
        </p:nvSpPr>
        <p:spPr>
          <a:xfrm>
            <a:off x="304800" y="268224"/>
            <a:ext cx="5486400" cy="508000"/>
          </a:xfrm>
        </p:spPr>
        <p:txBody>
          <a:bodyPr/>
          <a:lstStyle/>
          <a:p>
            <a:r>
              <a:rPr lang="en-US"/>
              <a:t>Click to edit Master title style</a:t>
            </a:r>
            <a:endParaRPr lang="en-US" dirty="0"/>
          </a:p>
        </p:txBody>
      </p:sp>
      <p:sp>
        <p:nvSpPr>
          <p:cNvPr id="8" name="Slide Number Placeholder 6"/>
          <p:cNvSpPr>
            <a:spLocks noGrp="1"/>
          </p:cNvSpPr>
          <p:nvPr>
            <p:ph type="sldNum" sz="quarter" idx="4"/>
          </p:nvPr>
        </p:nvSpPr>
        <p:spPr>
          <a:xfrm>
            <a:off x="9144000" y="6526747"/>
            <a:ext cx="2743200" cy="182880"/>
          </a:xfrm>
          <a:prstGeom prst="rect">
            <a:avLst/>
          </a:prstGeom>
        </p:spPr>
        <p:txBody>
          <a:bodyPr vert="horz" lIns="0" tIns="0" rIns="0" bIns="0" rtlCol="0" anchor="ctr">
            <a:noAutofit/>
          </a:bodyPr>
          <a:lstStyle>
            <a:lvl1pPr algn="r">
              <a:lnSpc>
                <a:spcPct val="90000"/>
              </a:lnSpc>
              <a:defRPr sz="800" kern="200" spc="-53" baseline="0">
                <a:solidFill>
                  <a:schemeClr val="bg2"/>
                </a:solidFill>
                <a:latin typeface="IBM Plex Sans"/>
                <a:ea typeface="IBM Plex Sans"/>
                <a:cs typeface="IBM Plex Sans"/>
              </a:defRPr>
            </a:lvl1pPr>
          </a:lstStyle>
          <a:p>
            <a:fld id="{3FD999D4-B456-9943-89B7-30D56181CE18}" type="slidenum">
              <a:rPr lang="en-US" smtClean="0">
                <a:solidFill>
                  <a:srgbClr val="FFFFFF"/>
                </a:solidFill>
              </a:rPr>
              <a:pPr/>
              <a:t>‹#›</a:t>
            </a:fld>
            <a:endParaRPr lang="en-US" dirty="0">
              <a:solidFill>
                <a:srgbClr val="FFFFFF"/>
              </a:solidFill>
            </a:endParaRPr>
          </a:p>
        </p:txBody>
      </p:sp>
      <p:pic>
        <p:nvPicPr>
          <p:cNvPr id="14" name="Picture 13">
            <a:hlinkClick r:id="rId2" action="ppaction://hlinksldjump"/>
            <a:extLst>
              <a:ext uri="{FF2B5EF4-FFF2-40B4-BE49-F238E27FC236}">
                <a16:creationId xmlns:a16="http://schemas.microsoft.com/office/drawing/2014/main" id="{E6970D21-AFCD-0A4E-84D8-67760B45D2AA}"/>
              </a:ext>
            </a:extLst>
          </p:cNvPr>
          <p:cNvPicPr>
            <a:picLocks noChangeAspect="1"/>
          </p:cNvPicPr>
          <p:nvPr userDrawn="1"/>
        </p:nvPicPr>
        <p:blipFill>
          <a:blip r:embed="rId3"/>
          <a:stretch>
            <a:fillRect/>
          </a:stretch>
        </p:blipFill>
        <p:spPr>
          <a:xfrm>
            <a:off x="12034033" y="6700033"/>
            <a:ext cx="94087" cy="9408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4 boxes on the right">
    <p:spTree>
      <p:nvGrpSpPr>
        <p:cNvPr id="1" name=""/>
        <p:cNvGrpSpPr/>
        <p:nvPr/>
      </p:nvGrpSpPr>
      <p:grpSpPr>
        <a:xfrm>
          <a:off x="0" y="0"/>
          <a:ext cx="0" cy="0"/>
          <a:chOff x="0" y="0"/>
          <a:chExt cx="0" cy="0"/>
        </a:xfrm>
      </p:grpSpPr>
      <p:sp>
        <p:nvSpPr>
          <p:cNvPr id="16" name="Footer Placeholder 3"/>
          <p:cNvSpPr>
            <a:spLocks noGrp="1"/>
          </p:cNvSpPr>
          <p:nvPr>
            <p:ph type="ftr" sz="quarter" idx="11"/>
          </p:nvPr>
        </p:nvSpPr>
        <p:spPr>
          <a:xfrm>
            <a:off x="304800" y="6526747"/>
            <a:ext cx="8534400" cy="182880"/>
          </a:xfrm>
        </p:spPr>
        <p:txBody>
          <a:bodyPr/>
          <a:lstStyle/>
          <a:p>
            <a:r>
              <a:rPr lang="en-US" dirty="0">
                <a:solidFill>
                  <a:srgbClr val="FFFFFF"/>
                </a:solidFill>
              </a:rPr>
              <a:t>IBM </a:t>
            </a:r>
            <a:r>
              <a:rPr lang="en-US" dirty="0">
                <a:solidFill>
                  <a:srgbClr val="FFFFFF"/>
                </a:solidFill>
                <a:cs typeface="IBM Plex Sans"/>
              </a:rPr>
              <a:t>Cloud</a:t>
            </a:r>
            <a:r>
              <a:rPr lang="en-US" dirty="0">
                <a:solidFill>
                  <a:srgbClr val="FFFFFF"/>
                </a:solidFill>
              </a:rPr>
              <a:t>/ DOC ID / Month XX, 2017 / © 2017 IBM Corporation</a:t>
            </a:r>
          </a:p>
        </p:txBody>
      </p:sp>
      <p:sp>
        <p:nvSpPr>
          <p:cNvPr id="17" name="Title 1"/>
          <p:cNvSpPr>
            <a:spLocks noGrp="1"/>
          </p:cNvSpPr>
          <p:nvPr>
            <p:ph type="title"/>
          </p:nvPr>
        </p:nvSpPr>
        <p:spPr>
          <a:xfrm>
            <a:off x="304800" y="304800"/>
            <a:ext cx="5486400" cy="508000"/>
          </a:xfrm>
        </p:spPr>
        <p:txBody>
          <a:bodyPr/>
          <a:lstStyle/>
          <a:p>
            <a:r>
              <a:rPr lang="en-US"/>
              <a:t>Click to edit Master title style</a:t>
            </a:r>
            <a:endParaRPr lang="en-US" dirty="0"/>
          </a:p>
        </p:txBody>
      </p:sp>
      <p:sp>
        <p:nvSpPr>
          <p:cNvPr id="3" name="Text Placeholder 2"/>
          <p:cNvSpPr>
            <a:spLocks noGrp="1"/>
          </p:cNvSpPr>
          <p:nvPr>
            <p:ph type="body" sz="quarter" idx="19"/>
          </p:nvPr>
        </p:nvSpPr>
        <p:spPr>
          <a:xfrm>
            <a:off x="6096000" y="1"/>
            <a:ext cx="3048000" cy="3432048"/>
          </a:xfrm>
          <a:solidFill>
            <a:srgbClr val="001690"/>
          </a:solidFill>
        </p:spPr>
        <p:txBody>
          <a:bodyPr lIns="182880" tIns="228600" rIns="182880" bIns="228600"/>
          <a:lstStyle>
            <a:lvl1pPr>
              <a:defRPr b="1">
                <a:latin typeface="IBM Plex Sans SemiBold"/>
                <a:cs typeface="IBM Plex Sans SemiBold"/>
              </a:defRPr>
            </a:lvl1pPr>
            <a:lvl2pPr marL="0" indent="0">
              <a:buNone/>
              <a:defRPr sz="1600">
                <a:latin typeface="IBM Plex Sans Light"/>
                <a:cs typeface="IBM Plex Sans Light"/>
              </a:defRPr>
            </a:lvl2pPr>
            <a:lvl3pPr marL="158747" indent="-158747">
              <a:defRPr sz="1600">
                <a:latin typeface="IBM Plex Sans Light"/>
                <a:cs typeface="IBM Plex Sans Light"/>
              </a:defRPr>
            </a:lvl3pPr>
            <a:lvl4pPr>
              <a:defRPr sz="1600">
                <a:latin typeface="IBM Plex Sans Light"/>
                <a:cs typeface="IBM Plex Sans Light"/>
              </a:defRPr>
            </a:lvl4pPr>
            <a:lvl5pPr>
              <a:defRPr sz="1600">
                <a:latin typeface="IBM Plex Sans Light"/>
                <a:cs typeface="IBM Plex Sans Ligh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2"/>
          <p:cNvSpPr>
            <a:spLocks noGrp="1"/>
          </p:cNvSpPr>
          <p:nvPr>
            <p:ph type="body" sz="quarter" idx="20"/>
          </p:nvPr>
        </p:nvSpPr>
        <p:spPr>
          <a:xfrm>
            <a:off x="9144000" y="1"/>
            <a:ext cx="3048000" cy="3432048"/>
          </a:xfrm>
          <a:solidFill>
            <a:srgbClr val="0064FF"/>
          </a:solidFill>
        </p:spPr>
        <p:txBody>
          <a:bodyPr lIns="182880" tIns="228600" rIns="182880" bIns="228600"/>
          <a:lstStyle>
            <a:lvl1pPr>
              <a:defRPr b="1">
                <a:latin typeface="IBM Plex Sans SemiBold"/>
                <a:cs typeface="IBM Plex Sans SemiBold"/>
              </a:defRPr>
            </a:lvl1pPr>
            <a:lvl2pPr marL="0" indent="0">
              <a:buNone/>
              <a:defRPr sz="1600">
                <a:latin typeface="IBM Plex Sans Light"/>
                <a:cs typeface="IBM Plex Sans Light"/>
              </a:defRPr>
            </a:lvl2pPr>
            <a:lvl3pPr marL="158747" indent="-158747">
              <a:defRPr sz="1600">
                <a:latin typeface="IBM Plex Sans Light"/>
                <a:cs typeface="IBM Plex Sans Light"/>
              </a:defRPr>
            </a:lvl3pPr>
            <a:lvl4pPr>
              <a:defRPr sz="1600">
                <a:latin typeface="IBM Plex Sans Light"/>
                <a:cs typeface="IBM Plex Sans Light"/>
              </a:defRPr>
            </a:lvl4pPr>
            <a:lvl5pPr>
              <a:defRPr sz="1600">
                <a:latin typeface="IBM Plex Sans Light"/>
                <a:cs typeface="IBM Plex Sans Ligh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2"/>
          <p:cNvSpPr>
            <a:spLocks noGrp="1"/>
          </p:cNvSpPr>
          <p:nvPr>
            <p:ph type="body" sz="quarter" idx="21"/>
          </p:nvPr>
        </p:nvSpPr>
        <p:spPr>
          <a:xfrm>
            <a:off x="6096000" y="3429000"/>
            <a:ext cx="3048000" cy="3432048"/>
          </a:xfrm>
          <a:solidFill>
            <a:srgbClr val="0064FF"/>
          </a:solidFill>
        </p:spPr>
        <p:txBody>
          <a:bodyPr lIns="182880" tIns="228600" rIns="182880" bIns="228600"/>
          <a:lstStyle>
            <a:lvl1pPr>
              <a:defRPr b="1">
                <a:latin typeface="IBM Plex Sans SemiBold"/>
                <a:cs typeface="IBM Plex Sans SemiBold"/>
              </a:defRPr>
            </a:lvl1pPr>
            <a:lvl2pPr marL="0" indent="0">
              <a:buNone/>
              <a:defRPr sz="1600">
                <a:latin typeface="IBM Plex Sans Light"/>
                <a:cs typeface="IBM Plex Sans Light"/>
              </a:defRPr>
            </a:lvl2pPr>
            <a:lvl3pPr marL="158747" indent="-158747">
              <a:defRPr sz="1600">
                <a:latin typeface="IBM Plex Sans Light"/>
                <a:cs typeface="IBM Plex Sans Light"/>
              </a:defRPr>
            </a:lvl3pPr>
            <a:lvl4pPr>
              <a:defRPr sz="1600">
                <a:latin typeface="IBM Plex Sans Light"/>
                <a:cs typeface="IBM Plex Sans Light"/>
              </a:defRPr>
            </a:lvl4pPr>
            <a:lvl5pPr>
              <a:defRPr sz="1600">
                <a:latin typeface="IBM Plex Sans Light"/>
                <a:cs typeface="IBM Plex Sans Ligh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2"/>
          <p:cNvSpPr>
            <a:spLocks noGrp="1"/>
          </p:cNvSpPr>
          <p:nvPr>
            <p:ph type="body" sz="quarter" idx="22"/>
          </p:nvPr>
        </p:nvSpPr>
        <p:spPr>
          <a:xfrm>
            <a:off x="9144000" y="3429000"/>
            <a:ext cx="3048000" cy="3432048"/>
          </a:xfrm>
          <a:solidFill>
            <a:srgbClr val="001690"/>
          </a:solidFill>
        </p:spPr>
        <p:txBody>
          <a:bodyPr lIns="182880" tIns="228600" rIns="182880" bIns="228600"/>
          <a:lstStyle>
            <a:lvl1pPr>
              <a:defRPr b="1">
                <a:latin typeface="IBM Plex Sans SemiBold"/>
                <a:cs typeface="IBM Plex Sans SemiBold"/>
              </a:defRPr>
            </a:lvl1pPr>
            <a:lvl2pPr marL="0" indent="0">
              <a:buNone/>
              <a:defRPr sz="1600">
                <a:latin typeface="IBM Plex Sans Light"/>
                <a:cs typeface="IBM Plex Sans Light"/>
              </a:defRPr>
            </a:lvl2pPr>
            <a:lvl3pPr marL="158747" indent="-158747">
              <a:defRPr sz="1600">
                <a:latin typeface="IBM Plex Sans Light"/>
                <a:cs typeface="IBM Plex Sans Light"/>
              </a:defRPr>
            </a:lvl3pPr>
            <a:lvl4pPr>
              <a:defRPr sz="1600">
                <a:latin typeface="IBM Plex Sans Light"/>
                <a:cs typeface="IBM Plex Sans Light"/>
              </a:defRPr>
            </a:lvl4pPr>
            <a:lvl5pPr>
              <a:defRPr sz="1600">
                <a:latin typeface="IBM Plex Sans Light"/>
                <a:cs typeface="IBM Plex Sans Ligh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quarter" idx="23"/>
          </p:nvPr>
        </p:nvSpPr>
        <p:spPr>
          <a:xfrm>
            <a:off x="304800" y="1004007"/>
            <a:ext cx="5486400" cy="1435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3" name="Picture 12">
            <a:hlinkClick r:id="rId2" action="ppaction://hlinksldjump"/>
            <a:extLst>
              <a:ext uri="{FF2B5EF4-FFF2-40B4-BE49-F238E27FC236}">
                <a16:creationId xmlns:a16="http://schemas.microsoft.com/office/drawing/2014/main" id="{A22C3559-CDFA-844D-AD92-8BABF48DDB36}"/>
              </a:ext>
            </a:extLst>
          </p:cNvPr>
          <p:cNvPicPr>
            <a:picLocks noChangeAspect="1"/>
          </p:cNvPicPr>
          <p:nvPr userDrawn="1"/>
        </p:nvPicPr>
        <p:blipFill>
          <a:blip r:embed="rId3"/>
          <a:stretch>
            <a:fillRect/>
          </a:stretch>
        </p:blipFill>
        <p:spPr>
          <a:xfrm>
            <a:off x="12034033" y="6700033"/>
            <a:ext cx="94087" cy="9408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1_4 boxes on the right">
    <p:spTree>
      <p:nvGrpSpPr>
        <p:cNvPr id="1" name=""/>
        <p:cNvGrpSpPr/>
        <p:nvPr/>
      </p:nvGrpSpPr>
      <p:grpSpPr>
        <a:xfrm>
          <a:off x="0" y="0"/>
          <a:ext cx="0" cy="0"/>
          <a:chOff x="0" y="0"/>
          <a:chExt cx="0" cy="0"/>
        </a:xfrm>
      </p:grpSpPr>
      <p:sp>
        <p:nvSpPr>
          <p:cNvPr id="16" name="Footer Placeholder 3"/>
          <p:cNvSpPr>
            <a:spLocks noGrp="1"/>
          </p:cNvSpPr>
          <p:nvPr>
            <p:ph type="ftr" sz="quarter" idx="11"/>
          </p:nvPr>
        </p:nvSpPr>
        <p:spPr>
          <a:xfrm>
            <a:off x="304800" y="6526747"/>
            <a:ext cx="8534400" cy="182880"/>
          </a:xfrm>
        </p:spPr>
        <p:txBody>
          <a:bodyPr/>
          <a:lstStyle/>
          <a:p>
            <a:r>
              <a:rPr lang="en-US" dirty="0">
                <a:solidFill>
                  <a:srgbClr val="FFFFFF"/>
                </a:solidFill>
              </a:rPr>
              <a:t>IBM </a:t>
            </a:r>
            <a:r>
              <a:rPr lang="en-US" dirty="0">
                <a:solidFill>
                  <a:srgbClr val="FFFFFF"/>
                </a:solidFill>
                <a:cs typeface="IBM Plex Sans"/>
              </a:rPr>
              <a:t>Cloud</a:t>
            </a:r>
            <a:r>
              <a:rPr lang="en-US" dirty="0">
                <a:solidFill>
                  <a:srgbClr val="FFFFFF"/>
                </a:solidFill>
              </a:rPr>
              <a:t>/ DOC ID / Month XX, 2017 / © 2017 IBM Corporation</a:t>
            </a:r>
          </a:p>
        </p:txBody>
      </p:sp>
      <p:sp>
        <p:nvSpPr>
          <p:cNvPr id="17" name="Title 1"/>
          <p:cNvSpPr>
            <a:spLocks noGrp="1"/>
          </p:cNvSpPr>
          <p:nvPr>
            <p:ph type="title"/>
          </p:nvPr>
        </p:nvSpPr>
        <p:spPr>
          <a:xfrm>
            <a:off x="304800" y="304800"/>
            <a:ext cx="5486400" cy="508000"/>
          </a:xfrm>
        </p:spPr>
        <p:txBody>
          <a:bodyPr/>
          <a:lstStyle/>
          <a:p>
            <a:r>
              <a:rPr lang="en-US"/>
              <a:t>Click to edit Master title style</a:t>
            </a:r>
            <a:endParaRPr lang="en-US" dirty="0"/>
          </a:p>
        </p:txBody>
      </p:sp>
      <p:sp>
        <p:nvSpPr>
          <p:cNvPr id="3" name="Text Placeholder 2"/>
          <p:cNvSpPr>
            <a:spLocks noGrp="1"/>
          </p:cNvSpPr>
          <p:nvPr>
            <p:ph type="body" sz="quarter" idx="19"/>
          </p:nvPr>
        </p:nvSpPr>
        <p:spPr>
          <a:xfrm>
            <a:off x="6096000" y="2"/>
            <a:ext cx="3048000" cy="2277877"/>
          </a:xfrm>
          <a:solidFill>
            <a:srgbClr val="001690"/>
          </a:solidFill>
        </p:spPr>
        <p:txBody>
          <a:bodyPr lIns="182880" tIns="228600" rIns="182880" bIns="228600"/>
          <a:lstStyle>
            <a:lvl1pPr>
              <a:defRPr b="1">
                <a:latin typeface="IBM Plex Sans SemiBold"/>
                <a:cs typeface="IBM Plex Sans SemiBold"/>
              </a:defRPr>
            </a:lvl1pPr>
            <a:lvl2pPr marL="0" indent="0">
              <a:buNone/>
              <a:defRPr sz="1600">
                <a:latin typeface="IBM Plex Sans Light"/>
                <a:cs typeface="IBM Plex Sans Light"/>
              </a:defRPr>
            </a:lvl2pPr>
            <a:lvl3pPr marL="158747" indent="-158747">
              <a:defRPr sz="1600">
                <a:latin typeface="IBM Plex Sans Light"/>
                <a:cs typeface="IBM Plex Sans Light"/>
              </a:defRPr>
            </a:lvl3pPr>
            <a:lvl4pPr>
              <a:defRPr sz="1600">
                <a:latin typeface="IBM Plex Sans Light"/>
                <a:cs typeface="IBM Plex Sans Light"/>
              </a:defRPr>
            </a:lvl4pPr>
            <a:lvl5pPr>
              <a:defRPr sz="1600">
                <a:latin typeface="IBM Plex Sans Light"/>
                <a:cs typeface="IBM Plex Sans Light"/>
              </a:defRPr>
            </a:lvl5pPr>
          </a:lstStyle>
          <a:p>
            <a:pPr lvl="0"/>
            <a:r>
              <a:rPr lang="en-US" dirty="0"/>
              <a:t>Click to edit Master text styles</a:t>
            </a:r>
          </a:p>
          <a:p>
            <a:pPr lvl="1"/>
            <a:r>
              <a:rPr lang="en-US" dirty="0"/>
              <a:t>Second level</a:t>
            </a:r>
          </a:p>
          <a:p>
            <a:pPr lvl="2"/>
            <a:r>
              <a:rPr lang="en-US" dirty="0"/>
              <a:t>Third level</a:t>
            </a:r>
          </a:p>
        </p:txBody>
      </p:sp>
      <p:sp>
        <p:nvSpPr>
          <p:cNvPr id="9" name="Text Placeholder 2"/>
          <p:cNvSpPr>
            <a:spLocks noGrp="1"/>
          </p:cNvSpPr>
          <p:nvPr>
            <p:ph type="body" sz="quarter" idx="20"/>
          </p:nvPr>
        </p:nvSpPr>
        <p:spPr>
          <a:xfrm>
            <a:off x="9144000" y="2"/>
            <a:ext cx="3048000" cy="2277877"/>
          </a:xfrm>
          <a:solidFill>
            <a:srgbClr val="0064FF"/>
          </a:solidFill>
        </p:spPr>
        <p:txBody>
          <a:bodyPr lIns="182880" tIns="228600" rIns="182880" bIns="228600"/>
          <a:lstStyle>
            <a:lvl1pPr>
              <a:defRPr b="1">
                <a:latin typeface="IBM Plex Sans SemiBold"/>
                <a:cs typeface="IBM Plex Sans SemiBold"/>
              </a:defRPr>
            </a:lvl1pPr>
            <a:lvl2pPr marL="0" indent="0">
              <a:buNone/>
              <a:defRPr sz="1600">
                <a:latin typeface="IBM Plex Sans Light"/>
                <a:cs typeface="IBM Plex Sans Light"/>
              </a:defRPr>
            </a:lvl2pPr>
            <a:lvl3pPr marL="158747" indent="-158747">
              <a:defRPr sz="1600">
                <a:latin typeface="IBM Plex Sans Light"/>
                <a:cs typeface="IBM Plex Sans Light"/>
              </a:defRPr>
            </a:lvl3pPr>
            <a:lvl4pPr>
              <a:defRPr sz="1600">
                <a:latin typeface="IBM Plex Sans Light"/>
                <a:cs typeface="IBM Plex Sans Light"/>
              </a:defRPr>
            </a:lvl4pPr>
            <a:lvl5pPr>
              <a:defRPr sz="1600">
                <a:latin typeface="IBM Plex Sans Light"/>
                <a:cs typeface="IBM Plex Sans Light"/>
              </a:defRPr>
            </a:lvl5pPr>
          </a:lstStyle>
          <a:p>
            <a:pPr lvl="0"/>
            <a:r>
              <a:rPr lang="en-US" dirty="0"/>
              <a:t>Click to edit Master text styles</a:t>
            </a:r>
          </a:p>
          <a:p>
            <a:pPr lvl="1"/>
            <a:r>
              <a:rPr lang="en-US" dirty="0"/>
              <a:t>Second level</a:t>
            </a:r>
          </a:p>
          <a:p>
            <a:pPr lvl="2"/>
            <a:r>
              <a:rPr lang="en-US" dirty="0"/>
              <a:t>Third level</a:t>
            </a:r>
          </a:p>
        </p:txBody>
      </p:sp>
      <p:sp>
        <p:nvSpPr>
          <p:cNvPr id="4" name="Text Placeholder 3"/>
          <p:cNvSpPr>
            <a:spLocks noGrp="1"/>
          </p:cNvSpPr>
          <p:nvPr>
            <p:ph type="body" sz="quarter" idx="23"/>
          </p:nvPr>
        </p:nvSpPr>
        <p:spPr>
          <a:xfrm>
            <a:off x="304800" y="1004007"/>
            <a:ext cx="5486400" cy="1435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2"/>
          <p:cNvSpPr>
            <a:spLocks noGrp="1"/>
          </p:cNvSpPr>
          <p:nvPr>
            <p:ph type="body" sz="quarter" idx="24"/>
          </p:nvPr>
        </p:nvSpPr>
        <p:spPr>
          <a:xfrm>
            <a:off x="6096000" y="2277879"/>
            <a:ext cx="3048000" cy="2277877"/>
          </a:xfrm>
          <a:solidFill>
            <a:srgbClr val="0064FF"/>
          </a:solidFill>
        </p:spPr>
        <p:txBody>
          <a:bodyPr lIns="182880" tIns="228600" rIns="182880" bIns="228600"/>
          <a:lstStyle>
            <a:lvl1pPr>
              <a:defRPr b="1">
                <a:latin typeface="IBM Plex Sans SemiBold"/>
                <a:cs typeface="IBM Plex Sans SemiBold"/>
              </a:defRPr>
            </a:lvl1pPr>
            <a:lvl2pPr marL="0" indent="0">
              <a:buNone/>
              <a:defRPr sz="1600">
                <a:latin typeface="IBM Plex Sans Light"/>
                <a:cs typeface="IBM Plex Sans Light"/>
              </a:defRPr>
            </a:lvl2pPr>
            <a:lvl3pPr marL="158747" indent="-158747">
              <a:defRPr sz="1600">
                <a:latin typeface="IBM Plex Sans Light"/>
                <a:cs typeface="IBM Plex Sans Light"/>
              </a:defRPr>
            </a:lvl3pPr>
            <a:lvl4pPr>
              <a:defRPr sz="1600">
                <a:latin typeface="IBM Plex Sans Light"/>
                <a:cs typeface="IBM Plex Sans Light"/>
              </a:defRPr>
            </a:lvl4pPr>
            <a:lvl5pPr>
              <a:defRPr sz="1600">
                <a:latin typeface="IBM Plex Sans Light"/>
                <a:cs typeface="IBM Plex Sans Light"/>
              </a:defRPr>
            </a:lvl5pPr>
          </a:lstStyle>
          <a:p>
            <a:pPr lvl="0"/>
            <a:r>
              <a:rPr lang="en-US" dirty="0"/>
              <a:t>Click to edit Master text styles</a:t>
            </a:r>
          </a:p>
          <a:p>
            <a:pPr lvl="1"/>
            <a:r>
              <a:rPr lang="en-US" dirty="0"/>
              <a:t>Second level</a:t>
            </a:r>
          </a:p>
          <a:p>
            <a:pPr lvl="2"/>
            <a:r>
              <a:rPr lang="en-US" dirty="0"/>
              <a:t>Third level</a:t>
            </a:r>
          </a:p>
        </p:txBody>
      </p:sp>
      <p:sp>
        <p:nvSpPr>
          <p:cNvPr id="13" name="Text Placeholder 2"/>
          <p:cNvSpPr>
            <a:spLocks noGrp="1"/>
          </p:cNvSpPr>
          <p:nvPr>
            <p:ph type="body" sz="quarter" idx="25"/>
          </p:nvPr>
        </p:nvSpPr>
        <p:spPr>
          <a:xfrm>
            <a:off x="9144000" y="2277879"/>
            <a:ext cx="3048000" cy="2277877"/>
          </a:xfrm>
          <a:solidFill>
            <a:srgbClr val="001690"/>
          </a:solidFill>
        </p:spPr>
        <p:txBody>
          <a:bodyPr lIns="182880" tIns="228600" rIns="182880" bIns="228600"/>
          <a:lstStyle>
            <a:lvl1pPr>
              <a:defRPr b="1">
                <a:latin typeface="IBM Plex Sans SemiBold"/>
                <a:cs typeface="IBM Plex Sans SemiBold"/>
              </a:defRPr>
            </a:lvl1pPr>
            <a:lvl2pPr marL="0" indent="0">
              <a:buNone/>
              <a:defRPr sz="1600">
                <a:latin typeface="IBM Plex Sans Light"/>
                <a:cs typeface="IBM Plex Sans Light"/>
              </a:defRPr>
            </a:lvl2pPr>
            <a:lvl3pPr marL="158747" indent="-158747">
              <a:defRPr sz="1600">
                <a:latin typeface="IBM Plex Sans Light"/>
                <a:cs typeface="IBM Plex Sans Light"/>
              </a:defRPr>
            </a:lvl3pPr>
            <a:lvl4pPr>
              <a:defRPr sz="1600">
                <a:latin typeface="IBM Plex Sans Light"/>
                <a:cs typeface="IBM Plex Sans Light"/>
              </a:defRPr>
            </a:lvl4pPr>
            <a:lvl5pPr>
              <a:defRPr sz="1600">
                <a:latin typeface="IBM Plex Sans Light"/>
                <a:cs typeface="IBM Plex Sans Light"/>
              </a:defRPr>
            </a:lvl5pPr>
          </a:lstStyle>
          <a:p>
            <a:pPr lvl="0"/>
            <a:r>
              <a:rPr lang="en-US" dirty="0"/>
              <a:t>Click to edit Master text styles</a:t>
            </a:r>
          </a:p>
          <a:p>
            <a:pPr lvl="1"/>
            <a:r>
              <a:rPr lang="en-US" dirty="0"/>
              <a:t>Second level</a:t>
            </a:r>
          </a:p>
          <a:p>
            <a:pPr lvl="2"/>
            <a:r>
              <a:rPr lang="en-US" dirty="0"/>
              <a:t>Third level</a:t>
            </a:r>
          </a:p>
        </p:txBody>
      </p:sp>
      <p:sp>
        <p:nvSpPr>
          <p:cNvPr id="15" name="Text Placeholder 2"/>
          <p:cNvSpPr>
            <a:spLocks noGrp="1"/>
          </p:cNvSpPr>
          <p:nvPr>
            <p:ph type="body" sz="quarter" idx="26"/>
          </p:nvPr>
        </p:nvSpPr>
        <p:spPr>
          <a:xfrm>
            <a:off x="6096000" y="4582995"/>
            <a:ext cx="6096000" cy="2277877"/>
          </a:xfrm>
          <a:solidFill>
            <a:srgbClr val="494949"/>
          </a:solidFill>
        </p:spPr>
        <p:txBody>
          <a:bodyPr lIns="182880" tIns="228600" rIns="182880" bIns="228600"/>
          <a:lstStyle>
            <a:lvl1pPr>
              <a:defRPr b="1">
                <a:latin typeface="IBM Plex Sans SemiBold"/>
                <a:cs typeface="IBM Plex Sans SemiBold"/>
              </a:defRPr>
            </a:lvl1pPr>
            <a:lvl2pPr marL="0" indent="0">
              <a:buNone/>
              <a:defRPr sz="1600">
                <a:latin typeface="IBM Plex Sans Light"/>
                <a:cs typeface="IBM Plex Sans Light"/>
              </a:defRPr>
            </a:lvl2pPr>
            <a:lvl3pPr marL="158747" indent="-158747">
              <a:defRPr sz="1600">
                <a:latin typeface="IBM Plex Sans Light"/>
                <a:cs typeface="IBM Plex Sans Light"/>
              </a:defRPr>
            </a:lvl3pPr>
            <a:lvl4pPr>
              <a:defRPr sz="1600">
                <a:latin typeface="IBM Plex Sans Light"/>
                <a:cs typeface="IBM Plex Sans Light"/>
              </a:defRPr>
            </a:lvl4pPr>
            <a:lvl5pPr>
              <a:defRPr sz="1600">
                <a:latin typeface="IBM Plex Sans Light"/>
                <a:cs typeface="IBM Plex Sans Light"/>
              </a:defRPr>
            </a:lvl5pPr>
          </a:lstStyle>
          <a:p>
            <a:pPr lvl="0"/>
            <a:r>
              <a:rPr lang="en-US" dirty="0"/>
              <a:t>Click to edit Master text styles</a:t>
            </a:r>
          </a:p>
          <a:p>
            <a:pPr lvl="1"/>
            <a:r>
              <a:rPr lang="en-US" dirty="0"/>
              <a:t>Second level</a:t>
            </a:r>
          </a:p>
          <a:p>
            <a:pPr lvl="2"/>
            <a:r>
              <a:rPr lang="en-US" dirty="0"/>
              <a:t>Third level</a:t>
            </a:r>
          </a:p>
        </p:txBody>
      </p:sp>
      <p:pic>
        <p:nvPicPr>
          <p:cNvPr id="12" name="Picture 11">
            <a:hlinkClick r:id="rId2" action="ppaction://hlinksldjump"/>
            <a:extLst>
              <a:ext uri="{FF2B5EF4-FFF2-40B4-BE49-F238E27FC236}">
                <a16:creationId xmlns:a16="http://schemas.microsoft.com/office/drawing/2014/main" id="{019F1B60-07B0-9145-A610-CB145470DEF0}"/>
              </a:ext>
            </a:extLst>
          </p:cNvPr>
          <p:cNvPicPr>
            <a:picLocks noChangeAspect="1"/>
          </p:cNvPicPr>
          <p:nvPr userDrawn="1"/>
        </p:nvPicPr>
        <p:blipFill>
          <a:blip r:embed="rId3"/>
          <a:stretch>
            <a:fillRect/>
          </a:stretch>
        </p:blipFill>
        <p:spPr>
          <a:xfrm>
            <a:off x="12034033" y="6700033"/>
            <a:ext cx="94087" cy="9408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p:cSld name="boxes (4 tall)">
    <p:spTree>
      <p:nvGrpSpPr>
        <p:cNvPr id="1" name=""/>
        <p:cNvGrpSpPr/>
        <p:nvPr/>
      </p:nvGrpSpPr>
      <p:grpSpPr>
        <a:xfrm>
          <a:off x="0" y="0"/>
          <a:ext cx="0" cy="0"/>
          <a:chOff x="0" y="0"/>
          <a:chExt cx="0" cy="0"/>
        </a:xfrm>
      </p:grpSpPr>
      <p:sp>
        <p:nvSpPr>
          <p:cNvPr id="7" name="Content Placeholder 6"/>
          <p:cNvSpPr>
            <a:spLocks noGrp="1"/>
          </p:cNvSpPr>
          <p:nvPr>
            <p:ph sz="quarter" idx="19"/>
          </p:nvPr>
        </p:nvSpPr>
        <p:spPr>
          <a:xfrm>
            <a:off x="0" y="-1"/>
            <a:ext cx="3048000" cy="6858000"/>
          </a:xfrm>
          <a:solidFill>
            <a:srgbClr val="0064FF"/>
          </a:solidFill>
        </p:spPr>
        <p:txBody>
          <a:bodyPr lIns="228600" tIns="192024" rIns="228600" bIns="228600"/>
          <a:lstStyle>
            <a:lvl1pPr>
              <a:defRPr sz="1867">
                <a:solidFill>
                  <a:schemeClr val="bg2"/>
                </a:solidFill>
                <a:latin typeface="IBM Plex Sans SemiBold"/>
                <a:cs typeface="IBM Plex Sans SemiBold"/>
              </a:defRPr>
            </a:lvl1pPr>
            <a:lvl2pPr>
              <a:defRPr sz="1467">
                <a:solidFill>
                  <a:schemeClr val="bg2"/>
                </a:solidFill>
              </a:defRPr>
            </a:lvl2pPr>
            <a:lvl3pPr>
              <a:defRPr sz="1467">
                <a:solidFill>
                  <a:schemeClr val="bg2"/>
                </a:solidFill>
              </a:defRPr>
            </a:lvl3pPr>
            <a:lvl4pPr>
              <a:defRPr sz="1467">
                <a:solidFill>
                  <a:schemeClr val="bg2"/>
                </a:solidFill>
              </a:defRPr>
            </a:lvl4pPr>
            <a:lvl5pPr>
              <a:defRPr sz="1467">
                <a:solidFill>
                  <a:schemeClr val="bg2"/>
                </a:solidFill>
              </a:defRPr>
            </a:lvl5pPr>
          </a:lstStyle>
          <a:p>
            <a:pPr lvl="0"/>
            <a:r>
              <a:rPr lang="en-US" dirty="0"/>
              <a:t>Click to edit Master text styles</a:t>
            </a:r>
            <a:br>
              <a:rPr lang="en-US" dirty="0"/>
            </a:b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p:cNvSpPr>
            <a:spLocks noGrp="1"/>
          </p:cNvSpPr>
          <p:nvPr>
            <p:ph sz="quarter" idx="20"/>
          </p:nvPr>
        </p:nvSpPr>
        <p:spPr>
          <a:xfrm>
            <a:off x="3048000" y="0"/>
            <a:ext cx="3048000" cy="6858000"/>
          </a:xfrm>
          <a:solidFill>
            <a:srgbClr val="001690"/>
          </a:solidFill>
        </p:spPr>
        <p:txBody>
          <a:bodyPr lIns="228600" tIns="192024" rIns="228600" bIns="228600"/>
          <a:lstStyle>
            <a:lvl1pPr>
              <a:defRPr sz="1867">
                <a:solidFill>
                  <a:schemeClr val="bg2"/>
                </a:solidFill>
                <a:latin typeface="IBM Plex Sans SemiBold"/>
                <a:cs typeface="IBM Plex Sans SemiBold"/>
              </a:defRPr>
            </a:lvl1pPr>
            <a:lvl2pPr>
              <a:defRPr sz="1467">
                <a:solidFill>
                  <a:schemeClr val="bg2"/>
                </a:solidFill>
              </a:defRPr>
            </a:lvl2pPr>
            <a:lvl3pPr>
              <a:defRPr sz="1467">
                <a:solidFill>
                  <a:schemeClr val="bg2"/>
                </a:solidFill>
              </a:defRPr>
            </a:lvl3pPr>
            <a:lvl4pPr>
              <a:defRPr sz="1467">
                <a:solidFill>
                  <a:schemeClr val="bg2"/>
                </a:solidFill>
              </a:defRPr>
            </a:lvl4pPr>
            <a:lvl5pPr>
              <a:defRPr sz="1467">
                <a:solidFill>
                  <a:schemeClr val="bg2"/>
                </a:solidFill>
              </a:defRPr>
            </a:lvl5pPr>
          </a:lstStyle>
          <a:p>
            <a:pPr lvl="0"/>
            <a:r>
              <a:rPr lang="en-US" dirty="0"/>
              <a:t>Click to edit Master text styles</a:t>
            </a:r>
          </a:p>
        </p:txBody>
      </p:sp>
      <p:sp>
        <p:nvSpPr>
          <p:cNvPr id="15" name="Content Placeholder 14"/>
          <p:cNvSpPr>
            <a:spLocks noGrp="1"/>
          </p:cNvSpPr>
          <p:nvPr>
            <p:ph sz="quarter" idx="21"/>
          </p:nvPr>
        </p:nvSpPr>
        <p:spPr>
          <a:xfrm>
            <a:off x="6096000" y="0"/>
            <a:ext cx="3048000" cy="6858000"/>
          </a:xfrm>
          <a:solidFill>
            <a:srgbClr val="0064FF"/>
          </a:solidFill>
        </p:spPr>
        <p:txBody>
          <a:bodyPr lIns="228600" tIns="192024" rIns="228600" bIns="228600"/>
          <a:lstStyle>
            <a:lvl1pPr>
              <a:defRPr sz="1867">
                <a:solidFill>
                  <a:schemeClr val="bg2"/>
                </a:solidFill>
                <a:latin typeface="IBM Plex Sans SemiBold"/>
                <a:cs typeface="IBM Plex Sans SemiBold"/>
              </a:defRPr>
            </a:lvl1pPr>
            <a:lvl2pPr>
              <a:defRPr sz="1467">
                <a:solidFill>
                  <a:schemeClr val="bg2"/>
                </a:solidFill>
              </a:defRPr>
            </a:lvl2pPr>
            <a:lvl3pPr>
              <a:defRPr sz="1467">
                <a:solidFill>
                  <a:schemeClr val="bg2"/>
                </a:solidFill>
              </a:defRPr>
            </a:lvl3pPr>
            <a:lvl4pPr>
              <a:defRPr sz="1467">
                <a:solidFill>
                  <a:schemeClr val="bg2"/>
                </a:solidFill>
              </a:defRPr>
            </a:lvl4pPr>
            <a:lvl5pPr>
              <a:defRPr sz="1467">
                <a:solidFill>
                  <a:schemeClr val="bg2"/>
                </a:solidFill>
              </a:defRPr>
            </a:lvl5pPr>
          </a:lstStyle>
          <a:p>
            <a:pPr lvl="0"/>
            <a:r>
              <a:rPr lang="en-US" dirty="0"/>
              <a:t>Click to edit Master text styles</a:t>
            </a:r>
          </a:p>
        </p:txBody>
      </p:sp>
      <p:sp>
        <p:nvSpPr>
          <p:cNvPr id="17" name="Content Placeholder 16"/>
          <p:cNvSpPr>
            <a:spLocks noGrp="1"/>
          </p:cNvSpPr>
          <p:nvPr>
            <p:ph sz="quarter" idx="22"/>
          </p:nvPr>
        </p:nvSpPr>
        <p:spPr>
          <a:xfrm>
            <a:off x="9144000" y="0"/>
            <a:ext cx="3048000" cy="6858000"/>
          </a:xfrm>
          <a:solidFill>
            <a:srgbClr val="001690"/>
          </a:solidFill>
        </p:spPr>
        <p:txBody>
          <a:bodyPr lIns="228600" tIns="192024" rIns="228600" bIns="228600"/>
          <a:lstStyle>
            <a:lvl1pPr>
              <a:defRPr sz="1867">
                <a:solidFill>
                  <a:schemeClr val="bg2"/>
                </a:solidFill>
                <a:latin typeface="IBM Plex Sans SemiBold"/>
                <a:cs typeface="IBM Plex Sans SemiBold"/>
              </a:defRPr>
            </a:lvl1pPr>
            <a:lvl2pPr>
              <a:defRPr sz="1467">
                <a:solidFill>
                  <a:schemeClr val="bg2"/>
                </a:solidFill>
              </a:defRPr>
            </a:lvl2pPr>
            <a:lvl3pPr>
              <a:defRPr sz="1467">
                <a:solidFill>
                  <a:schemeClr val="bg2"/>
                </a:solidFill>
              </a:defRPr>
            </a:lvl3pPr>
            <a:lvl4pPr>
              <a:defRPr sz="1467">
                <a:solidFill>
                  <a:schemeClr val="bg2"/>
                </a:solidFill>
              </a:defRPr>
            </a:lvl4pPr>
            <a:lvl5pPr>
              <a:defRPr sz="1467">
                <a:solidFill>
                  <a:schemeClr val="bg2"/>
                </a:solidFill>
              </a:defRPr>
            </a:lvl5pPr>
          </a:lstStyle>
          <a:p>
            <a:pPr lvl="0"/>
            <a:r>
              <a:rPr lang="en-US" dirty="0"/>
              <a:t>Click to edit Master text styles</a:t>
            </a:r>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4" name="Footer Placeholder 3"/>
          <p:cNvSpPr>
            <a:spLocks noGrp="1"/>
          </p:cNvSpPr>
          <p:nvPr>
            <p:ph type="ftr" sz="quarter" idx="11"/>
          </p:nvPr>
        </p:nvSpPr>
        <p:spPr>
          <a:xfrm>
            <a:off x="304800" y="7024837"/>
            <a:ext cx="8534400" cy="182880"/>
          </a:xfrm>
          <a:prstGeom prst="rect">
            <a:avLst/>
          </a:prstGeom>
        </p:spPr>
        <p:txBody>
          <a:bodyPr/>
          <a:lstStyle>
            <a:lvl1pPr>
              <a:defRPr>
                <a:latin typeface="IBM Plex Sans"/>
              </a:defRPr>
            </a:lvl1pPr>
          </a:lstStyle>
          <a:p>
            <a:r>
              <a:rPr lang="en-US" dirty="0">
                <a:solidFill>
                  <a:srgbClr val="FFFFFF"/>
                </a:solidFill>
              </a:rPr>
              <a:t>Group Name / DOC ID / Month XX, 2017 / © 2017 IBM Corporation</a:t>
            </a:r>
          </a:p>
        </p:txBody>
      </p:sp>
      <p:pic>
        <p:nvPicPr>
          <p:cNvPr id="9" name="Picture 8">
            <a:hlinkClick r:id="rId2" action="ppaction://hlinksldjump"/>
            <a:extLst>
              <a:ext uri="{FF2B5EF4-FFF2-40B4-BE49-F238E27FC236}">
                <a16:creationId xmlns:a16="http://schemas.microsoft.com/office/drawing/2014/main" id="{7CA675F3-12B9-E540-8B45-A9F043C87C68}"/>
              </a:ext>
            </a:extLst>
          </p:cNvPr>
          <p:cNvPicPr>
            <a:picLocks noChangeAspect="1"/>
          </p:cNvPicPr>
          <p:nvPr userDrawn="1"/>
        </p:nvPicPr>
        <p:blipFill>
          <a:blip r:embed="rId3"/>
          <a:stretch>
            <a:fillRect/>
          </a:stretch>
        </p:blipFill>
        <p:spPr>
          <a:xfrm>
            <a:off x="12034033" y="6700033"/>
            <a:ext cx="94087" cy="9408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p:cSld name="case study 2: title, text (2/4), quote (2/4)">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93365"/>
          </a:xfrm>
        </p:spPr>
        <p:txBody>
          <a:bodyPr/>
          <a:lstStyle>
            <a:lvl1pPr>
              <a:defRPr>
                <a:latin typeface="IBM Plex Sans SemiBold"/>
                <a:cs typeface="IBM Plex Sans SemiBold"/>
              </a:defRPr>
            </a:lvl1pPr>
          </a:lstStyle>
          <a:p>
            <a:r>
              <a:rPr lang="en-US" dirty="0"/>
              <a:t>Click to edit Master title style</a:t>
            </a:r>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7" name="Text Placeholder 6"/>
          <p:cNvSpPr>
            <a:spLocks noGrp="1"/>
          </p:cNvSpPr>
          <p:nvPr>
            <p:ph type="body" sz="quarter" idx="12"/>
          </p:nvPr>
        </p:nvSpPr>
        <p:spPr>
          <a:xfrm>
            <a:off x="304800" y="1463040"/>
            <a:ext cx="2438400" cy="4669536"/>
          </a:xfrm>
        </p:spPr>
        <p:txBody>
          <a:bodyPr/>
          <a:lstStyle>
            <a:lvl1pPr>
              <a:defRPr sz="1867">
                <a:latin typeface="IBM Plex Sans SemiBold"/>
                <a:cs typeface="IBM Plex Sans SemiBold"/>
              </a:defRPr>
            </a:lvl1pPr>
            <a:lvl2pPr>
              <a:defRPr sz="1333"/>
            </a:lvl2pPr>
            <a:lvl3pPr>
              <a:defRPr sz="1467"/>
            </a:lvl3pPr>
            <a:lvl4pPr>
              <a:defRPr sz="1467"/>
            </a:lvl4pPr>
            <a:lvl5pPr>
              <a:defRPr sz="14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5"/>
          <p:cNvSpPr>
            <a:spLocks noGrp="1"/>
          </p:cNvSpPr>
          <p:nvPr>
            <p:ph type="body" sz="quarter" idx="13"/>
          </p:nvPr>
        </p:nvSpPr>
        <p:spPr>
          <a:xfrm>
            <a:off x="3352800" y="1488017"/>
            <a:ext cx="2438400" cy="4608576"/>
          </a:xfrm>
        </p:spPr>
        <p:txBody>
          <a:bodyPr/>
          <a:lstStyle>
            <a:lvl1pPr>
              <a:defRPr sz="1867">
                <a:latin typeface="IBM Plex Sans SemiBold"/>
                <a:cs typeface="IBM Plex Sans SemiBold"/>
              </a:defRPr>
            </a:lvl1pPr>
            <a:lvl2pPr marL="228594" indent="-228594">
              <a:buFont typeface="Arial"/>
              <a:buChar char="•"/>
              <a:defRPr sz="1333"/>
            </a:lvl2pPr>
            <a:lvl3pPr marL="461422" indent="-162980">
              <a:buFont typeface="Arial"/>
              <a:buChar char="•"/>
              <a:defRPr sz="1333"/>
            </a:lvl3pPr>
            <a:lvl4pPr marL="833946" indent="-224361">
              <a:buFont typeface="Arial"/>
              <a:buChar char="•"/>
              <a:defRPr sz="1333"/>
            </a:lvl4pPr>
            <a:lvl5pPr marL="1071007" indent="-230712">
              <a:buFont typeface="Arial"/>
              <a:buChar char="•"/>
              <a:defRPr sz="1333"/>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8"/>
          <p:cNvSpPr>
            <a:spLocks noGrp="1"/>
          </p:cNvSpPr>
          <p:nvPr>
            <p:ph type="body" sz="quarter" idx="14"/>
          </p:nvPr>
        </p:nvSpPr>
        <p:spPr>
          <a:xfrm>
            <a:off x="6267189" y="1402080"/>
            <a:ext cx="5620011" cy="4608576"/>
          </a:xfrm>
        </p:spPr>
        <p:txBody>
          <a:bodyPr/>
          <a:lstStyle>
            <a:lvl1pPr marL="156629" indent="-156629">
              <a:tabLst/>
              <a:defRPr sz="3200">
                <a:latin typeface="IBM Plex Sans SemiBold"/>
                <a:cs typeface="IBM Plex Sans SemiBold"/>
              </a:defRPr>
            </a:lvl1pPr>
            <a:lvl2pPr marL="0" indent="0">
              <a:buNone/>
              <a:defRPr sz="1467"/>
            </a:lvl2pPr>
            <a:lvl3pPr>
              <a:defRPr sz="1467"/>
            </a:lvl3pPr>
            <a:lvl4pPr>
              <a:defRPr sz="1467"/>
            </a:lvl4pPr>
            <a:lvl5pPr>
              <a:defRPr sz="14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3"/>
          <p:cNvSpPr txBox="1">
            <a:spLocks/>
          </p:cNvSpPr>
          <p:nvPr userDrawn="1"/>
        </p:nvSpPr>
        <p:spPr>
          <a:xfrm>
            <a:off x="304800" y="6526747"/>
            <a:ext cx="8534400" cy="182880"/>
          </a:xfrm>
          <a:prstGeom prst="rect">
            <a:avLst/>
          </a:prstGeom>
        </p:spPr>
        <p:txBody>
          <a:bodyPr anchor="ctr"/>
          <a:lstStyle>
            <a:defPPr>
              <a:defRPr lang="en-US"/>
            </a:defPPr>
            <a:lvl1pPr marL="0" algn="l" defTabSz="685800" rtl="0" eaLnBrk="1" latinLnBrk="0" hangingPunct="1">
              <a:defRPr sz="60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800" dirty="0">
                <a:solidFill>
                  <a:srgbClr val="FFFFFF"/>
                </a:solidFill>
              </a:rPr>
              <a:t>IBM </a:t>
            </a:r>
            <a:r>
              <a:rPr lang="en-US" sz="800" dirty="0">
                <a:solidFill>
                  <a:srgbClr val="FFFFFF"/>
                </a:solidFill>
                <a:cs typeface="IBM Plex Sans"/>
              </a:rPr>
              <a:t>Cloud</a:t>
            </a:r>
            <a:r>
              <a:rPr lang="en-US" sz="800" dirty="0">
                <a:solidFill>
                  <a:srgbClr val="FFFFFF"/>
                </a:solidFill>
              </a:rPr>
              <a:t>/ © 2018 IBM Corporation</a:t>
            </a:r>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p:cSld name="title, text (1/4), blank (3/4)">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93365"/>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4" name="Footer Placeholder 3"/>
          <p:cNvSpPr>
            <a:spLocks noGrp="1"/>
          </p:cNvSpPr>
          <p:nvPr>
            <p:ph type="ftr" sz="quarter" idx="11"/>
          </p:nvPr>
        </p:nvSpPr>
        <p:spPr>
          <a:xfrm>
            <a:off x="304800" y="7024837"/>
            <a:ext cx="8534400" cy="182880"/>
          </a:xfrm>
          <a:prstGeom prst="rect">
            <a:avLst/>
          </a:prstGeom>
        </p:spPr>
        <p:txBody>
          <a:bodyPr/>
          <a:lstStyle>
            <a:lvl1pPr>
              <a:defRPr>
                <a:latin typeface="IBM Plex Sans"/>
              </a:defRPr>
            </a:lvl1pPr>
          </a:lstStyle>
          <a:p>
            <a:r>
              <a:rPr lang="en-US" dirty="0">
                <a:solidFill>
                  <a:srgbClr val="FFFFFF"/>
                </a:solidFill>
              </a:rPr>
              <a:t>Group Name / DOC ID / Month XX, 2017 / © 2017 IBM Corporation</a:t>
            </a:r>
          </a:p>
        </p:txBody>
      </p:sp>
      <p:sp>
        <p:nvSpPr>
          <p:cNvPr id="7" name="Text Placeholder 6"/>
          <p:cNvSpPr>
            <a:spLocks noGrp="1"/>
          </p:cNvSpPr>
          <p:nvPr>
            <p:ph type="body" sz="quarter" idx="12"/>
          </p:nvPr>
        </p:nvSpPr>
        <p:spPr>
          <a:xfrm>
            <a:off x="304800" y="1488651"/>
            <a:ext cx="2438400" cy="4605867"/>
          </a:xfrm>
        </p:spPr>
        <p:txBody>
          <a:bodyPr/>
          <a:lstStyle>
            <a:lvl1pPr>
              <a:defRPr sz="1867"/>
            </a:lvl1pPr>
            <a:lvl2pPr>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Simple Title and Body">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40968"/>
          </a:xfrm>
        </p:spPr>
        <p:txBody>
          <a:bodyPr/>
          <a:lstStyle/>
          <a:p>
            <a:r>
              <a:rPr lang="en-US"/>
              <a:t>Click to edit Master title style</a:t>
            </a:r>
            <a:endParaRPr lang="en-US" dirty="0"/>
          </a:p>
        </p:txBody>
      </p:sp>
      <p:sp>
        <p:nvSpPr>
          <p:cNvPr id="6" name="Text Placeholder 5"/>
          <p:cNvSpPr>
            <a:spLocks noGrp="1"/>
          </p:cNvSpPr>
          <p:nvPr>
            <p:ph type="body" sz="quarter" idx="12"/>
          </p:nvPr>
        </p:nvSpPr>
        <p:spPr>
          <a:xfrm>
            <a:off x="304800" y="1524000"/>
            <a:ext cx="5486400" cy="4779264"/>
          </a:xfrm>
        </p:spPr>
        <p:txBody>
          <a:bodyPr/>
          <a:lstStyle>
            <a:lvl1pPr marL="0" indent="0">
              <a:spcBef>
                <a:spcPts val="0"/>
              </a:spcBef>
              <a:tabLst>
                <a:tab pos="5253435" algn="dec"/>
              </a:tabLst>
              <a:defRPr sz="1467"/>
            </a:lvl1pPr>
            <a:lvl2pPr marL="230712" indent="-230712">
              <a:spcBef>
                <a:spcPts val="0"/>
              </a:spcBef>
              <a:tabLst/>
              <a:defRPr/>
            </a:lvl2pPr>
            <a:lvl3pPr>
              <a:spcBef>
                <a:spcPts val="0"/>
              </a:spcBef>
              <a:defRPr/>
            </a:lvl3pPr>
            <a:lvl4pPr>
              <a:spcBef>
                <a:spcPts val="0"/>
              </a:spcBef>
              <a:defRPr/>
            </a:lvl4pPr>
            <a:lvl5pPr>
              <a:spcBef>
                <a:spcPts val="0"/>
              </a:spcBef>
              <a:defRPr/>
            </a:lvl5pPr>
          </a:lstStyle>
          <a:p>
            <a:pPr marL="0" marR="0" lvl="0" indent="0" algn="l" defTabSz="609585" rtl="0" eaLnBrk="1" fontAlgn="auto" latinLnBrk="0" hangingPunct="1">
              <a:lnSpc>
                <a:spcPct val="100000"/>
              </a:lnSpc>
              <a:spcBef>
                <a:spcPts val="0"/>
              </a:spcBef>
              <a:spcAft>
                <a:spcPts val="0"/>
              </a:spcAft>
              <a:buClrTx/>
              <a:buSzTx/>
              <a:buFont typeface="Arial"/>
              <a:buNone/>
              <a:tabLst>
                <a:tab pos="5364346" algn="r"/>
              </a:tabLst>
              <a:defRPr/>
            </a:pPr>
            <a:r>
              <a:rPr lang="en-US"/>
              <a:t>Click to edit Master text styles</a:t>
            </a:r>
          </a:p>
        </p:txBody>
      </p:sp>
      <p:sp>
        <p:nvSpPr>
          <p:cNvPr id="7" name="Footer Placeholder 3"/>
          <p:cNvSpPr txBox="1">
            <a:spLocks/>
          </p:cNvSpPr>
          <p:nvPr userDrawn="1"/>
        </p:nvSpPr>
        <p:spPr>
          <a:xfrm>
            <a:off x="304800" y="6526747"/>
            <a:ext cx="8534400" cy="182880"/>
          </a:xfrm>
          <a:prstGeom prst="rect">
            <a:avLst/>
          </a:prstGeom>
        </p:spPr>
        <p:txBody>
          <a:bodyPr anchor="ctr"/>
          <a:lstStyle>
            <a:defPPr>
              <a:defRPr lang="en-US"/>
            </a:defPPr>
            <a:lvl1pPr marL="0" algn="l" defTabSz="685800" rtl="0" eaLnBrk="1" latinLnBrk="0" hangingPunct="1">
              <a:defRPr sz="60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800" dirty="0">
                <a:solidFill>
                  <a:srgbClr val="FFFFFF"/>
                </a:solidFill>
              </a:rPr>
              <a:t>IBM </a:t>
            </a:r>
            <a:r>
              <a:rPr lang="en-US" sz="800" dirty="0">
                <a:solidFill>
                  <a:srgbClr val="FFFFFF"/>
                </a:solidFill>
                <a:cs typeface="IBM Plex Sans"/>
              </a:rPr>
              <a:t>Cloud</a:t>
            </a:r>
            <a:r>
              <a:rPr lang="en-US" sz="800" dirty="0">
                <a:solidFill>
                  <a:srgbClr val="FFFFFF"/>
                </a:solidFill>
              </a:rPr>
              <a:t>/© 2018 IBM Corporation</a:t>
            </a:r>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p:cSld name="case study: title, text (2/4), content (2/4)">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93365"/>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4" name="Footer Placeholder 3"/>
          <p:cNvSpPr>
            <a:spLocks noGrp="1"/>
          </p:cNvSpPr>
          <p:nvPr>
            <p:ph type="ftr" sz="quarter" idx="11"/>
          </p:nvPr>
        </p:nvSpPr>
        <p:spPr>
          <a:xfrm>
            <a:off x="304800" y="7024837"/>
            <a:ext cx="8534400" cy="182880"/>
          </a:xfrm>
          <a:prstGeom prst="rect">
            <a:avLst/>
          </a:prstGeom>
        </p:spPr>
        <p:txBody>
          <a:bodyPr/>
          <a:lstStyle>
            <a:lvl1pPr>
              <a:defRPr>
                <a:latin typeface="IBM Plex Sans"/>
              </a:defRPr>
            </a:lvl1pPr>
          </a:lstStyle>
          <a:p>
            <a:r>
              <a:rPr lang="en-US" dirty="0">
                <a:solidFill>
                  <a:srgbClr val="FFFFFF"/>
                </a:solidFill>
              </a:rPr>
              <a:t>Group Name / DOC ID / Month XX, 2017 / © 2017 IBM Corporation</a:t>
            </a:r>
          </a:p>
        </p:txBody>
      </p:sp>
      <p:sp>
        <p:nvSpPr>
          <p:cNvPr id="7" name="Text Placeholder 6"/>
          <p:cNvSpPr>
            <a:spLocks noGrp="1"/>
          </p:cNvSpPr>
          <p:nvPr>
            <p:ph type="body" sz="quarter" idx="12"/>
          </p:nvPr>
        </p:nvSpPr>
        <p:spPr>
          <a:xfrm>
            <a:off x="304800" y="1463040"/>
            <a:ext cx="2438400" cy="4669536"/>
          </a:xfrm>
        </p:spPr>
        <p:txBody>
          <a:bodyPr/>
          <a:lstStyle>
            <a:lvl1pPr>
              <a:defRPr sz="2133">
                <a:latin typeface="IBM Plex Sans SemiBold"/>
                <a:cs typeface="IBM Plex Sans SemiBold"/>
              </a:defRPr>
            </a:lvl1pPr>
            <a:lvl2pPr>
              <a:defRPr sz="1467"/>
            </a:lvl2pPr>
            <a:lvl3pPr>
              <a:defRPr sz="1467"/>
            </a:lvl3pPr>
            <a:lvl4pPr>
              <a:defRPr sz="1467"/>
            </a:lvl4pPr>
            <a:lvl5pPr>
              <a:defRPr sz="14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5"/>
          <p:cNvSpPr>
            <a:spLocks noGrp="1"/>
          </p:cNvSpPr>
          <p:nvPr>
            <p:ph type="body" sz="quarter" idx="13"/>
          </p:nvPr>
        </p:nvSpPr>
        <p:spPr>
          <a:xfrm>
            <a:off x="3352800" y="1499616"/>
            <a:ext cx="2438400" cy="4608576"/>
          </a:xfrm>
        </p:spPr>
        <p:txBody>
          <a:bodyPr/>
          <a:lstStyle>
            <a:lvl1pPr>
              <a:defRPr sz="1867">
                <a:latin typeface="IBM Plex Sans SemiBold"/>
                <a:cs typeface="IBM Plex Sans SemiBold"/>
              </a:defRPr>
            </a:lvl1pPr>
            <a:lvl2pPr marL="0" indent="0">
              <a:buNone/>
              <a:defRPr sz="1333"/>
            </a:lvl2pPr>
            <a:lvl3pPr>
              <a:defRPr sz="1333"/>
            </a:lvl3pPr>
            <a:lvl4pPr>
              <a:defRPr sz="1333"/>
            </a:lvl4pPr>
            <a:lvl5pPr>
              <a:defRPr sz="1333"/>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Picture Placeholder 11"/>
          <p:cNvSpPr>
            <a:spLocks noGrp="1"/>
          </p:cNvSpPr>
          <p:nvPr>
            <p:ph type="pic" sz="quarter" idx="14"/>
          </p:nvPr>
        </p:nvSpPr>
        <p:spPr>
          <a:xfrm>
            <a:off x="6096000" y="0"/>
            <a:ext cx="6096000" cy="6858000"/>
          </a:xfrm>
        </p:spPr>
        <p:txBody>
          <a:bodyPr/>
          <a:lstStyle/>
          <a:p>
            <a:r>
              <a:rPr lang="en-US" dirty="0"/>
              <a:t>Drag picture to placeholder or click icon to add</a:t>
            </a:r>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p:cSld name="blank (with footer)">
    <p:spTree>
      <p:nvGrpSpPr>
        <p:cNvPr id="1" name=""/>
        <p:cNvGrpSpPr/>
        <p:nvPr/>
      </p:nvGrpSpPr>
      <p:grpSpPr>
        <a:xfrm>
          <a:off x="0" y="0"/>
          <a:ext cx="0" cy="0"/>
          <a:chOff x="0" y="0"/>
          <a:chExt cx="0" cy="0"/>
        </a:xfrm>
      </p:grpSpPr>
      <p:sp>
        <p:nvSpPr>
          <p:cNvPr id="5" name="Footer Placeholder 3"/>
          <p:cNvSpPr>
            <a:spLocks noGrp="1"/>
          </p:cNvSpPr>
          <p:nvPr>
            <p:ph type="ftr" sz="quarter" idx="11"/>
          </p:nvPr>
        </p:nvSpPr>
        <p:spPr>
          <a:xfrm>
            <a:off x="304800" y="7046036"/>
            <a:ext cx="8534400" cy="182880"/>
          </a:xfrm>
        </p:spPr>
        <p:txBody>
          <a:bodyPr/>
          <a:lstStyle/>
          <a:p>
            <a:r>
              <a:rPr lang="en-US" dirty="0">
                <a:solidFill>
                  <a:srgbClr val="FFFFFF"/>
                </a:solidFill>
              </a:rPr>
              <a:t>IBM </a:t>
            </a:r>
            <a:r>
              <a:rPr lang="en-US" dirty="0">
                <a:solidFill>
                  <a:srgbClr val="FFFFFF"/>
                </a:solidFill>
                <a:cs typeface="IBM Plex Sans"/>
              </a:rPr>
              <a:t>Cloud</a:t>
            </a:r>
            <a:r>
              <a:rPr lang="en-US" dirty="0">
                <a:solidFill>
                  <a:srgbClr val="FFFFFF"/>
                </a:solidFill>
              </a:rPr>
              <a:t>/ DOC ID / Month XX, 2017 / © 2017 IBM Corporation</a:t>
            </a:r>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p:cSld name="1_blank (with footer)">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5" name="Footer Placeholder 3"/>
          <p:cNvSpPr>
            <a:spLocks noGrp="1"/>
          </p:cNvSpPr>
          <p:nvPr>
            <p:ph type="ftr" sz="quarter" idx="11"/>
          </p:nvPr>
        </p:nvSpPr>
        <p:spPr>
          <a:xfrm>
            <a:off x="304800" y="7046036"/>
            <a:ext cx="8534400" cy="182880"/>
          </a:xfrm>
        </p:spPr>
        <p:txBody>
          <a:bodyPr/>
          <a:lstStyle/>
          <a:p>
            <a:r>
              <a:rPr lang="en-US" dirty="0">
                <a:solidFill>
                  <a:srgbClr val="FFFFFF"/>
                </a:solidFill>
              </a:rPr>
              <a:t>IBM </a:t>
            </a:r>
            <a:r>
              <a:rPr lang="en-US" dirty="0">
                <a:solidFill>
                  <a:srgbClr val="FFFFFF"/>
                </a:solidFill>
                <a:cs typeface="IBM Plex Sans"/>
              </a:rPr>
              <a:t>Cloud</a:t>
            </a:r>
            <a:r>
              <a:rPr lang="en-US" dirty="0">
                <a:solidFill>
                  <a:srgbClr val="FFFFFF"/>
                </a:solidFill>
              </a:rPr>
              <a:t>/ DOC ID / Month XX, 2017 / © 2017 IBM Corporation</a:t>
            </a:r>
          </a:p>
        </p:txBody>
      </p:sp>
      <p:sp>
        <p:nvSpPr>
          <p:cNvPr id="2" name="Rectangle 1"/>
          <p:cNvSpPr/>
          <p:nvPr userDrawn="1"/>
        </p:nvSpPr>
        <p:spPr>
          <a:xfrm>
            <a:off x="0" y="-7970"/>
            <a:ext cx="3054096" cy="1715415"/>
          </a:xfrm>
          <a:prstGeom prst="rect">
            <a:avLst/>
          </a:prstGeom>
          <a:solidFill>
            <a:schemeClr val="bg1"/>
          </a:solidFill>
        </p:spPr>
        <p:txBody>
          <a:bodyPr wrap="square" lIns="0" tIns="0" rIns="0" bIns="0" rtlCol="0" anchor="ctr">
            <a:noAutofit/>
          </a:bodyPr>
          <a:lstStyle/>
          <a:p>
            <a:pPr algn="ctr" defTabSz="914377"/>
            <a:endParaRPr lang="en-US" sz="1600" dirty="0">
              <a:solidFill>
                <a:srgbClr val="FFFFFF"/>
              </a:solidFill>
              <a:latin typeface="Arial"/>
              <a:cs typeface="Arial"/>
            </a:endParaRPr>
          </a:p>
        </p:txBody>
      </p:sp>
      <p:sp>
        <p:nvSpPr>
          <p:cNvPr id="6" name="Rectangle 5"/>
          <p:cNvSpPr/>
          <p:nvPr userDrawn="1"/>
        </p:nvSpPr>
        <p:spPr>
          <a:xfrm>
            <a:off x="3045968" y="1707445"/>
            <a:ext cx="3054096" cy="1715415"/>
          </a:xfrm>
          <a:prstGeom prst="rect">
            <a:avLst/>
          </a:prstGeom>
          <a:solidFill>
            <a:schemeClr val="bg1"/>
          </a:solidFill>
        </p:spPr>
        <p:txBody>
          <a:bodyPr wrap="square" lIns="0" tIns="0" rIns="0" bIns="0" rtlCol="0" anchor="ctr">
            <a:noAutofit/>
          </a:bodyPr>
          <a:lstStyle/>
          <a:p>
            <a:pPr algn="ctr" defTabSz="914377"/>
            <a:endParaRPr lang="en-US" sz="1600" dirty="0">
              <a:solidFill>
                <a:srgbClr val="FFFFFF"/>
              </a:solidFill>
              <a:latin typeface="Arial"/>
              <a:cs typeface="Arial"/>
            </a:endParaRPr>
          </a:p>
        </p:txBody>
      </p:sp>
      <p:sp>
        <p:nvSpPr>
          <p:cNvPr id="7" name="Rectangle 6"/>
          <p:cNvSpPr/>
          <p:nvPr userDrawn="1"/>
        </p:nvSpPr>
        <p:spPr>
          <a:xfrm>
            <a:off x="6091936" y="3406919"/>
            <a:ext cx="3054096" cy="1715415"/>
          </a:xfrm>
          <a:prstGeom prst="rect">
            <a:avLst/>
          </a:prstGeom>
          <a:solidFill>
            <a:schemeClr val="bg1"/>
          </a:solidFill>
        </p:spPr>
        <p:txBody>
          <a:bodyPr wrap="square" lIns="0" tIns="0" rIns="0" bIns="0" rtlCol="0" anchor="ctr">
            <a:noAutofit/>
          </a:bodyPr>
          <a:lstStyle/>
          <a:p>
            <a:pPr algn="ctr" defTabSz="914377"/>
            <a:endParaRPr lang="en-US" sz="1600" dirty="0">
              <a:solidFill>
                <a:srgbClr val="FFFFFF"/>
              </a:solidFill>
              <a:latin typeface="Arial"/>
              <a:cs typeface="Arial"/>
            </a:endParaRPr>
          </a:p>
        </p:txBody>
      </p:sp>
      <p:sp>
        <p:nvSpPr>
          <p:cNvPr id="8" name="Rectangle 7"/>
          <p:cNvSpPr/>
          <p:nvPr userDrawn="1"/>
        </p:nvSpPr>
        <p:spPr>
          <a:xfrm>
            <a:off x="9137904" y="5122334"/>
            <a:ext cx="3054096" cy="1715415"/>
          </a:xfrm>
          <a:prstGeom prst="rect">
            <a:avLst/>
          </a:prstGeom>
          <a:solidFill>
            <a:schemeClr val="bg1"/>
          </a:solidFill>
        </p:spPr>
        <p:txBody>
          <a:bodyPr wrap="square" lIns="0" tIns="0" rIns="0" bIns="0" rtlCol="0" anchor="ctr">
            <a:noAutofit/>
          </a:bodyPr>
          <a:lstStyle/>
          <a:p>
            <a:pPr algn="ctr" defTabSz="914377"/>
            <a:endParaRPr lang="en-US" sz="1600" dirty="0">
              <a:solidFill>
                <a:srgbClr val="FFFFFF"/>
              </a:solidFill>
              <a:latin typeface="Arial"/>
              <a:cs typeface="Arial"/>
            </a:endParaRPr>
          </a:p>
        </p:txBody>
      </p:sp>
      <p:sp>
        <p:nvSpPr>
          <p:cNvPr id="10" name="Rectangle 9"/>
          <p:cNvSpPr/>
          <p:nvPr userDrawn="1"/>
        </p:nvSpPr>
        <p:spPr>
          <a:xfrm>
            <a:off x="0" y="1707445"/>
            <a:ext cx="3054096" cy="1715415"/>
          </a:xfrm>
          <a:prstGeom prst="rect">
            <a:avLst/>
          </a:prstGeom>
          <a:solidFill>
            <a:schemeClr val="accent4"/>
          </a:solidFill>
        </p:spPr>
        <p:txBody>
          <a:bodyPr wrap="square" lIns="0" tIns="0" rIns="0" bIns="0" rtlCol="0" anchor="ctr">
            <a:noAutofit/>
          </a:bodyPr>
          <a:lstStyle/>
          <a:p>
            <a:pPr algn="ctr" defTabSz="914377"/>
            <a:endParaRPr lang="en-US" sz="1600" dirty="0">
              <a:solidFill>
                <a:srgbClr val="FFFFFF"/>
              </a:solidFill>
              <a:latin typeface="Arial"/>
              <a:cs typeface="Arial"/>
            </a:endParaRPr>
          </a:p>
        </p:txBody>
      </p:sp>
      <p:sp>
        <p:nvSpPr>
          <p:cNvPr id="11" name="Rectangle 10"/>
          <p:cNvSpPr/>
          <p:nvPr userDrawn="1"/>
        </p:nvSpPr>
        <p:spPr>
          <a:xfrm>
            <a:off x="3045968" y="3406919"/>
            <a:ext cx="3054096" cy="1715415"/>
          </a:xfrm>
          <a:prstGeom prst="rect">
            <a:avLst/>
          </a:prstGeom>
          <a:solidFill>
            <a:schemeClr val="accent4"/>
          </a:solidFill>
        </p:spPr>
        <p:txBody>
          <a:bodyPr wrap="square" lIns="0" tIns="0" rIns="0" bIns="0" rtlCol="0" anchor="ctr">
            <a:noAutofit/>
          </a:bodyPr>
          <a:lstStyle/>
          <a:p>
            <a:pPr algn="ctr" defTabSz="914377"/>
            <a:endParaRPr lang="en-US" sz="1600" dirty="0">
              <a:solidFill>
                <a:srgbClr val="FFFFFF"/>
              </a:solidFill>
              <a:latin typeface="Arial"/>
              <a:cs typeface="Arial"/>
            </a:endParaRPr>
          </a:p>
        </p:txBody>
      </p:sp>
      <p:sp>
        <p:nvSpPr>
          <p:cNvPr id="12" name="Rectangle 11"/>
          <p:cNvSpPr/>
          <p:nvPr userDrawn="1"/>
        </p:nvSpPr>
        <p:spPr>
          <a:xfrm>
            <a:off x="6091936" y="5122334"/>
            <a:ext cx="3054096" cy="1715415"/>
          </a:xfrm>
          <a:prstGeom prst="rect">
            <a:avLst/>
          </a:prstGeom>
          <a:solidFill>
            <a:schemeClr val="accent4"/>
          </a:solidFill>
        </p:spPr>
        <p:txBody>
          <a:bodyPr wrap="square" lIns="0" tIns="0" rIns="0" bIns="0" rtlCol="0" anchor="ctr">
            <a:noAutofit/>
          </a:bodyPr>
          <a:lstStyle/>
          <a:p>
            <a:pPr algn="ctr" defTabSz="914377"/>
            <a:endParaRPr lang="en-US" sz="1600" dirty="0">
              <a:solidFill>
                <a:srgbClr val="FFFFFF"/>
              </a:solidFill>
              <a:latin typeface="Arial"/>
              <a:cs typeface="Arial"/>
            </a:endParaRPr>
          </a:p>
        </p:txBody>
      </p:sp>
      <p:sp>
        <p:nvSpPr>
          <p:cNvPr id="13" name="Rectangle 12"/>
          <p:cNvSpPr/>
          <p:nvPr userDrawn="1"/>
        </p:nvSpPr>
        <p:spPr>
          <a:xfrm>
            <a:off x="0" y="3406919"/>
            <a:ext cx="3054096" cy="1715415"/>
          </a:xfrm>
          <a:prstGeom prst="rect">
            <a:avLst/>
          </a:prstGeom>
          <a:solidFill>
            <a:schemeClr val="accent2"/>
          </a:solidFill>
        </p:spPr>
        <p:txBody>
          <a:bodyPr wrap="square" lIns="0" tIns="0" rIns="0" bIns="0" rtlCol="0" anchor="ctr">
            <a:noAutofit/>
          </a:bodyPr>
          <a:lstStyle/>
          <a:p>
            <a:pPr algn="ctr" defTabSz="914377"/>
            <a:endParaRPr lang="en-US" sz="1600" dirty="0">
              <a:solidFill>
                <a:srgbClr val="FFFFFF"/>
              </a:solidFill>
              <a:latin typeface="Arial"/>
              <a:cs typeface="Arial"/>
            </a:endParaRPr>
          </a:p>
        </p:txBody>
      </p:sp>
      <p:sp>
        <p:nvSpPr>
          <p:cNvPr id="14" name="Rectangle 13"/>
          <p:cNvSpPr/>
          <p:nvPr userDrawn="1"/>
        </p:nvSpPr>
        <p:spPr>
          <a:xfrm>
            <a:off x="3045968" y="5122334"/>
            <a:ext cx="3054096" cy="1715415"/>
          </a:xfrm>
          <a:prstGeom prst="rect">
            <a:avLst/>
          </a:prstGeom>
          <a:solidFill>
            <a:schemeClr val="accent2"/>
          </a:solidFill>
        </p:spPr>
        <p:txBody>
          <a:bodyPr wrap="square" lIns="0" tIns="0" rIns="0" bIns="0" rtlCol="0" anchor="ctr">
            <a:noAutofit/>
          </a:bodyPr>
          <a:lstStyle/>
          <a:p>
            <a:pPr algn="ctr" defTabSz="914377"/>
            <a:endParaRPr lang="en-US" sz="1600" dirty="0">
              <a:solidFill>
                <a:srgbClr val="FFFFFF"/>
              </a:solidFill>
              <a:latin typeface="Arial"/>
              <a:cs typeface="Arial"/>
            </a:endParaRPr>
          </a:p>
        </p:txBody>
      </p:sp>
      <p:sp>
        <p:nvSpPr>
          <p:cNvPr id="15" name="Rectangle 14"/>
          <p:cNvSpPr/>
          <p:nvPr userDrawn="1"/>
        </p:nvSpPr>
        <p:spPr>
          <a:xfrm>
            <a:off x="0" y="5122334"/>
            <a:ext cx="3054096" cy="1715415"/>
          </a:xfrm>
          <a:prstGeom prst="rect">
            <a:avLst/>
          </a:prstGeom>
          <a:solidFill>
            <a:schemeClr val="accent3"/>
          </a:solidFill>
        </p:spPr>
        <p:txBody>
          <a:bodyPr wrap="square" lIns="0" tIns="0" rIns="0" bIns="0" rtlCol="0" anchor="ctr">
            <a:noAutofit/>
          </a:bodyPr>
          <a:lstStyle/>
          <a:p>
            <a:pPr algn="ctr" defTabSz="914377"/>
            <a:endParaRPr lang="en-US" sz="1600" dirty="0">
              <a:solidFill>
                <a:srgbClr val="FFFFFF"/>
              </a:solidFill>
              <a:latin typeface="Arial"/>
              <a:cs typeface="Arial"/>
            </a:endParaRPr>
          </a:p>
        </p:txBody>
      </p:sp>
      <p:sp>
        <p:nvSpPr>
          <p:cNvPr id="16" name="Rectangle 15"/>
          <p:cNvSpPr/>
          <p:nvPr userDrawn="1"/>
        </p:nvSpPr>
        <p:spPr>
          <a:xfrm>
            <a:off x="3045968" y="-7970"/>
            <a:ext cx="3054096" cy="1715415"/>
          </a:xfrm>
          <a:prstGeom prst="rect">
            <a:avLst/>
          </a:prstGeom>
          <a:solidFill>
            <a:schemeClr val="accent3"/>
          </a:solidFill>
        </p:spPr>
        <p:txBody>
          <a:bodyPr wrap="square" lIns="0" tIns="0" rIns="0" bIns="0" rtlCol="0" anchor="ctr">
            <a:noAutofit/>
          </a:bodyPr>
          <a:lstStyle/>
          <a:p>
            <a:pPr algn="ctr" defTabSz="914377"/>
            <a:endParaRPr lang="en-US" sz="1600" dirty="0">
              <a:solidFill>
                <a:srgbClr val="FFFFFF"/>
              </a:solidFill>
              <a:latin typeface="Arial"/>
              <a:cs typeface="Arial"/>
            </a:endParaRPr>
          </a:p>
        </p:txBody>
      </p:sp>
      <p:sp>
        <p:nvSpPr>
          <p:cNvPr id="17" name="Rectangle 16"/>
          <p:cNvSpPr/>
          <p:nvPr userDrawn="1"/>
        </p:nvSpPr>
        <p:spPr>
          <a:xfrm>
            <a:off x="6091936" y="1707445"/>
            <a:ext cx="3054096" cy="1715415"/>
          </a:xfrm>
          <a:prstGeom prst="rect">
            <a:avLst/>
          </a:prstGeom>
          <a:solidFill>
            <a:schemeClr val="accent3"/>
          </a:solidFill>
        </p:spPr>
        <p:txBody>
          <a:bodyPr wrap="square" lIns="0" tIns="0" rIns="0" bIns="0" rtlCol="0" anchor="ctr">
            <a:noAutofit/>
          </a:bodyPr>
          <a:lstStyle/>
          <a:p>
            <a:pPr algn="ctr" defTabSz="914377"/>
            <a:endParaRPr lang="en-US" sz="1600" dirty="0">
              <a:solidFill>
                <a:srgbClr val="FFFFFF"/>
              </a:solidFill>
              <a:latin typeface="Arial"/>
              <a:cs typeface="Arial"/>
            </a:endParaRPr>
          </a:p>
        </p:txBody>
      </p:sp>
      <p:sp>
        <p:nvSpPr>
          <p:cNvPr id="18" name="Rectangle 17"/>
          <p:cNvSpPr/>
          <p:nvPr userDrawn="1"/>
        </p:nvSpPr>
        <p:spPr>
          <a:xfrm>
            <a:off x="9137904" y="3406919"/>
            <a:ext cx="3054096" cy="1715415"/>
          </a:xfrm>
          <a:prstGeom prst="rect">
            <a:avLst/>
          </a:prstGeom>
          <a:solidFill>
            <a:schemeClr val="accent3"/>
          </a:solidFill>
        </p:spPr>
        <p:txBody>
          <a:bodyPr wrap="square" lIns="0" tIns="0" rIns="0" bIns="0" rtlCol="0" anchor="ctr">
            <a:noAutofit/>
          </a:bodyPr>
          <a:lstStyle/>
          <a:p>
            <a:pPr algn="ctr" defTabSz="914377"/>
            <a:endParaRPr lang="en-US" sz="1600" dirty="0">
              <a:solidFill>
                <a:srgbClr val="FFFFFF"/>
              </a:solidFill>
              <a:latin typeface="Arial"/>
              <a:cs typeface="Arial"/>
            </a:endParaRPr>
          </a:p>
        </p:txBody>
      </p:sp>
      <p:sp>
        <p:nvSpPr>
          <p:cNvPr id="20" name="Rectangle 19"/>
          <p:cNvSpPr/>
          <p:nvPr userDrawn="1"/>
        </p:nvSpPr>
        <p:spPr>
          <a:xfrm>
            <a:off x="6091936" y="-7970"/>
            <a:ext cx="3054096" cy="1715415"/>
          </a:xfrm>
          <a:prstGeom prst="rect">
            <a:avLst/>
          </a:prstGeom>
          <a:solidFill>
            <a:schemeClr val="accent2"/>
          </a:solidFill>
        </p:spPr>
        <p:txBody>
          <a:bodyPr wrap="square" lIns="0" tIns="0" rIns="0" bIns="0" rtlCol="0" anchor="ctr">
            <a:noAutofit/>
          </a:bodyPr>
          <a:lstStyle/>
          <a:p>
            <a:pPr algn="ctr" defTabSz="914377"/>
            <a:endParaRPr lang="en-US" sz="1600" dirty="0">
              <a:solidFill>
                <a:srgbClr val="FFFFFF"/>
              </a:solidFill>
              <a:latin typeface="Arial"/>
              <a:cs typeface="Arial"/>
            </a:endParaRPr>
          </a:p>
        </p:txBody>
      </p:sp>
      <p:sp>
        <p:nvSpPr>
          <p:cNvPr id="21" name="Rectangle 20"/>
          <p:cNvSpPr/>
          <p:nvPr userDrawn="1"/>
        </p:nvSpPr>
        <p:spPr>
          <a:xfrm>
            <a:off x="9137904" y="1707445"/>
            <a:ext cx="3054096" cy="1715415"/>
          </a:xfrm>
          <a:prstGeom prst="rect">
            <a:avLst/>
          </a:prstGeom>
          <a:solidFill>
            <a:schemeClr val="accent2"/>
          </a:solidFill>
        </p:spPr>
        <p:txBody>
          <a:bodyPr wrap="square" lIns="0" tIns="0" rIns="0" bIns="0" rtlCol="0" anchor="ctr">
            <a:noAutofit/>
          </a:bodyPr>
          <a:lstStyle/>
          <a:p>
            <a:pPr algn="ctr" defTabSz="914377"/>
            <a:endParaRPr lang="en-US" sz="1600" dirty="0">
              <a:solidFill>
                <a:srgbClr val="FFFFFF"/>
              </a:solidFill>
              <a:latin typeface="Arial"/>
              <a:cs typeface="Arial"/>
            </a:endParaRPr>
          </a:p>
        </p:txBody>
      </p:sp>
      <p:sp>
        <p:nvSpPr>
          <p:cNvPr id="22" name="Rectangle 21"/>
          <p:cNvSpPr/>
          <p:nvPr userDrawn="1"/>
        </p:nvSpPr>
        <p:spPr>
          <a:xfrm>
            <a:off x="9137904" y="-7970"/>
            <a:ext cx="3054096" cy="1715415"/>
          </a:xfrm>
          <a:prstGeom prst="rect">
            <a:avLst/>
          </a:prstGeom>
          <a:solidFill>
            <a:schemeClr val="accent3"/>
          </a:solidFill>
        </p:spPr>
        <p:txBody>
          <a:bodyPr wrap="square" lIns="0" tIns="0" rIns="0" bIns="0" rtlCol="0" anchor="ctr">
            <a:noAutofit/>
          </a:bodyPr>
          <a:lstStyle/>
          <a:p>
            <a:pPr algn="ctr" defTabSz="914377"/>
            <a:endParaRPr lang="en-US" sz="1600" dirty="0">
              <a:solidFill>
                <a:srgbClr val="FFFFFF"/>
              </a:solidFill>
              <a:latin typeface="Arial"/>
              <a:cs typeface="Arial"/>
            </a:endParaRPr>
          </a:p>
        </p:txBody>
      </p:sp>
      <p:pic>
        <p:nvPicPr>
          <p:cNvPr id="24" name="Picture 23">
            <a:hlinkClick r:id="rId2" action="ppaction://hlinksldjump"/>
            <a:extLst>
              <a:ext uri="{FF2B5EF4-FFF2-40B4-BE49-F238E27FC236}">
                <a16:creationId xmlns:a16="http://schemas.microsoft.com/office/drawing/2014/main" id="{69DD4EB8-C670-4545-A1D2-ADE3BDE003ED}"/>
              </a:ext>
            </a:extLst>
          </p:cNvPr>
          <p:cNvPicPr>
            <a:picLocks noChangeAspect="1"/>
          </p:cNvPicPr>
          <p:nvPr userDrawn="1"/>
        </p:nvPicPr>
        <p:blipFill>
          <a:blip r:embed="rId3"/>
          <a:stretch>
            <a:fillRect/>
          </a:stretch>
        </p:blipFill>
        <p:spPr>
          <a:xfrm>
            <a:off x="12034033" y="6700033"/>
            <a:ext cx="94087" cy="9408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p:cSld name="blank (no footer)">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p:cSld name="ibm sign-off">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pic>
        <p:nvPicPr>
          <p:cNvPr id="7" name="Picture 6"/>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5234604" y="2914867"/>
            <a:ext cx="1722792" cy="701463"/>
          </a:xfrm>
          <a:prstGeom prst="rect">
            <a:avLst/>
          </a:prstGeom>
        </p:spPr>
      </p:pic>
      <p:sp>
        <p:nvSpPr>
          <p:cNvPr id="5" name="Footer Placeholder 3"/>
          <p:cNvSpPr>
            <a:spLocks noGrp="1"/>
          </p:cNvSpPr>
          <p:nvPr>
            <p:ph type="ftr" sz="quarter" idx="11"/>
          </p:nvPr>
        </p:nvSpPr>
        <p:spPr>
          <a:xfrm>
            <a:off x="304800" y="6526747"/>
            <a:ext cx="8534400" cy="182880"/>
          </a:xfrm>
        </p:spPr>
        <p:txBody>
          <a:bodyPr/>
          <a:lstStyle/>
          <a:p>
            <a:r>
              <a:rPr lang="en-US" dirty="0">
                <a:solidFill>
                  <a:srgbClr val="FFFFFF"/>
                </a:solidFill>
              </a:rPr>
              <a:t>IBM </a:t>
            </a:r>
            <a:r>
              <a:rPr lang="en-US" dirty="0">
                <a:solidFill>
                  <a:srgbClr val="FFFFFF"/>
                </a:solidFill>
                <a:cs typeface="IBM Plex Sans"/>
              </a:rPr>
              <a:t>Cloud</a:t>
            </a:r>
            <a:r>
              <a:rPr lang="en-US" dirty="0">
                <a:solidFill>
                  <a:srgbClr val="FFFFFF"/>
                </a:solidFill>
              </a:rPr>
              <a:t>/ DOC ID / Month XX, 2017 / © 2017 IBM Corporation</a:t>
            </a:r>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180.xml><?xml version="1.0" encoding="utf-8"?>
<p:sldLayout xmlns:a="http://schemas.openxmlformats.org/drawingml/2006/main" xmlns:r="http://schemas.openxmlformats.org/officeDocument/2006/relationships" xmlns:p="http://schemas.openxmlformats.org/presentationml/2006/main" userDrawn="1">
  <p:cSld name="Graphic slide">
    <p:bg>
      <p:bgPr>
        <a:solidFill>
          <a:srgbClr val="D8D8D8"/>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181.xml><?xml version="1.0" encoding="utf-8"?>
<p:sldLayout xmlns:a="http://schemas.openxmlformats.org/drawingml/2006/main" xmlns:r="http://schemas.openxmlformats.org/officeDocument/2006/relationships" xmlns:p="http://schemas.openxmlformats.org/presentationml/2006/main" type="tx">
  <p:cSld name="Title white slide">
    <p:bg>
      <p:bgPr>
        <a:solidFill>
          <a:srgbClr val="D8D8D8"/>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18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a:xfrm>
            <a:off x="304800" y="7024837"/>
            <a:ext cx="8534400" cy="182880"/>
          </a:xfrm>
          <a:prstGeom prst="rect">
            <a:avLst/>
          </a:prstGeom>
        </p:spPr>
        <p:txBody>
          <a:bodyPr/>
          <a:lstStyle>
            <a:lvl1pPr>
              <a:defRPr>
                <a:latin typeface="IBM Plex Sans"/>
              </a:defRPr>
            </a:lvl1pPr>
          </a:lstStyle>
          <a:p>
            <a:r>
              <a:rPr lang="en-US" dirty="0">
                <a:solidFill>
                  <a:srgbClr val="FFFFFF"/>
                </a:solidFill>
              </a:rPr>
              <a:t>IBM Confidential</a:t>
            </a:r>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304800" y="7024837"/>
            <a:ext cx="8534400" cy="182880"/>
          </a:xfrm>
          <a:prstGeom prst="rect">
            <a:avLst/>
          </a:prstGeom>
        </p:spPr>
        <p:txBody>
          <a:bodyPr/>
          <a:lstStyle>
            <a:lvl1pPr>
              <a:defRPr>
                <a:latin typeface="IBM Plex Sans"/>
              </a:defRPr>
            </a:lvl1pPr>
          </a:lstStyle>
          <a:p>
            <a:r>
              <a:rPr lang="en-US" dirty="0">
                <a:solidFill>
                  <a:srgbClr val="FFFFFF"/>
                </a:solidFill>
              </a:rPr>
              <a:t>Group Name / DOC ID / Month XX, 2017 / © 2017 IBM Corporation</a:t>
            </a:r>
          </a:p>
        </p:txBody>
      </p:sp>
      <p:sp>
        <p:nvSpPr>
          <p:cNvPr id="5" name="Title 4"/>
          <p:cNvSpPr>
            <a:spLocks noGrp="1"/>
          </p:cNvSpPr>
          <p:nvPr>
            <p:ph type="title"/>
          </p:nvPr>
        </p:nvSpPr>
        <p:spPr>
          <a:xfrm>
            <a:off x="304800" y="268225"/>
            <a:ext cx="5486400" cy="666496"/>
          </a:xfrm>
        </p:spPr>
        <p:txBody>
          <a:bodyPr/>
          <a:lstStyle/>
          <a:p>
            <a:r>
              <a:rPr lang="en-US" dirty="0"/>
              <a:t>Click to edit Master title style</a:t>
            </a:r>
          </a:p>
        </p:txBody>
      </p:sp>
      <p:sp>
        <p:nvSpPr>
          <p:cNvPr id="7" name="Text Placeholder 6"/>
          <p:cNvSpPr>
            <a:spLocks noGrp="1"/>
          </p:cNvSpPr>
          <p:nvPr>
            <p:ph type="body" sz="quarter" idx="12"/>
          </p:nvPr>
        </p:nvSpPr>
        <p:spPr>
          <a:xfrm>
            <a:off x="304800" y="1165013"/>
            <a:ext cx="5486400" cy="49712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184.xml><?xml version="1.0" encoding="utf-8"?>
<p:sldLayout xmlns:a="http://schemas.openxmlformats.org/drawingml/2006/main" xmlns:r="http://schemas.openxmlformats.org/officeDocument/2006/relationships" xmlns:p="http://schemas.openxmlformats.org/presentationml/2006/main" type="tx">
  <p:cSld name="Content 3">
    <p:spTree>
      <p:nvGrpSpPr>
        <p:cNvPr id="1" name=""/>
        <p:cNvGrpSpPr/>
        <p:nvPr/>
      </p:nvGrpSpPr>
      <p:grpSpPr>
        <a:xfrm>
          <a:off x="0" y="0"/>
          <a:ext cx="0" cy="0"/>
          <a:chOff x="0" y="0"/>
          <a:chExt cx="0" cy="0"/>
        </a:xfrm>
      </p:grpSpPr>
      <p:sp>
        <p:nvSpPr>
          <p:cNvPr id="1247" name="Shape 1247"/>
          <p:cNvSpPr>
            <a:spLocks noGrp="1"/>
          </p:cNvSpPr>
          <p:nvPr>
            <p:ph type="body" idx="1"/>
          </p:nvPr>
        </p:nvSpPr>
        <p:spPr>
          <a:xfrm>
            <a:off x="1643533" y="2400301"/>
            <a:ext cx="4000947" cy="4457700"/>
          </a:xfrm>
          <a:prstGeom prst="rect">
            <a:avLst/>
          </a:prstGeom>
        </p:spPr>
        <p:txBody>
          <a:bodyPr lIns="45718" tIns="45718" rIns="45718" bIns="45718">
            <a:normAutofit/>
          </a:bodyPr>
          <a:lstStyle>
            <a:lvl1pPr marL="195379" indent="-195379" defTabSz="412740">
              <a:lnSpc>
                <a:spcPct val="120000"/>
              </a:lnSpc>
              <a:spcBef>
                <a:spcPts val="2600"/>
              </a:spcBef>
              <a:defRPr sz="1600">
                <a:solidFill>
                  <a:srgbClr val="152835"/>
                </a:solidFill>
                <a:latin typeface="IBM Plex Sans"/>
                <a:ea typeface="IBM Plex Sans"/>
                <a:cs typeface="IBM Plex Sans"/>
                <a:sym typeface="Helvetica Light"/>
              </a:defRPr>
            </a:lvl1pPr>
            <a:lvl2pPr marL="512871" indent="-195379" defTabSz="412740">
              <a:lnSpc>
                <a:spcPct val="120000"/>
              </a:lnSpc>
              <a:spcBef>
                <a:spcPts val="2600"/>
              </a:spcBef>
              <a:buSzPct val="75000"/>
              <a:buChar char="•"/>
              <a:defRPr sz="1600">
                <a:solidFill>
                  <a:srgbClr val="152835"/>
                </a:solidFill>
                <a:latin typeface="IBM Plex Sans"/>
                <a:ea typeface="IBM Plex Sans"/>
                <a:cs typeface="IBM Plex Sans"/>
                <a:sym typeface="Helvetica Light"/>
              </a:defRPr>
            </a:lvl2pPr>
            <a:lvl3pPr marL="830363" indent="-195379" defTabSz="412740">
              <a:lnSpc>
                <a:spcPct val="120000"/>
              </a:lnSpc>
              <a:spcBef>
                <a:spcPts val="2600"/>
              </a:spcBef>
              <a:buSzPct val="75000"/>
              <a:defRPr sz="1600">
                <a:solidFill>
                  <a:srgbClr val="152835"/>
                </a:solidFill>
                <a:latin typeface="IBM Plex Sans"/>
                <a:ea typeface="IBM Plex Sans"/>
                <a:cs typeface="IBM Plex Sans"/>
                <a:sym typeface="Helvetica Light"/>
              </a:defRPr>
            </a:lvl3pPr>
            <a:lvl4pPr marL="1147855" indent="-195379" defTabSz="412740">
              <a:lnSpc>
                <a:spcPct val="120000"/>
              </a:lnSpc>
              <a:spcBef>
                <a:spcPts val="2600"/>
              </a:spcBef>
              <a:buSzPct val="75000"/>
              <a:buChar char="•"/>
              <a:defRPr sz="1600">
                <a:solidFill>
                  <a:srgbClr val="152835"/>
                </a:solidFill>
                <a:latin typeface="IBM Plex Sans"/>
                <a:ea typeface="IBM Plex Sans"/>
                <a:cs typeface="IBM Plex Sans"/>
                <a:sym typeface="Helvetica Light"/>
              </a:defRPr>
            </a:lvl4pPr>
            <a:lvl5pPr marL="1465347" indent="-195379" defTabSz="412740">
              <a:lnSpc>
                <a:spcPct val="120000"/>
              </a:lnSpc>
              <a:spcBef>
                <a:spcPts val="2600"/>
              </a:spcBef>
              <a:buSzPct val="75000"/>
              <a:buChar char="•"/>
              <a:defRPr sz="1600">
                <a:solidFill>
                  <a:srgbClr val="152835"/>
                </a:solidFill>
                <a:latin typeface="IBM Plex Sans"/>
                <a:ea typeface="IBM Plex Sans"/>
                <a:cs typeface="IBM Plex Sans"/>
                <a:sym typeface="Helvetica Light"/>
              </a:defRPr>
            </a:lvl5pPr>
          </a:lstStyle>
          <a:p>
            <a:pPr lvl="0">
              <a:defRPr sz="1800">
                <a:solidFill>
                  <a:srgbClr val="000000"/>
                </a:solidFill>
              </a:defRPr>
            </a:pPr>
            <a:r>
              <a:rPr sz="1600" dirty="0">
                <a:solidFill>
                  <a:srgbClr val="152835"/>
                </a:solidFill>
              </a:rPr>
              <a:t>Body Level One</a:t>
            </a:r>
          </a:p>
          <a:p>
            <a:pPr lvl="1">
              <a:defRPr sz="1800">
                <a:solidFill>
                  <a:srgbClr val="000000"/>
                </a:solidFill>
              </a:defRPr>
            </a:pPr>
            <a:r>
              <a:rPr sz="1600" dirty="0">
                <a:solidFill>
                  <a:srgbClr val="152835"/>
                </a:solidFill>
              </a:rPr>
              <a:t>Body Level Two</a:t>
            </a:r>
          </a:p>
          <a:p>
            <a:pPr lvl="2">
              <a:defRPr sz="1800">
                <a:solidFill>
                  <a:srgbClr val="000000"/>
                </a:solidFill>
              </a:defRPr>
            </a:pPr>
            <a:r>
              <a:rPr sz="1600" dirty="0">
                <a:solidFill>
                  <a:srgbClr val="152835"/>
                </a:solidFill>
              </a:rPr>
              <a:t>Body Level Three</a:t>
            </a:r>
          </a:p>
          <a:p>
            <a:pPr lvl="3">
              <a:defRPr sz="1800">
                <a:solidFill>
                  <a:srgbClr val="000000"/>
                </a:solidFill>
              </a:defRPr>
            </a:pPr>
            <a:r>
              <a:rPr sz="1600" dirty="0">
                <a:solidFill>
                  <a:srgbClr val="152835"/>
                </a:solidFill>
              </a:rPr>
              <a:t>Body Level Four</a:t>
            </a:r>
          </a:p>
          <a:p>
            <a:pPr lvl="4">
              <a:defRPr sz="1800">
                <a:solidFill>
                  <a:srgbClr val="000000"/>
                </a:solidFill>
              </a:defRPr>
            </a:pPr>
            <a:r>
              <a:rPr sz="1600" dirty="0">
                <a:solidFill>
                  <a:srgbClr val="152835"/>
                </a:solidFill>
              </a:rPr>
              <a:t>Body Level Five</a:t>
            </a:r>
          </a:p>
        </p:txBody>
      </p:sp>
      <p:sp>
        <p:nvSpPr>
          <p:cNvPr id="1248" name="Shape 1248"/>
          <p:cNvSpPr/>
          <p:nvPr/>
        </p:nvSpPr>
        <p:spPr>
          <a:xfrm>
            <a:off x="590902" y="528762"/>
            <a:ext cx="4028347" cy="508344"/>
          </a:xfrm>
          <a:prstGeom prst="rect">
            <a:avLst/>
          </a:prstGeom>
          <a:ln w="12700">
            <a:miter lim="400000"/>
          </a:ln>
          <a:extLst>
            <a:ext uri="{C572A759-6A51-4108-AA02-DFA0A04FC94B}">
              <ma14:wrappingTextBoxFlag xmlns:ma14="http://schemas.microsoft.com/office/mac/drawingml/2011/main" xmlns="" val="1"/>
            </a:ext>
          </a:extLst>
        </p:spPr>
        <p:txBody>
          <a:bodyPr wrap="none" lIns="25400" tIns="25400" rIns="25400" bIns="25400" anchor="ctr">
            <a:spAutoFit/>
          </a:bodyPr>
          <a:lstStyle>
            <a:lvl1pPr defTabSz="2438400">
              <a:lnSpc>
                <a:spcPct val="90000"/>
              </a:lnSpc>
              <a:defRPr sz="6600">
                <a:solidFill>
                  <a:srgbClr val="325C80"/>
                </a:solidFill>
                <a:latin typeface="HelvNeue Medium for IBM"/>
                <a:ea typeface="HelvNeue Medium for IBM"/>
                <a:cs typeface="HelvNeue Medium for IBM"/>
                <a:sym typeface="HelvNeue Medium for IBM"/>
              </a:defRPr>
            </a:lvl1pPr>
          </a:lstStyle>
          <a:p>
            <a:pPr>
              <a:defRPr sz="1800">
                <a:solidFill>
                  <a:srgbClr val="000000"/>
                </a:solidFill>
              </a:defRPr>
            </a:pPr>
            <a:r>
              <a:rPr sz="3300">
                <a:latin typeface="IBM Plex Sans"/>
                <a:ea typeface="IBM Plex Sans"/>
                <a:cs typeface="IBM Plex Sans"/>
              </a:rPr>
              <a:t>Slide Title Goes Here</a:t>
            </a:r>
          </a:p>
        </p:txBody>
      </p:sp>
      <p:sp>
        <p:nvSpPr>
          <p:cNvPr id="1249" name="Shape 1249"/>
          <p:cNvSpPr/>
          <p:nvPr/>
        </p:nvSpPr>
        <p:spPr>
          <a:xfrm>
            <a:off x="-2" y="-118533"/>
            <a:ext cx="12192003" cy="1681391"/>
          </a:xfrm>
          <a:prstGeom prst="rect">
            <a:avLst/>
          </a:prstGeom>
          <a:solidFill/>
          <a:ln w="12700">
            <a:miter lim="400000"/>
          </a:ln>
        </p:spPr>
        <p:txBody>
          <a:bodyPr lIns="0" tIns="0" rIns="0" bIns="0" anchor="ctr"/>
          <a:lstStyle/>
          <a:p>
            <a:pPr>
              <a:defRPr sz="3200">
                <a:solidFill>
                  <a:srgbClr val="FFFFFF"/>
                </a:solidFill>
                <a:latin typeface="Helvetica Light"/>
                <a:ea typeface="Helvetica Light"/>
                <a:cs typeface="Helvetica Light"/>
                <a:sym typeface="Helvetica Light"/>
              </a:defRPr>
            </a:pPr>
            <a:endParaRPr sz="1600">
              <a:solidFill>
                <a:srgbClr val="FFFFFF"/>
              </a:solidFill>
              <a:ea typeface="IBM Plex Sans"/>
              <a:cs typeface="IBM Plex Sans"/>
              <a:sym typeface="Helvetica Light"/>
            </a:endParaRPr>
          </a:p>
        </p:txBody>
      </p:sp>
      <p:sp>
        <p:nvSpPr>
          <p:cNvPr id="1250" name="Shape 1250"/>
          <p:cNvSpPr/>
          <p:nvPr/>
        </p:nvSpPr>
        <p:spPr>
          <a:xfrm>
            <a:off x="727806" y="1058652"/>
            <a:ext cx="451679" cy="1"/>
          </a:xfrm>
          <a:prstGeom prst="line">
            <a:avLst/>
          </a:prstGeom>
          <a:ln w="76200">
            <a:solidFill>
              <a:srgbClr val="5EA2F0"/>
            </a:solidFill>
            <a:miter lim="400000"/>
          </a:ln>
        </p:spPr>
        <p:txBody>
          <a:bodyPr lIns="0" tIns="0" rIns="0" bIns="0"/>
          <a:lstStyle/>
          <a:p>
            <a:pPr defTabSz="228594">
              <a:defRPr sz="1200">
                <a:latin typeface="+mj-lt"/>
                <a:ea typeface="+mj-ea"/>
                <a:cs typeface="+mj-cs"/>
                <a:sym typeface="Helvetica"/>
              </a:defRPr>
            </a:pPr>
            <a:endParaRPr sz="600">
              <a:solidFill>
                <a:srgbClr val="000000"/>
              </a:solidFill>
              <a:sym typeface="Helvetica"/>
            </a:endParaRPr>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185.xml><?xml version="1.0" encoding="utf-8"?>
<p:sldLayout xmlns:a="http://schemas.openxmlformats.org/drawingml/2006/main" xmlns:r="http://schemas.openxmlformats.org/officeDocument/2006/relationships" xmlns:p="http://schemas.openxmlformats.org/presentationml/2006/main">
  <p:cSld name="TextCloudEyebrow">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add title</a:t>
            </a:r>
          </a:p>
        </p:txBody>
      </p:sp>
      <p:sp>
        <p:nvSpPr>
          <p:cNvPr id="7" name="Text Placeholder 6"/>
          <p:cNvSpPr>
            <a:spLocks noGrp="1"/>
          </p:cNvSpPr>
          <p:nvPr>
            <p:ph type="body" sz="quarter" idx="10"/>
          </p:nvPr>
        </p:nvSpPr>
        <p:spPr>
          <a:xfrm>
            <a:off x="485424" y="1498601"/>
            <a:ext cx="11345333" cy="1500154"/>
          </a:xfrm>
        </p:spPr>
        <p:txBody>
          <a:bodyPr>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186.xml><?xml version="1.0" encoding="utf-8"?>
<p:sldLayout xmlns:a="http://schemas.openxmlformats.org/drawingml/2006/main" xmlns:r="http://schemas.openxmlformats.org/officeDocument/2006/relationships" xmlns:p="http://schemas.openxmlformats.org/presentationml/2006/main">
  <p:cSld name="table">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0BE6F14-FF48-0F4F-A8AA-2E3F25371E4A}" type="slidenum">
              <a:rPr lang="en-US" smtClean="0">
                <a:solidFill>
                  <a:srgbClr val="FFFFFF"/>
                </a:solidFill>
              </a:rPr>
              <a:pPr/>
              <a:t>‹#›</a:t>
            </a:fld>
            <a:endParaRPr lang="en-US" dirty="0">
              <a:solidFill>
                <a:srgbClr val="FFFFFF"/>
              </a:solidFill>
            </a:endParaRPr>
          </a:p>
        </p:txBody>
      </p:sp>
      <p:sp>
        <p:nvSpPr>
          <p:cNvPr id="4" name="Footer Placeholder 3"/>
          <p:cNvSpPr>
            <a:spLocks noGrp="1"/>
          </p:cNvSpPr>
          <p:nvPr>
            <p:ph type="ftr" sz="quarter" idx="11"/>
          </p:nvPr>
        </p:nvSpPr>
        <p:spPr/>
        <p:txBody>
          <a:bodyPr/>
          <a:lstStyle/>
          <a:p>
            <a:r>
              <a:rPr lang="de-DE" dirty="0">
                <a:solidFill>
                  <a:srgbClr val="FFFFFF"/>
                </a:solidFill>
              </a:rPr>
              <a:t>Group Name / DOC ID / Month XX, 2017 / © 2017 IBM Corporation</a:t>
            </a:r>
            <a:endParaRPr lang="en-US" dirty="0">
              <a:solidFill>
                <a:srgbClr val="FFFFFF"/>
              </a:solidFill>
            </a:endParaRPr>
          </a:p>
        </p:txBody>
      </p:sp>
      <p:sp>
        <p:nvSpPr>
          <p:cNvPr id="6" name="Text Placeholder 5"/>
          <p:cNvSpPr>
            <a:spLocks noGrp="1"/>
          </p:cNvSpPr>
          <p:nvPr>
            <p:ph type="body" sz="quarter" idx="12"/>
          </p:nvPr>
        </p:nvSpPr>
        <p:spPr>
          <a:xfrm>
            <a:off x="304800" y="256033"/>
            <a:ext cx="2438400" cy="5878660"/>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able Placeholder 6"/>
          <p:cNvSpPr>
            <a:spLocks noGrp="1"/>
          </p:cNvSpPr>
          <p:nvPr>
            <p:ph type="tbl" sz="quarter" idx="13"/>
          </p:nvPr>
        </p:nvSpPr>
        <p:spPr>
          <a:xfrm>
            <a:off x="3352800" y="300567"/>
            <a:ext cx="8534400" cy="6129867"/>
          </a:xfrm>
        </p:spPr>
        <p:txBody>
          <a:bodyPr/>
          <a:lstStyle/>
          <a:p>
            <a:r>
              <a:rPr lang="en-US" dirty="0"/>
              <a:t>Click icon to add table</a:t>
            </a:r>
          </a:p>
        </p:txBody>
      </p:sp>
    </p:spTree>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p:cSld name="1_section, title, text (four columns)">
    <p:spTree>
      <p:nvGrpSpPr>
        <p:cNvPr id="1" name=""/>
        <p:cNvGrpSpPr/>
        <p:nvPr/>
      </p:nvGrpSpPr>
      <p:grpSpPr>
        <a:xfrm>
          <a:off x="0" y="0"/>
          <a:ext cx="0" cy="0"/>
          <a:chOff x="0" y="0"/>
          <a:chExt cx="0" cy="0"/>
        </a:xfrm>
      </p:grpSpPr>
      <p:sp>
        <p:nvSpPr>
          <p:cNvPr id="2" name="Title 1"/>
          <p:cNvSpPr>
            <a:spLocks noGrp="1"/>
          </p:cNvSpPr>
          <p:nvPr>
            <p:ph type="title"/>
          </p:nvPr>
        </p:nvSpPr>
        <p:spPr>
          <a:xfrm>
            <a:off x="304800" y="548640"/>
            <a:ext cx="8534400" cy="853440"/>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4" name="Footer Placeholder 3"/>
          <p:cNvSpPr>
            <a:spLocks noGrp="1"/>
          </p:cNvSpPr>
          <p:nvPr>
            <p:ph type="ftr" sz="quarter" idx="11"/>
          </p:nvPr>
        </p:nvSpPr>
        <p:spPr/>
        <p:txBody>
          <a:bodyPr/>
          <a:lstStyle/>
          <a:p>
            <a:r>
              <a:rPr lang="en-US" dirty="0">
                <a:solidFill>
                  <a:srgbClr val="FFFFFF"/>
                </a:solidFill>
              </a:rPr>
              <a:t>Group Name / DOC ID / Month XX, 2017 / © 2017 IBM Corporation</a:t>
            </a:r>
          </a:p>
        </p:txBody>
      </p:sp>
      <p:sp>
        <p:nvSpPr>
          <p:cNvPr id="6" name="Text Placeholder 5"/>
          <p:cNvSpPr>
            <a:spLocks noGrp="1"/>
          </p:cNvSpPr>
          <p:nvPr>
            <p:ph type="body" sz="quarter" idx="12"/>
          </p:nvPr>
        </p:nvSpPr>
        <p:spPr>
          <a:xfrm>
            <a:off x="6400800" y="1457959"/>
            <a:ext cx="2438400" cy="4786207"/>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1"/>
          <p:cNvSpPr>
            <a:spLocks noGrp="1"/>
          </p:cNvSpPr>
          <p:nvPr>
            <p:ph type="body" sz="quarter" idx="13"/>
          </p:nvPr>
        </p:nvSpPr>
        <p:spPr>
          <a:xfrm>
            <a:off x="304800" y="268225"/>
            <a:ext cx="5486400" cy="400049"/>
          </a:xfrm>
        </p:spPr>
        <p:txBody>
          <a:bodyPr/>
          <a:lstStyle>
            <a:lvl1pPr>
              <a:defRPr sz="1467"/>
            </a:lvl1pPr>
          </a:lstStyle>
          <a:p>
            <a:pPr lvl="0"/>
            <a:r>
              <a:rPr lang="en-US"/>
              <a:t>Click to edit Master text styles</a:t>
            </a:r>
          </a:p>
        </p:txBody>
      </p:sp>
      <p:sp>
        <p:nvSpPr>
          <p:cNvPr id="7" name="Text Placeholder 6"/>
          <p:cNvSpPr>
            <a:spLocks noGrp="1"/>
          </p:cNvSpPr>
          <p:nvPr>
            <p:ph type="body" sz="quarter" idx="14"/>
          </p:nvPr>
        </p:nvSpPr>
        <p:spPr>
          <a:xfrm>
            <a:off x="304800" y="1457959"/>
            <a:ext cx="2438400" cy="4786207"/>
          </a:xfrm>
        </p:spPr>
        <p:txBody>
          <a:bodyPr/>
          <a:lstStyle>
            <a:lvl1pPr>
              <a:spcBef>
                <a:spcPts val="1467"/>
              </a:spcBef>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7"/>
          <p:cNvSpPr>
            <a:spLocks noGrp="1"/>
          </p:cNvSpPr>
          <p:nvPr>
            <p:ph type="body" sz="quarter" idx="15"/>
          </p:nvPr>
        </p:nvSpPr>
        <p:spPr>
          <a:xfrm>
            <a:off x="3352800" y="1457959"/>
            <a:ext cx="2438400" cy="4786207"/>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9"/>
          <p:cNvSpPr>
            <a:spLocks noGrp="1"/>
          </p:cNvSpPr>
          <p:nvPr>
            <p:ph type="body" sz="quarter" idx="16"/>
          </p:nvPr>
        </p:nvSpPr>
        <p:spPr>
          <a:xfrm>
            <a:off x="9448800" y="1457959"/>
            <a:ext cx="2438400" cy="4786207"/>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p:cSld name="TextPlai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add title</a:t>
            </a:r>
          </a:p>
        </p:txBody>
      </p:sp>
      <p:sp>
        <p:nvSpPr>
          <p:cNvPr id="5" name="TextBox 4"/>
          <p:cNvSpPr txBox="1"/>
          <p:nvPr/>
        </p:nvSpPr>
        <p:spPr>
          <a:xfrm>
            <a:off x="417690" y="1185335"/>
            <a:ext cx="9493956" cy="276999"/>
          </a:xfrm>
          <a:prstGeom prst="rect">
            <a:avLst/>
          </a:prstGeom>
          <a:noFill/>
        </p:spPr>
        <p:txBody>
          <a:bodyPr wrap="square" rtlCol="0">
            <a:spAutoFit/>
          </a:bodyPr>
          <a:lstStyle/>
          <a:p>
            <a:pPr defTabSz="914377"/>
            <a:r>
              <a:rPr lang="en-US" sz="1200" kern="0" spc="-31" dirty="0">
                <a:solidFill>
                  <a:srgbClr val="FFFFFF"/>
                </a:solidFill>
                <a:latin typeface="Arial"/>
                <a:cs typeface="Arial"/>
              </a:rPr>
              <a:t>text</a:t>
            </a:r>
          </a:p>
        </p:txBody>
      </p:sp>
      <p:sp>
        <p:nvSpPr>
          <p:cNvPr id="7" name="Text Placeholder 6"/>
          <p:cNvSpPr>
            <a:spLocks noGrp="1"/>
          </p:cNvSpPr>
          <p:nvPr>
            <p:ph type="body" sz="quarter" idx="10"/>
          </p:nvPr>
        </p:nvSpPr>
        <p:spPr>
          <a:xfrm>
            <a:off x="485424" y="1498601"/>
            <a:ext cx="11345333" cy="1499897"/>
          </a:xfrm>
        </p:spPr>
        <p:txBody>
          <a:bodyPr>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Gradient Title">
    <p:spTree>
      <p:nvGrpSpPr>
        <p:cNvPr id="1" name=""/>
        <p:cNvGrpSpPr/>
        <p:nvPr/>
      </p:nvGrpSpPr>
      <p:grpSpPr>
        <a:xfrm>
          <a:off x="0" y="0"/>
          <a:ext cx="0" cy="0"/>
          <a:chOff x="0" y="0"/>
          <a:chExt cx="0" cy="0"/>
        </a:xfrm>
      </p:grpSpPr>
      <p:sp>
        <p:nvSpPr>
          <p:cNvPr id="5" name="Rectangle 4"/>
          <p:cNvSpPr/>
          <p:nvPr userDrawn="1"/>
        </p:nvSpPr>
        <p:spPr>
          <a:xfrm>
            <a:off x="0" y="0"/>
            <a:ext cx="12192000" cy="6858000"/>
          </a:xfrm>
          <a:prstGeom prst="rect">
            <a:avLst/>
          </a:prstGeom>
          <a:gradFill flip="none" rotWithShape="1">
            <a:gsLst>
              <a:gs pos="1000">
                <a:srgbClr val="0F6DFF"/>
              </a:gs>
              <a:gs pos="100000">
                <a:prstClr val="white">
                  <a:alpha val="0"/>
                </a:prstClr>
              </a:gs>
            </a:gsLst>
            <a:lin ang="16200000" scaled="0"/>
            <a:tileRect/>
          </a:gradFill>
        </p:spPr>
        <p:txBody>
          <a:bodyPr wrap="square" lIns="0" tIns="0" rIns="0" bIns="0" rtlCol="0" anchor="ctr">
            <a:noAutofit/>
          </a:bodyPr>
          <a:lstStyle/>
          <a:p>
            <a:pPr algn="ctr" defTabSz="914377"/>
            <a:endParaRPr lang="en-US" sz="1600" dirty="0">
              <a:solidFill>
                <a:srgbClr val="FFFFFF"/>
              </a:solidFill>
              <a:cs typeface="IBM Plex Sans"/>
            </a:endParaRPr>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7" name="Title 6"/>
          <p:cNvSpPr>
            <a:spLocks noGrp="1"/>
          </p:cNvSpPr>
          <p:nvPr>
            <p:ph type="title"/>
          </p:nvPr>
        </p:nvSpPr>
        <p:spPr>
          <a:xfrm>
            <a:off x="304800" y="2668804"/>
            <a:ext cx="4775200" cy="652949"/>
          </a:xfrm>
        </p:spPr>
        <p:txBody>
          <a:bodyPr anchor="b"/>
          <a:lstStyle>
            <a:lvl1pPr>
              <a:defRPr sz="3733"/>
            </a:lvl1pPr>
          </a:lstStyle>
          <a:p>
            <a:r>
              <a:rPr lang="en-US" dirty="0"/>
              <a:t>Click to edit Master title style</a:t>
            </a:r>
          </a:p>
        </p:txBody>
      </p:sp>
      <p:sp>
        <p:nvSpPr>
          <p:cNvPr id="9" name="Text Placeholder 8"/>
          <p:cNvSpPr>
            <a:spLocks noGrp="1"/>
          </p:cNvSpPr>
          <p:nvPr>
            <p:ph type="body" sz="quarter" idx="11"/>
          </p:nvPr>
        </p:nvSpPr>
        <p:spPr>
          <a:xfrm>
            <a:off x="304800" y="3525520"/>
            <a:ext cx="5655733" cy="300122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a:t>
            </a:r>
            <a:r>
              <a:rPr lang="en-US" dirty="0" err="1"/>
              <a:t>levelv</a:t>
            </a:r>
            <a:endParaRPr lang="en-US" dirty="0"/>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1_Gradient Title">
    <p:spTree>
      <p:nvGrpSpPr>
        <p:cNvPr id="1" name=""/>
        <p:cNvGrpSpPr/>
        <p:nvPr/>
      </p:nvGrpSpPr>
      <p:grpSpPr>
        <a:xfrm>
          <a:off x="0" y="0"/>
          <a:ext cx="0" cy="0"/>
          <a:chOff x="0" y="0"/>
          <a:chExt cx="0" cy="0"/>
        </a:xfrm>
      </p:grpSpPr>
      <p:sp>
        <p:nvSpPr>
          <p:cNvPr id="5" name="Rectangle 4"/>
          <p:cNvSpPr/>
          <p:nvPr userDrawn="1"/>
        </p:nvSpPr>
        <p:spPr>
          <a:xfrm>
            <a:off x="0" y="0"/>
            <a:ext cx="12192000" cy="6858000"/>
          </a:xfrm>
          <a:prstGeom prst="rect">
            <a:avLst/>
          </a:prstGeom>
          <a:gradFill flip="none" rotWithShape="1">
            <a:gsLst>
              <a:gs pos="0">
                <a:srgbClr val="0F6DFF"/>
              </a:gs>
              <a:gs pos="95000">
                <a:srgbClr val="7EDDD3"/>
              </a:gs>
            </a:gsLst>
            <a:lin ang="16200000" scaled="0"/>
            <a:tileRect/>
          </a:gradFill>
        </p:spPr>
        <p:txBody>
          <a:bodyPr wrap="square" lIns="0" tIns="0" rIns="0" bIns="0" rtlCol="0" anchor="ctr">
            <a:noAutofit/>
          </a:bodyPr>
          <a:lstStyle/>
          <a:p>
            <a:pPr algn="ctr" defTabSz="914377"/>
            <a:endParaRPr lang="en-US" sz="1600" dirty="0">
              <a:solidFill>
                <a:srgbClr val="FFFFFF"/>
              </a:solidFill>
              <a:cs typeface="IBM Plex Sans"/>
            </a:endParaRPr>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7" name="Title 6"/>
          <p:cNvSpPr>
            <a:spLocks noGrp="1"/>
          </p:cNvSpPr>
          <p:nvPr>
            <p:ph type="title"/>
          </p:nvPr>
        </p:nvSpPr>
        <p:spPr>
          <a:xfrm>
            <a:off x="304800" y="2664292"/>
            <a:ext cx="4732867" cy="652949"/>
          </a:xfrm>
        </p:spPr>
        <p:txBody>
          <a:bodyPr anchor="b"/>
          <a:lstStyle>
            <a:lvl1pPr>
              <a:defRPr sz="3733"/>
            </a:lvl1pPr>
          </a:lstStyle>
          <a:p>
            <a:r>
              <a:rPr lang="en-US" dirty="0"/>
              <a:t>Click to edit Master title style</a:t>
            </a:r>
          </a:p>
        </p:txBody>
      </p:sp>
      <p:sp>
        <p:nvSpPr>
          <p:cNvPr id="9" name="Text Placeholder 8"/>
          <p:cNvSpPr>
            <a:spLocks noGrp="1"/>
          </p:cNvSpPr>
          <p:nvPr>
            <p:ph type="body" sz="quarter" idx="11"/>
          </p:nvPr>
        </p:nvSpPr>
        <p:spPr>
          <a:xfrm>
            <a:off x="304800" y="3532293"/>
            <a:ext cx="5655733" cy="300122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a:t>
            </a:r>
            <a:r>
              <a:rPr lang="en-US" dirty="0" err="1"/>
              <a:t>levelv</a:t>
            </a:r>
            <a:endParaRPr lang="en-US" dirty="0"/>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p:cSld name="Title, blank">
    <p:spTree>
      <p:nvGrpSpPr>
        <p:cNvPr id="1" name=""/>
        <p:cNvGrpSpPr/>
        <p:nvPr/>
      </p:nvGrpSpPr>
      <p:grpSpPr>
        <a:xfrm>
          <a:off x="0" y="0"/>
          <a:ext cx="0" cy="0"/>
          <a:chOff x="0" y="0"/>
          <a:chExt cx="0" cy="0"/>
        </a:xfrm>
      </p:grpSpPr>
      <p:sp>
        <p:nvSpPr>
          <p:cNvPr id="2" name="Title 1"/>
          <p:cNvSpPr>
            <a:spLocks noGrp="1"/>
          </p:cNvSpPr>
          <p:nvPr>
            <p:ph type="title"/>
          </p:nvPr>
        </p:nvSpPr>
        <p:spPr>
          <a:xfrm>
            <a:off x="304800" y="304800"/>
            <a:ext cx="5486400" cy="508000"/>
          </a:xfrm>
        </p:spPr>
        <p:txBody>
          <a:bodyPr/>
          <a:lstStyle/>
          <a:p>
            <a:r>
              <a:rPr lang="en-US" dirty="0"/>
              <a:t>Click to edit Master title style</a:t>
            </a:r>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6" name="Footer Placeholder 3"/>
          <p:cNvSpPr txBox="1">
            <a:spLocks/>
          </p:cNvSpPr>
          <p:nvPr userDrawn="1"/>
        </p:nvSpPr>
        <p:spPr>
          <a:xfrm>
            <a:off x="304800" y="6526747"/>
            <a:ext cx="8534400" cy="182880"/>
          </a:xfrm>
          <a:prstGeom prst="rect">
            <a:avLst/>
          </a:prstGeom>
        </p:spPr>
        <p:txBody>
          <a:bodyPr anchor="ctr"/>
          <a:lstStyle>
            <a:defPPr>
              <a:defRPr lang="en-US"/>
            </a:defPPr>
            <a:lvl1pPr marL="0" algn="l" defTabSz="685800" rtl="0" eaLnBrk="1" latinLnBrk="0" hangingPunct="1">
              <a:defRPr sz="60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800" dirty="0">
                <a:solidFill>
                  <a:srgbClr val="FFFFFF"/>
                </a:solidFill>
              </a:rPr>
              <a:t>IBM </a:t>
            </a:r>
            <a:r>
              <a:rPr lang="en-US" sz="800" dirty="0">
                <a:solidFill>
                  <a:srgbClr val="FFFFFF"/>
                </a:solidFill>
                <a:cs typeface="IBM Plex Sans"/>
              </a:rPr>
              <a:t>Cloud</a:t>
            </a:r>
            <a:r>
              <a:rPr lang="en-US" sz="800" dirty="0">
                <a:solidFill>
                  <a:srgbClr val="FFFFFF"/>
                </a:solidFill>
              </a:rPr>
              <a:t>/ © 2018 IBM Corporation</a:t>
            </a:r>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p:cSld name="Title and 2 text columns">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5"/>
            <a:ext cx="5486400" cy="894532"/>
          </a:xfrm>
        </p:spPr>
        <p:txBody>
          <a:bodyPr/>
          <a:lstStyle/>
          <a:p>
            <a:r>
              <a:rPr lang="en-US"/>
              <a:t>Click to edit Master title style</a:t>
            </a:r>
            <a:endParaRPr lang="en-US" dirty="0"/>
          </a:p>
        </p:txBody>
      </p:sp>
      <p:sp>
        <p:nvSpPr>
          <p:cNvPr id="8" name="Text Placeholder 7"/>
          <p:cNvSpPr>
            <a:spLocks noGrp="1"/>
          </p:cNvSpPr>
          <p:nvPr>
            <p:ph type="body" sz="quarter" idx="12"/>
          </p:nvPr>
        </p:nvSpPr>
        <p:spPr>
          <a:xfrm>
            <a:off x="304800" y="1499617"/>
            <a:ext cx="5486400" cy="4781127"/>
          </a:xfrm>
        </p:spPr>
        <p:txBody>
          <a:bodyPr/>
          <a:lstStyle>
            <a:lvl1pPr>
              <a:spcBef>
                <a:spcPts val="0"/>
              </a:spcBef>
              <a:defRPr sz="1867" b="0" i="0">
                <a:latin typeface="IBM Plex Sans"/>
                <a:cs typeface="IBM Plex Sans"/>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9"/>
          <p:cNvSpPr>
            <a:spLocks noGrp="1"/>
          </p:cNvSpPr>
          <p:nvPr>
            <p:ph type="body" sz="quarter" idx="13"/>
          </p:nvPr>
        </p:nvSpPr>
        <p:spPr>
          <a:xfrm>
            <a:off x="6400800" y="1499617"/>
            <a:ext cx="5486400" cy="4781127"/>
          </a:xfrm>
        </p:spPr>
        <p:txBody>
          <a:bodyPr/>
          <a:lstStyle>
            <a:lvl1pPr>
              <a:spcBef>
                <a:spcPts val="0"/>
              </a:spcBef>
              <a:defRPr sz="1867" b="0" i="0">
                <a:latin typeface="IBM Plex Sans"/>
                <a:cs typeface="IBM Plex Sans"/>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3"/>
          <p:cNvSpPr txBox="1">
            <a:spLocks/>
          </p:cNvSpPr>
          <p:nvPr userDrawn="1"/>
        </p:nvSpPr>
        <p:spPr>
          <a:xfrm>
            <a:off x="304800" y="6526747"/>
            <a:ext cx="8534400" cy="182880"/>
          </a:xfrm>
          <a:prstGeom prst="rect">
            <a:avLst/>
          </a:prstGeom>
        </p:spPr>
        <p:txBody>
          <a:bodyPr anchor="ctr"/>
          <a:lstStyle>
            <a:defPPr>
              <a:defRPr lang="en-US"/>
            </a:defPPr>
            <a:lvl1pPr marL="0" algn="l" defTabSz="685800" rtl="0" eaLnBrk="1" latinLnBrk="0" hangingPunct="1">
              <a:defRPr sz="60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800" dirty="0">
                <a:solidFill>
                  <a:srgbClr val="FFFFFF"/>
                </a:solidFill>
              </a:rPr>
              <a:t>IBM </a:t>
            </a:r>
            <a:r>
              <a:rPr lang="en-US" sz="800" dirty="0">
                <a:solidFill>
                  <a:srgbClr val="FFFFFF"/>
                </a:solidFill>
                <a:cs typeface="IBM Plex Sans"/>
              </a:rPr>
              <a:t>Cloud</a:t>
            </a:r>
            <a:r>
              <a:rPr lang="en-US" sz="800" dirty="0">
                <a:solidFill>
                  <a:srgbClr val="FFFFFF"/>
                </a:solidFill>
              </a:rPr>
              <a:t>/ © 2018 IBM Corporation</a:t>
            </a:r>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Title and 1 text">
    <p:spTree>
      <p:nvGrpSpPr>
        <p:cNvPr id="1" name=""/>
        <p:cNvGrpSpPr/>
        <p:nvPr/>
      </p:nvGrpSpPr>
      <p:grpSpPr>
        <a:xfrm>
          <a:off x="0" y="0"/>
          <a:ext cx="0" cy="0"/>
          <a:chOff x="0" y="0"/>
          <a:chExt cx="0" cy="0"/>
        </a:xfrm>
      </p:grpSpPr>
      <p:sp>
        <p:nvSpPr>
          <p:cNvPr id="2" name="Title 1"/>
          <p:cNvSpPr>
            <a:spLocks noGrp="1"/>
          </p:cNvSpPr>
          <p:nvPr>
            <p:ph type="title"/>
          </p:nvPr>
        </p:nvSpPr>
        <p:spPr>
          <a:xfrm>
            <a:off x="304800" y="304800"/>
            <a:ext cx="5486400" cy="544576"/>
          </a:xfrm>
        </p:spPr>
        <p:txBody>
          <a:bodyPr/>
          <a:lstStyle/>
          <a:p>
            <a:r>
              <a:rPr lang="en-US"/>
              <a:t>Click to edit Master title style</a:t>
            </a:r>
            <a:endParaRPr lang="en-US" dirty="0"/>
          </a:p>
        </p:txBody>
      </p:sp>
      <p:sp>
        <p:nvSpPr>
          <p:cNvPr id="8" name="Text Placeholder 7"/>
          <p:cNvSpPr>
            <a:spLocks noGrp="1"/>
          </p:cNvSpPr>
          <p:nvPr>
            <p:ph type="body" sz="quarter" idx="12"/>
          </p:nvPr>
        </p:nvSpPr>
        <p:spPr>
          <a:xfrm>
            <a:off x="304800" y="1881718"/>
            <a:ext cx="5486400" cy="4399025"/>
          </a:xfrm>
        </p:spPr>
        <p:txBody>
          <a:bodyPr/>
          <a:lstStyle>
            <a:lvl1pPr>
              <a:spcBef>
                <a:spcPts val="0"/>
              </a:spcBef>
              <a:defRPr sz="1867" b="0" i="0">
                <a:latin typeface="IBM Plex Sans"/>
                <a:cs typeface="IBM Plex Sans"/>
              </a:defRPr>
            </a:lvl1pPr>
          </a:lstStyle>
          <a:p>
            <a:pPr lvl="0"/>
            <a:r>
              <a:rPr lang="en-US" dirty="0"/>
              <a:t>Click to edit Master text styles</a:t>
            </a:r>
          </a:p>
          <a:p>
            <a:pPr lvl="1"/>
            <a:r>
              <a:rPr lang="en-US" dirty="0"/>
              <a:t>Second level</a:t>
            </a:r>
          </a:p>
          <a:p>
            <a:pPr lvl="2"/>
            <a:r>
              <a:rPr lang="en-US" dirty="0"/>
              <a:t>Third level</a:t>
            </a:r>
          </a:p>
        </p:txBody>
      </p:sp>
      <p:sp>
        <p:nvSpPr>
          <p:cNvPr id="7" name="Footer Placeholder 3"/>
          <p:cNvSpPr txBox="1">
            <a:spLocks/>
          </p:cNvSpPr>
          <p:nvPr userDrawn="1"/>
        </p:nvSpPr>
        <p:spPr>
          <a:xfrm>
            <a:off x="304800" y="6526747"/>
            <a:ext cx="8534400" cy="182880"/>
          </a:xfrm>
          <a:prstGeom prst="rect">
            <a:avLst/>
          </a:prstGeom>
        </p:spPr>
        <p:txBody>
          <a:bodyPr anchor="ctr"/>
          <a:lstStyle>
            <a:defPPr>
              <a:defRPr lang="en-US"/>
            </a:defPPr>
            <a:lvl1pPr marL="0" algn="l" defTabSz="685800" rtl="0" eaLnBrk="1" latinLnBrk="0" hangingPunct="1">
              <a:defRPr sz="60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800" dirty="0">
                <a:solidFill>
                  <a:srgbClr val="FFFFFF"/>
                </a:solidFill>
              </a:rPr>
              <a:t>IBM </a:t>
            </a:r>
            <a:r>
              <a:rPr lang="en-US" sz="800" dirty="0">
                <a:solidFill>
                  <a:srgbClr val="FFFFFF"/>
                </a:solidFill>
                <a:cs typeface="IBM Plex Sans"/>
              </a:rPr>
              <a:t>Cloud</a:t>
            </a:r>
            <a:r>
              <a:rPr lang="en-US" sz="800" dirty="0">
                <a:solidFill>
                  <a:srgbClr val="FFFFFF"/>
                </a:solidFill>
              </a:rPr>
              <a:t>/© 2018 IBM Corporation</a:t>
            </a:r>
          </a:p>
        </p:txBody>
      </p:sp>
      <p:sp>
        <p:nvSpPr>
          <p:cNvPr id="5" name="Text Placeholder 4"/>
          <p:cNvSpPr>
            <a:spLocks noGrp="1"/>
          </p:cNvSpPr>
          <p:nvPr>
            <p:ph type="body" sz="quarter" idx="13"/>
          </p:nvPr>
        </p:nvSpPr>
        <p:spPr>
          <a:xfrm>
            <a:off x="304800" y="812800"/>
            <a:ext cx="5486400" cy="620184"/>
          </a:xfrm>
        </p:spPr>
        <p:txBody>
          <a:bodyPr/>
          <a:lstStyle/>
          <a:p>
            <a:pPr lvl="0"/>
            <a:r>
              <a:rPr lang="en-US" dirty="0"/>
              <a:t>Click to edit Master text </a:t>
            </a:r>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section, title, text (two columns)">
    <p:spTree>
      <p:nvGrpSpPr>
        <p:cNvPr id="1" name=""/>
        <p:cNvGrpSpPr/>
        <p:nvPr/>
      </p:nvGrpSpPr>
      <p:grpSpPr>
        <a:xfrm>
          <a:off x="0" y="0"/>
          <a:ext cx="0" cy="0"/>
          <a:chOff x="0" y="0"/>
          <a:chExt cx="0" cy="0"/>
        </a:xfrm>
      </p:grpSpPr>
      <p:sp>
        <p:nvSpPr>
          <p:cNvPr id="2" name="Title 1"/>
          <p:cNvSpPr>
            <a:spLocks noGrp="1"/>
          </p:cNvSpPr>
          <p:nvPr>
            <p:ph type="title"/>
          </p:nvPr>
        </p:nvSpPr>
        <p:spPr>
          <a:xfrm>
            <a:off x="304800" y="304800"/>
            <a:ext cx="5793317" cy="853440"/>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6" name="Text Placeholder 5"/>
          <p:cNvSpPr>
            <a:spLocks noGrp="1"/>
          </p:cNvSpPr>
          <p:nvPr>
            <p:ph type="body" sz="quarter" idx="12"/>
          </p:nvPr>
        </p:nvSpPr>
        <p:spPr>
          <a:xfrm>
            <a:off x="6400800" y="1457960"/>
            <a:ext cx="5486400" cy="4786208"/>
          </a:xfrm>
        </p:spPr>
        <p:txBody>
          <a:bodyPr/>
          <a:lstStyle>
            <a:lvl1pPr>
              <a:defRPr sz="2133"/>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6"/>
          <p:cNvSpPr>
            <a:spLocks noGrp="1"/>
          </p:cNvSpPr>
          <p:nvPr>
            <p:ph type="body" sz="quarter" idx="14"/>
          </p:nvPr>
        </p:nvSpPr>
        <p:spPr>
          <a:xfrm>
            <a:off x="304799" y="1457961"/>
            <a:ext cx="5644444" cy="4786207"/>
          </a:xfrm>
        </p:spPr>
        <p:txBody>
          <a:bodyPr/>
          <a:lstStyle>
            <a:lvl1pPr>
              <a:defRPr sz="2133"/>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3"/>
          <p:cNvSpPr>
            <a:spLocks noGrp="1"/>
          </p:cNvSpPr>
          <p:nvPr>
            <p:ph type="ftr" sz="quarter" idx="11"/>
          </p:nvPr>
        </p:nvSpPr>
        <p:spPr>
          <a:xfrm>
            <a:off x="304800" y="6526747"/>
            <a:ext cx="8534400" cy="182880"/>
          </a:xfrm>
        </p:spPr>
        <p:txBody>
          <a:bodyPr/>
          <a:lstStyle/>
          <a:p>
            <a:r>
              <a:rPr lang="en-US" dirty="0">
                <a:solidFill>
                  <a:srgbClr val="FFFFFF"/>
                </a:solidFill>
              </a:rPr>
              <a:t>IBM </a:t>
            </a:r>
            <a:r>
              <a:rPr lang="en-US" dirty="0">
                <a:solidFill>
                  <a:srgbClr val="FFFFFF"/>
                </a:solidFill>
                <a:cs typeface="IBM Plex Sans"/>
              </a:rPr>
              <a:t>Cloud</a:t>
            </a:r>
            <a:r>
              <a:rPr lang="en-US" dirty="0">
                <a:solidFill>
                  <a:srgbClr val="FFFFFF"/>
                </a:solidFill>
              </a:rPr>
              <a:t>/ DOC ID / Month XX, 2017 / © 2017 IBM Corporation</a:t>
            </a:r>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section, title, text (four columns)">
    <p:spTree>
      <p:nvGrpSpPr>
        <p:cNvPr id="1" name=""/>
        <p:cNvGrpSpPr/>
        <p:nvPr/>
      </p:nvGrpSpPr>
      <p:grpSpPr>
        <a:xfrm>
          <a:off x="0" y="0"/>
          <a:ext cx="0" cy="0"/>
          <a:chOff x="0" y="0"/>
          <a:chExt cx="0" cy="0"/>
        </a:xfrm>
      </p:grpSpPr>
      <p:sp>
        <p:nvSpPr>
          <p:cNvPr id="2" name="Title 1"/>
          <p:cNvSpPr>
            <a:spLocks noGrp="1"/>
          </p:cNvSpPr>
          <p:nvPr>
            <p:ph type="title"/>
          </p:nvPr>
        </p:nvSpPr>
        <p:spPr>
          <a:xfrm>
            <a:off x="304800" y="548640"/>
            <a:ext cx="8534400" cy="853440"/>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6" name="Text Placeholder 5"/>
          <p:cNvSpPr>
            <a:spLocks noGrp="1"/>
          </p:cNvSpPr>
          <p:nvPr>
            <p:ph type="body" sz="quarter" idx="12"/>
          </p:nvPr>
        </p:nvSpPr>
        <p:spPr>
          <a:xfrm>
            <a:off x="6400800" y="1457959"/>
            <a:ext cx="2438400" cy="4786207"/>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6"/>
          <p:cNvSpPr>
            <a:spLocks noGrp="1"/>
          </p:cNvSpPr>
          <p:nvPr>
            <p:ph type="body" sz="quarter" idx="14"/>
          </p:nvPr>
        </p:nvSpPr>
        <p:spPr>
          <a:xfrm>
            <a:off x="304800" y="1457959"/>
            <a:ext cx="2438400" cy="4786207"/>
          </a:xfrm>
        </p:spPr>
        <p:txBody>
          <a:bodyPr/>
          <a:lstStyle>
            <a:lvl1pPr>
              <a:spcBef>
                <a:spcPts val="1467"/>
              </a:spcBef>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7"/>
          <p:cNvSpPr>
            <a:spLocks noGrp="1"/>
          </p:cNvSpPr>
          <p:nvPr>
            <p:ph type="body" sz="quarter" idx="15"/>
          </p:nvPr>
        </p:nvSpPr>
        <p:spPr>
          <a:xfrm>
            <a:off x="3352800" y="1457959"/>
            <a:ext cx="2438400" cy="4786207"/>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9"/>
          <p:cNvSpPr>
            <a:spLocks noGrp="1"/>
          </p:cNvSpPr>
          <p:nvPr>
            <p:ph type="body" sz="quarter" idx="16"/>
          </p:nvPr>
        </p:nvSpPr>
        <p:spPr>
          <a:xfrm>
            <a:off x="9448800" y="1457959"/>
            <a:ext cx="2438400" cy="4786207"/>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3"/>
          <p:cNvSpPr>
            <a:spLocks noGrp="1"/>
          </p:cNvSpPr>
          <p:nvPr>
            <p:ph type="ftr" sz="quarter" idx="11"/>
          </p:nvPr>
        </p:nvSpPr>
        <p:spPr>
          <a:xfrm>
            <a:off x="304800" y="6526747"/>
            <a:ext cx="8534400" cy="182880"/>
          </a:xfrm>
        </p:spPr>
        <p:txBody>
          <a:bodyPr/>
          <a:lstStyle/>
          <a:p>
            <a:r>
              <a:rPr lang="en-US" dirty="0">
                <a:solidFill>
                  <a:srgbClr val="FFFFFF"/>
                </a:solidFill>
              </a:rPr>
              <a:t>IBM </a:t>
            </a:r>
            <a:r>
              <a:rPr lang="en-US" dirty="0">
                <a:solidFill>
                  <a:srgbClr val="FFFFFF"/>
                </a:solidFill>
                <a:cs typeface="IBM Plex Sans"/>
              </a:rPr>
              <a:t>Cloud</a:t>
            </a:r>
            <a:r>
              <a:rPr lang="en-US" dirty="0">
                <a:solidFill>
                  <a:srgbClr val="FFFFFF"/>
                </a:solidFill>
              </a:rPr>
              <a:t>/ DOC ID / Month XX, 2017 / © 2017 IBM Corporation</a:t>
            </a:r>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p:cSld name="section, title, text (dark background)">
    <p:spTree>
      <p:nvGrpSpPr>
        <p:cNvPr id="1" name=""/>
        <p:cNvGrpSpPr/>
        <p:nvPr/>
      </p:nvGrpSpPr>
      <p:grpSpPr>
        <a:xfrm>
          <a:off x="0" y="0"/>
          <a:ext cx="0" cy="0"/>
          <a:chOff x="0" y="0"/>
          <a:chExt cx="0" cy="0"/>
        </a:xfrm>
      </p:grpSpPr>
      <p:sp>
        <p:nvSpPr>
          <p:cNvPr id="5" name="Rectangle 4"/>
          <p:cNvSpPr/>
          <p:nvPr/>
        </p:nvSpPr>
        <p:spPr>
          <a:xfrm>
            <a:off x="6096000" y="0"/>
            <a:ext cx="6096000" cy="6858000"/>
          </a:xfrm>
          <a:prstGeom prst="rect">
            <a:avLst/>
          </a:prstGeom>
          <a:solidFill>
            <a:schemeClr val="tx1"/>
          </a:solidFill>
        </p:spPr>
        <p:txBody>
          <a:bodyPr wrap="square" lIns="0" tIns="0" rIns="0" bIns="0" rtlCol="0" anchor="ctr">
            <a:noAutofit/>
          </a:bodyPr>
          <a:lstStyle/>
          <a:p>
            <a:pPr algn="ctr" defTabSz="914377"/>
            <a:endParaRPr lang="en-US" sz="1600" dirty="0">
              <a:solidFill>
                <a:srgbClr val="FFFFFF"/>
              </a:solidFill>
              <a:cs typeface="IBM Plex Sans"/>
            </a:endParaRPr>
          </a:p>
        </p:txBody>
      </p:sp>
      <p:sp>
        <p:nvSpPr>
          <p:cNvPr id="2" name="Title 1"/>
          <p:cNvSpPr>
            <a:spLocks noGrp="1"/>
          </p:cNvSpPr>
          <p:nvPr>
            <p:ph type="title"/>
          </p:nvPr>
        </p:nvSpPr>
        <p:spPr>
          <a:xfrm>
            <a:off x="304800" y="1377696"/>
            <a:ext cx="5486400" cy="4754880"/>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6" name="Text Placeholder 5"/>
          <p:cNvSpPr>
            <a:spLocks noGrp="1"/>
          </p:cNvSpPr>
          <p:nvPr>
            <p:ph type="body" sz="quarter" idx="12"/>
          </p:nvPr>
        </p:nvSpPr>
        <p:spPr>
          <a:xfrm>
            <a:off x="6400800" y="1499617"/>
            <a:ext cx="5486400" cy="4668593"/>
          </a:xfrm>
        </p:spPr>
        <p:txBody>
          <a:bodyPr/>
          <a:lstStyle>
            <a:lvl1pPr>
              <a:defRPr>
                <a:solidFill>
                  <a:schemeClr val="bg2"/>
                </a:solidFill>
              </a:defRPr>
            </a:lvl1pPr>
            <a:lvl2pPr marL="0" indent="0">
              <a:spcBef>
                <a:spcPts val="1467"/>
              </a:spcBef>
              <a:buFontTx/>
              <a:buNone/>
              <a:defRPr sz="1467">
                <a:solidFill>
                  <a:schemeClr val="bg2"/>
                </a:solidFill>
              </a:defRPr>
            </a:lvl2pPr>
            <a:lvl3pPr>
              <a:defRPr sz="1467">
                <a:solidFill>
                  <a:schemeClr val="bg2"/>
                </a:solidFill>
              </a:defRPr>
            </a:lvl3pPr>
            <a:lvl4pPr>
              <a:defRPr sz="1467">
                <a:solidFill>
                  <a:schemeClr val="bg2"/>
                </a:solidFill>
              </a:defRPr>
            </a:lvl4pPr>
            <a:lvl5pPr>
              <a:defRPr sz="1467">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1"/>
          <p:cNvSpPr>
            <a:spLocks noGrp="1"/>
          </p:cNvSpPr>
          <p:nvPr>
            <p:ph type="body" sz="quarter" idx="13"/>
          </p:nvPr>
        </p:nvSpPr>
        <p:spPr>
          <a:xfrm>
            <a:off x="304800" y="268225"/>
            <a:ext cx="5486400" cy="400049"/>
          </a:xfrm>
        </p:spPr>
        <p:txBody>
          <a:bodyPr/>
          <a:lstStyle>
            <a:lvl1pPr>
              <a:defRPr sz="1467"/>
            </a:lvl1pPr>
          </a:lstStyle>
          <a:p>
            <a:pPr lvl="0"/>
            <a:r>
              <a:rPr lang="en-US"/>
              <a:t>Click to edit Master text styles</a:t>
            </a:r>
          </a:p>
        </p:txBody>
      </p:sp>
      <p:sp>
        <p:nvSpPr>
          <p:cNvPr id="8" name="Footer Placeholder 3"/>
          <p:cNvSpPr txBox="1">
            <a:spLocks/>
          </p:cNvSpPr>
          <p:nvPr userDrawn="1"/>
        </p:nvSpPr>
        <p:spPr>
          <a:xfrm>
            <a:off x="304800" y="6526747"/>
            <a:ext cx="8534400" cy="182880"/>
          </a:xfrm>
          <a:prstGeom prst="rect">
            <a:avLst/>
          </a:prstGeom>
        </p:spPr>
        <p:txBody>
          <a:bodyPr anchor="ctr"/>
          <a:lstStyle>
            <a:defPPr>
              <a:defRPr lang="en-US"/>
            </a:defPPr>
            <a:lvl1pPr marL="0" algn="l" defTabSz="685800" rtl="0" eaLnBrk="1" latinLnBrk="0" hangingPunct="1">
              <a:defRPr sz="60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800" dirty="0">
                <a:solidFill>
                  <a:srgbClr val="FFFFFF"/>
                </a:solidFill>
              </a:rPr>
              <a:t>IBM </a:t>
            </a:r>
            <a:r>
              <a:rPr lang="en-US" sz="800" dirty="0">
                <a:solidFill>
                  <a:srgbClr val="FFFFFF"/>
                </a:solidFill>
                <a:cs typeface="IBM Plex Sans"/>
              </a:rPr>
              <a:t>Cloud</a:t>
            </a:r>
            <a:r>
              <a:rPr lang="en-US" sz="800" dirty="0">
                <a:solidFill>
                  <a:srgbClr val="FFFFFF"/>
                </a:solidFill>
              </a:rPr>
              <a:t>/ DOC ID / Month XX, 2017 / © 2017 IBM Corporation</a:t>
            </a:r>
          </a:p>
        </p:txBody>
      </p:sp>
      <p:pic>
        <p:nvPicPr>
          <p:cNvPr id="10" name="Picture 9">
            <a:hlinkClick r:id="rId2" action="ppaction://hlinksldjump"/>
            <a:extLst>
              <a:ext uri="{FF2B5EF4-FFF2-40B4-BE49-F238E27FC236}">
                <a16:creationId xmlns:a16="http://schemas.microsoft.com/office/drawing/2014/main" id="{08DF82EC-B117-5047-BAC8-0D93BBE49349}"/>
              </a:ext>
            </a:extLst>
          </p:cNvPr>
          <p:cNvPicPr>
            <a:picLocks noChangeAspect="1"/>
          </p:cNvPicPr>
          <p:nvPr userDrawn="1"/>
        </p:nvPicPr>
        <p:blipFill>
          <a:blip r:embed="rId3"/>
          <a:stretch>
            <a:fillRect/>
          </a:stretch>
        </p:blipFill>
        <p:spPr>
          <a:xfrm>
            <a:off x="12034033" y="6700033"/>
            <a:ext cx="94087" cy="9408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p:cSld name="title, image">
    <p:spTree>
      <p:nvGrpSpPr>
        <p:cNvPr id="1" name=""/>
        <p:cNvGrpSpPr/>
        <p:nvPr/>
      </p:nvGrpSpPr>
      <p:grpSpPr>
        <a:xfrm>
          <a:off x="0" y="0"/>
          <a:ext cx="0" cy="0"/>
          <a:chOff x="0" y="0"/>
          <a:chExt cx="0" cy="0"/>
        </a:xfrm>
      </p:grpSpPr>
      <p:sp>
        <p:nvSpPr>
          <p:cNvPr id="8" name="Picture Placeholder 7"/>
          <p:cNvSpPr>
            <a:spLocks noGrp="1"/>
          </p:cNvSpPr>
          <p:nvPr>
            <p:ph type="pic" sz="quarter" idx="15"/>
          </p:nvPr>
        </p:nvSpPr>
        <p:spPr>
          <a:xfrm>
            <a:off x="6096000" y="0"/>
            <a:ext cx="6096000" cy="6858000"/>
          </a:xfrm>
        </p:spPr>
        <p:txBody>
          <a:bodyPr/>
          <a:lstStyle/>
          <a:p>
            <a:r>
              <a:rPr lang="en-US" dirty="0"/>
              <a:t>Drag picture to placeholder or click icon to add</a:t>
            </a:r>
          </a:p>
        </p:txBody>
      </p:sp>
      <p:sp>
        <p:nvSpPr>
          <p:cNvPr id="2" name="Title 1"/>
          <p:cNvSpPr>
            <a:spLocks noGrp="1"/>
          </p:cNvSpPr>
          <p:nvPr>
            <p:ph type="title"/>
          </p:nvPr>
        </p:nvSpPr>
        <p:spPr>
          <a:xfrm>
            <a:off x="304800" y="268225"/>
            <a:ext cx="5486400" cy="5870532"/>
          </a:xfrm>
        </p:spPr>
        <p:txBody>
          <a:bodyPr/>
          <a:lstStyle/>
          <a:p>
            <a:r>
              <a:rPr lang="en-US" dirty="0"/>
              <a:t>Click to edit Master title style</a:t>
            </a:r>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6" name="Footer Placeholder 3"/>
          <p:cNvSpPr txBox="1">
            <a:spLocks/>
          </p:cNvSpPr>
          <p:nvPr userDrawn="1"/>
        </p:nvSpPr>
        <p:spPr>
          <a:xfrm>
            <a:off x="304800" y="6526747"/>
            <a:ext cx="8534400" cy="182880"/>
          </a:xfrm>
          <a:prstGeom prst="rect">
            <a:avLst/>
          </a:prstGeom>
        </p:spPr>
        <p:txBody>
          <a:bodyPr anchor="ctr"/>
          <a:lstStyle>
            <a:defPPr>
              <a:defRPr lang="en-US"/>
            </a:defPPr>
            <a:lvl1pPr marL="0" algn="l" defTabSz="685800" rtl="0" eaLnBrk="1" latinLnBrk="0" hangingPunct="1">
              <a:defRPr sz="60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800" dirty="0">
                <a:solidFill>
                  <a:srgbClr val="FFFFFF"/>
                </a:solidFill>
              </a:rPr>
              <a:t>IBM </a:t>
            </a:r>
            <a:r>
              <a:rPr lang="en-US" sz="800" dirty="0">
                <a:solidFill>
                  <a:srgbClr val="FFFFFF"/>
                </a:solidFill>
                <a:cs typeface="IBM Plex Sans"/>
              </a:rPr>
              <a:t>Cloud</a:t>
            </a:r>
            <a:r>
              <a:rPr lang="en-US" sz="800" dirty="0">
                <a:solidFill>
                  <a:srgbClr val="FFFFFF"/>
                </a:solidFill>
              </a:rPr>
              <a:t>/ DOC ID / Month XX, 2017 / © 2017 IBM Corporation</a:t>
            </a:r>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insight, text, boxes">
    <p:spTree>
      <p:nvGrpSpPr>
        <p:cNvPr id="1" name=""/>
        <p:cNvGrpSpPr/>
        <p:nvPr/>
      </p:nvGrpSpPr>
      <p:grpSpPr>
        <a:xfrm>
          <a:off x="0" y="0"/>
          <a:ext cx="0" cy="0"/>
          <a:chOff x="0" y="0"/>
          <a:chExt cx="0" cy="0"/>
        </a:xfrm>
      </p:grpSpPr>
      <p:sp>
        <p:nvSpPr>
          <p:cNvPr id="14" name="Content Placeholder 13"/>
          <p:cNvSpPr>
            <a:spLocks noGrp="1"/>
          </p:cNvSpPr>
          <p:nvPr>
            <p:ph sz="quarter" idx="17"/>
          </p:nvPr>
        </p:nvSpPr>
        <p:spPr>
          <a:xfrm>
            <a:off x="6096001" y="3429000"/>
            <a:ext cx="6096000" cy="3429000"/>
          </a:xfrm>
          <a:solidFill>
            <a:srgbClr val="0064FF"/>
          </a:solidFill>
        </p:spPr>
        <p:txBody>
          <a:bodyPr lIns="228600" tIns="192024" rIns="228600" bIns="228600"/>
          <a:lstStyle>
            <a:lvl1pPr>
              <a:defRPr sz="1867">
                <a:solidFill>
                  <a:schemeClr val="bg2"/>
                </a:solidFill>
                <a:latin typeface="IBM Plex Sans SemiBold"/>
                <a:cs typeface="IBM Plex Sans SemiBold"/>
              </a:defRPr>
            </a:lvl1pPr>
          </a:lstStyle>
          <a:p>
            <a:pPr lvl="0"/>
            <a:r>
              <a:rPr lang="en-US" dirty="0"/>
              <a:t>Click to edit Master text styles</a:t>
            </a:r>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7" name="Text Placeholder 6"/>
          <p:cNvSpPr>
            <a:spLocks noGrp="1"/>
          </p:cNvSpPr>
          <p:nvPr>
            <p:ph type="body" sz="quarter" idx="14"/>
          </p:nvPr>
        </p:nvSpPr>
        <p:spPr>
          <a:xfrm>
            <a:off x="304800" y="1463041"/>
            <a:ext cx="5486400" cy="4651641"/>
          </a:xfrm>
        </p:spPr>
        <p:txBody>
          <a:bodyPr/>
          <a:lstStyle>
            <a:lvl1pPr>
              <a:defRPr sz="2133"/>
            </a:lvl1pPr>
            <a:lvl2pPr>
              <a:defRPr sz="1867"/>
            </a:lvl2pPr>
            <a:lvl3pPr>
              <a:defRPr sz="1867"/>
            </a:lvl3pPr>
            <a:lvl4pPr>
              <a:defRPr sz="1867"/>
            </a:lvl4pPr>
            <a:lvl5pPr>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7"/>
          <p:cNvSpPr>
            <a:spLocks noGrp="1"/>
          </p:cNvSpPr>
          <p:nvPr>
            <p:ph sz="quarter" idx="15"/>
          </p:nvPr>
        </p:nvSpPr>
        <p:spPr>
          <a:xfrm>
            <a:off x="9144000" y="0"/>
            <a:ext cx="3048000" cy="3429000"/>
          </a:xfrm>
          <a:solidFill>
            <a:srgbClr val="393939"/>
          </a:solidFill>
        </p:spPr>
        <p:txBody>
          <a:bodyPr lIns="228600" tIns="192024" rIns="228600" bIns="228600"/>
          <a:lstStyle>
            <a:lvl1pPr>
              <a:defRPr sz="1867">
                <a:solidFill>
                  <a:schemeClr val="bg2"/>
                </a:solidFill>
                <a:latin typeface="IBM Plex Sans SemiBold"/>
                <a:cs typeface="IBM Plex Sans SemiBold"/>
              </a:defRPr>
            </a:lvl1pPr>
          </a:lstStyle>
          <a:p>
            <a:pPr lvl="0"/>
            <a:r>
              <a:rPr lang="en-US" dirty="0"/>
              <a:t>Click to edit Master text styles</a:t>
            </a:r>
          </a:p>
        </p:txBody>
      </p:sp>
      <p:sp>
        <p:nvSpPr>
          <p:cNvPr id="10" name="Content Placeholder 9"/>
          <p:cNvSpPr>
            <a:spLocks noGrp="1"/>
          </p:cNvSpPr>
          <p:nvPr>
            <p:ph sz="quarter" idx="16"/>
          </p:nvPr>
        </p:nvSpPr>
        <p:spPr>
          <a:xfrm>
            <a:off x="6096000" y="0"/>
            <a:ext cx="3048000" cy="3429000"/>
          </a:xfrm>
          <a:solidFill>
            <a:srgbClr val="001689"/>
          </a:solidFill>
        </p:spPr>
        <p:txBody>
          <a:bodyPr lIns="228600" tIns="192024" rIns="228600" bIns="228600"/>
          <a:lstStyle>
            <a:lvl1pPr>
              <a:defRPr sz="1867">
                <a:solidFill>
                  <a:schemeClr val="bg2"/>
                </a:solidFill>
                <a:latin typeface="IBM Plex Sans SemiBold"/>
                <a:cs typeface="IBM Plex Sans SemiBold"/>
              </a:defRPr>
            </a:lvl1pPr>
          </a:lstStyle>
          <a:p>
            <a:pPr lvl="0"/>
            <a:r>
              <a:rPr lang="en-US" dirty="0"/>
              <a:t>Click to edit Master text styles</a:t>
            </a:r>
          </a:p>
        </p:txBody>
      </p:sp>
      <p:sp>
        <p:nvSpPr>
          <p:cNvPr id="9" name="Footer Placeholder 3"/>
          <p:cNvSpPr txBox="1">
            <a:spLocks/>
          </p:cNvSpPr>
          <p:nvPr userDrawn="1"/>
        </p:nvSpPr>
        <p:spPr>
          <a:xfrm>
            <a:off x="304800" y="6526747"/>
            <a:ext cx="8534400" cy="182880"/>
          </a:xfrm>
          <a:prstGeom prst="rect">
            <a:avLst/>
          </a:prstGeom>
        </p:spPr>
        <p:txBody>
          <a:bodyPr anchor="ctr"/>
          <a:lstStyle>
            <a:defPPr>
              <a:defRPr lang="en-US"/>
            </a:defPPr>
            <a:lvl1pPr marL="0" algn="l" defTabSz="685800" rtl="0" eaLnBrk="1" latinLnBrk="0" hangingPunct="1">
              <a:defRPr sz="60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800" dirty="0">
                <a:solidFill>
                  <a:srgbClr val="FFFFFF"/>
                </a:solidFill>
              </a:rPr>
              <a:t>IBM </a:t>
            </a:r>
            <a:r>
              <a:rPr lang="en-US" sz="800" dirty="0">
                <a:solidFill>
                  <a:srgbClr val="FFFFFF"/>
                </a:solidFill>
                <a:cs typeface="IBM Plex Sans"/>
              </a:rPr>
              <a:t>Cloud</a:t>
            </a:r>
            <a:r>
              <a:rPr lang="en-US" sz="800" dirty="0">
                <a:solidFill>
                  <a:srgbClr val="FFFFFF"/>
                </a:solidFill>
              </a:rPr>
              <a:t>/ © 2018 IBM Corporation</a:t>
            </a:r>
          </a:p>
        </p:txBody>
      </p:sp>
      <p:sp>
        <p:nvSpPr>
          <p:cNvPr id="11" name="Title Placeholder 1"/>
          <p:cNvSpPr>
            <a:spLocks noGrp="1"/>
          </p:cNvSpPr>
          <p:nvPr>
            <p:ph type="title"/>
          </p:nvPr>
        </p:nvSpPr>
        <p:spPr>
          <a:xfrm>
            <a:off x="304800" y="304801"/>
            <a:ext cx="5486400" cy="476841"/>
          </a:xfrm>
          <a:prstGeom prst="rect">
            <a:avLst/>
          </a:prstGeom>
        </p:spPr>
        <p:txBody>
          <a:bodyPr vert="horz" lIns="0" tIns="0" rIns="0" bIns="0" rtlCol="0" anchor="t" anchorCtr="0">
            <a:noAutofit/>
          </a:bodyPr>
          <a:lstStyle/>
          <a:p>
            <a:r>
              <a:rPr lang="en-US" noProof="0" dirty="0"/>
              <a:t>Click to edit Master title style</a:t>
            </a:r>
          </a:p>
        </p:txBody>
      </p:sp>
      <p:pic>
        <p:nvPicPr>
          <p:cNvPr id="13" name="Picture 12">
            <a:hlinkClick r:id="rId2" action="ppaction://hlinksldjump"/>
            <a:extLst>
              <a:ext uri="{FF2B5EF4-FFF2-40B4-BE49-F238E27FC236}">
                <a16:creationId xmlns:a16="http://schemas.microsoft.com/office/drawing/2014/main" id="{AD9E5F20-704D-E647-A10E-418097434130}"/>
              </a:ext>
            </a:extLst>
          </p:cNvPr>
          <p:cNvPicPr>
            <a:picLocks noChangeAspect="1"/>
          </p:cNvPicPr>
          <p:nvPr userDrawn="1"/>
        </p:nvPicPr>
        <p:blipFill>
          <a:blip r:embed="rId3"/>
          <a:stretch>
            <a:fillRect/>
          </a:stretch>
        </p:blipFill>
        <p:spPr>
          <a:xfrm>
            <a:off x="12034033" y="6700033"/>
            <a:ext cx="94087" cy="9408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1_insight, text, boxes">
    <p:spTree>
      <p:nvGrpSpPr>
        <p:cNvPr id="1" name=""/>
        <p:cNvGrpSpPr/>
        <p:nvPr/>
      </p:nvGrpSpPr>
      <p:grpSpPr>
        <a:xfrm>
          <a:off x="0" y="0"/>
          <a:ext cx="0" cy="0"/>
          <a:chOff x="0" y="0"/>
          <a:chExt cx="0" cy="0"/>
        </a:xfrm>
      </p:grpSpPr>
      <p:sp>
        <p:nvSpPr>
          <p:cNvPr id="14" name="Content Placeholder 13"/>
          <p:cNvSpPr>
            <a:spLocks noGrp="1"/>
          </p:cNvSpPr>
          <p:nvPr>
            <p:ph sz="quarter" idx="17"/>
          </p:nvPr>
        </p:nvSpPr>
        <p:spPr>
          <a:xfrm>
            <a:off x="6096002" y="3429000"/>
            <a:ext cx="3047999" cy="3429000"/>
          </a:xfrm>
          <a:solidFill>
            <a:srgbClr val="393939"/>
          </a:solidFill>
        </p:spPr>
        <p:txBody>
          <a:bodyPr lIns="228600" tIns="192024" rIns="228600" bIns="228600"/>
          <a:lstStyle>
            <a:lvl1pPr>
              <a:defRPr sz="1867">
                <a:solidFill>
                  <a:schemeClr val="bg2"/>
                </a:solidFill>
              </a:defRPr>
            </a:lvl1pPr>
          </a:lstStyle>
          <a:p>
            <a:pPr lvl="0"/>
            <a:r>
              <a:rPr lang="en-US"/>
              <a:t>Click to edit Master text styles</a:t>
            </a:r>
          </a:p>
        </p:txBody>
      </p:sp>
      <p:sp>
        <p:nvSpPr>
          <p:cNvPr id="8" name="Content Placeholder 7"/>
          <p:cNvSpPr>
            <a:spLocks noGrp="1"/>
          </p:cNvSpPr>
          <p:nvPr>
            <p:ph sz="quarter" idx="15"/>
          </p:nvPr>
        </p:nvSpPr>
        <p:spPr>
          <a:xfrm>
            <a:off x="9144000" y="3429000"/>
            <a:ext cx="3048000" cy="3429000"/>
          </a:xfrm>
          <a:solidFill>
            <a:srgbClr val="0064FF"/>
          </a:solidFill>
        </p:spPr>
        <p:txBody>
          <a:bodyPr lIns="228600" tIns="192024" rIns="228600" bIns="228600"/>
          <a:lstStyle>
            <a:lvl1pPr>
              <a:defRPr sz="1867">
                <a:solidFill>
                  <a:schemeClr val="bg2"/>
                </a:solidFill>
              </a:defRPr>
            </a:lvl1pPr>
          </a:lstStyle>
          <a:p>
            <a:pPr lvl="0"/>
            <a:r>
              <a:rPr lang="en-US"/>
              <a:t>Click to edit Master text styles</a:t>
            </a:r>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7" name="Text Placeholder 6"/>
          <p:cNvSpPr>
            <a:spLocks noGrp="1"/>
          </p:cNvSpPr>
          <p:nvPr>
            <p:ph type="body" sz="quarter" idx="14"/>
          </p:nvPr>
        </p:nvSpPr>
        <p:spPr>
          <a:xfrm>
            <a:off x="304800" y="1463041"/>
            <a:ext cx="5486400" cy="4651641"/>
          </a:xfrm>
        </p:spPr>
        <p:txBody>
          <a:bodyPr/>
          <a:lstStyle>
            <a:lvl1pPr>
              <a:defRPr sz="2133"/>
            </a:lvl1pPr>
            <a:lvl2pPr>
              <a:defRPr sz="1867"/>
            </a:lvl2pPr>
            <a:lvl3pPr>
              <a:defRPr sz="1867"/>
            </a:lvl3pPr>
            <a:lvl4pPr>
              <a:defRPr sz="1867"/>
            </a:lvl4pPr>
            <a:lvl5pPr>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9"/>
          <p:cNvSpPr>
            <a:spLocks noGrp="1"/>
          </p:cNvSpPr>
          <p:nvPr>
            <p:ph sz="quarter" idx="16"/>
          </p:nvPr>
        </p:nvSpPr>
        <p:spPr>
          <a:xfrm>
            <a:off x="6096000" y="0"/>
            <a:ext cx="6096000" cy="3429000"/>
          </a:xfrm>
          <a:solidFill>
            <a:srgbClr val="000F5E"/>
          </a:solidFill>
        </p:spPr>
        <p:txBody>
          <a:bodyPr lIns="228600" tIns="192024" rIns="228600" bIns="228600"/>
          <a:lstStyle>
            <a:lvl1pPr>
              <a:defRPr sz="1867">
                <a:solidFill>
                  <a:srgbClr val="FFFFFF"/>
                </a:solidFill>
                <a:latin typeface="IBM Plex Sans SemiBold"/>
                <a:cs typeface="IBM Plex Sans SemiBold"/>
              </a:defRPr>
            </a:lvl1pPr>
          </a:lstStyle>
          <a:p>
            <a:pPr lvl="0"/>
            <a:r>
              <a:rPr lang="en-US" dirty="0"/>
              <a:t>Click to edit Master text styles</a:t>
            </a:r>
          </a:p>
        </p:txBody>
      </p:sp>
      <p:sp>
        <p:nvSpPr>
          <p:cNvPr id="9" name="Footer Placeholder 3"/>
          <p:cNvSpPr txBox="1">
            <a:spLocks/>
          </p:cNvSpPr>
          <p:nvPr userDrawn="1"/>
        </p:nvSpPr>
        <p:spPr>
          <a:xfrm>
            <a:off x="304800" y="6526747"/>
            <a:ext cx="8534400" cy="182880"/>
          </a:xfrm>
          <a:prstGeom prst="rect">
            <a:avLst/>
          </a:prstGeom>
        </p:spPr>
        <p:txBody>
          <a:bodyPr anchor="ctr"/>
          <a:lstStyle>
            <a:defPPr>
              <a:defRPr lang="en-US"/>
            </a:defPPr>
            <a:lvl1pPr marL="0" algn="l" defTabSz="685800" rtl="0" eaLnBrk="1" latinLnBrk="0" hangingPunct="1">
              <a:defRPr sz="60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800" dirty="0">
                <a:solidFill>
                  <a:srgbClr val="FFFFFF"/>
                </a:solidFill>
              </a:rPr>
              <a:t>IBM </a:t>
            </a:r>
            <a:r>
              <a:rPr lang="en-US" sz="800" dirty="0">
                <a:solidFill>
                  <a:srgbClr val="FFFFFF"/>
                </a:solidFill>
                <a:cs typeface="IBM Plex Sans"/>
              </a:rPr>
              <a:t>Cloud</a:t>
            </a:r>
            <a:r>
              <a:rPr lang="en-US" sz="800" dirty="0">
                <a:solidFill>
                  <a:srgbClr val="FFFFFF"/>
                </a:solidFill>
              </a:rPr>
              <a:t>/ DOC ID / Month XX, 2017 / © 2017 IBM Corporation</a:t>
            </a:r>
          </a:p>
        </p:txBody>
      </p:sp>
      <p:sp>
        <p:nvSpPr>
          <p:cNvPr id="11" name="Title Placeholder 1"/>
          <p:cNvSpPr>
            <a:spLocks noGrp="1"/>
          </p:cNvSpPr>
          <p:nvPr>
            <p:ph type="title"/>
          </p:nvPr>
        </p:nvSpPr>
        <p:spPr>
          <a:xfrm>
            <a:off x="304800" y="304801"/>
            <a:ext cx="5486400" cy="476841"/>
          </a:xfrm>
          <a:prstGeom prst="rect">
            <a:avLst/>
          </a:prstGeom>
        </p:spPr>
        <p:txBody>
          <a:bodyPr vert="horz" lIns="0" tIns="0" rIns="0" bIns="0" rtlCol="0" anchor="t" anchorCtr="0">
            <a:noAutofit/>
          </a:bodyPr>
          <a:lstStyle/>
          <a:p>
            <a:r>
              <a:rPr lang="en-US" noProof="0" dirty="0"/>
              <a:t>Click to edit Master title style</a:t>
            </a:r>
          </a:p>
        </p:txBody>
      </p:sp>
      <p:pic>
        <p:nvPicPr>
          <p:cNvPr id="13" name="Picture 12">
            <a:hlinkClick r:id="rId2" action="ppaction://hlinksldjump"/>
            <a:extLst>
              <a:ext uri="{FF2B5EF4-FFF2-40B4-BE49-F238E27FC236}">
                <a16:creationId xmlns:a16="http://schemas.microsoft.com/office/drawing/2014/main" id="{B304BAE2-6D95-3641-96C5-E0E06A46B9BE}"/>
              </a:ext>
            </a:extLst>
          </p:cNvPr>
          <p:cNvPicPr>
            <a:picLocks noChangeAspect="1"/>
          </p:cNvPicPr>
          <p:nvPr userDrawn="1"/>
        </p:nvPicPr>
        <p:blipFill>
          <a:blip r:embed="rId3"/>
          <a:stretch>
            <a:fillRect/>
          </a:stretch>
        </p:blipFill>
        <p:spPr>
          <a:xfrm>
            <a:off x="12034033" y="6700033"/>
            <a:ext cx="94087" cy="9408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Title and two text boxes, two colored boxes">
    <p:spTree>
      <p:nvGrpSpPr>
        <p:cNvPr id="1" name=""/>
        <p:cNvGrpSpPr/>
        <p:nvPr/>
      </p:nvGrpSpPr>
      <p:grpSpPr>
        <a:xfrm>
          <a:off x="0" y="0"/>
          <a:ext cx="0" cy="0"/>
          <a:chOff x="0" y="0"/>
          <a:chExt cx="0" cy="0"/>
        </a:xfrm>
      </p:grpSpPr>
      <p:sp>
        <p:nvSpPr>
          <p:cNvPr id="2" name="Rectangle 1"/>
          <p:cNvSpPr/>
          <p:nvPr userDrawn="1"/>
        </p:nvSpPr>
        <p:spPr>
          <a:xfrm>
            <a:off x="6096001" y="1"/>
            <a:ext cx="6096001" cy="3428999"/>
          </a:xfrm>
          <a:prstGeom prst="rect">
            <a:avLst/>
          </a:prstGeom>
          <a:solidFill>
            <a:srgbClr val="0066FF"/>
          </a:solidFill>
        </p:spPr>
        <p:txBody>
          <a:bodyPr wrap="square" lIns="0" tIns="0" rIns="0" bIns="0" rtlCol="0" anchor="ctr">
            <a:noAutofit/>
          </a:bodyPr>
          <a:lstStyle/>
          <a:p>
            <a:pPr algn="ctr" defTabSz="914377"/>
            <a:endParaRPr lang="en-US" sz="1600" dirty="0">
              <a:solidFill>
                <a:srgbClr val="FFFFFF"/>
              </a:solidFill>
              <a:cs typeface="IBM Plex Sans"/>
            </a:endParaRPr>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12" name="Text Placeholder 11"/>
          <p:cNvSpPr>
            <a:spLocks noGrp="1"/>
          </p:cNvSpPr>
          <p:nvPr>
            <p:ph type="body" sz="quarter" idx="13"/>
          </p:nvPr>
        </p:nvSpPr>
        <p:spPr>
          <a:xfrm>
            <a:off x="304800" y="304801"/>
            <a:ext cx="5486400" cy="400049"/>
          </a:xfrm>
        </p:spPr>
        <p:txBody>
          <a:bodyPr/>
          <a:lstStyle>
            <a:lvl1pPr>
              <a:defRPr sz="3200">
                <a:latin typeface="IBM Plex Sans SemiBold"/>
                <a:cs typeface="IBM Plex Sans SemiBold"/>
              </a:defRPr>
            </a:lvl1pPr>
          </a:lstStyle>
          <a:p>
            <a:pPr lvl="0"/>
            <a:r>
              <a:rPr lang="en-US" dirty="0"/>
              <a:t>Click to edit Master text styles</a:t>
            </a:r>
          </a:p>
        </p:txBody>
      </p:sp>
      <p:sp>
        <p:nvSpPr>
          <p:cNvPr id="7" name="Text Placeholder 6"/>
          <p:cNvSpPr>
            <a:spLocks noGrp="1"/>
          </p:cNvSpPr>
          <p:nvPr>
            <p:ph type="body" sz="quarter" idx="14"/>
          </p:nvPr>
        </p:nvSpPr>
        <p:spPr>
          <a:xfrm>
            <a:off x="304800" y="1061157"/>
            <a:ext cx="5486400" cy="2367843"/>
          </a:xfrm>
        </p:spPr>
        <p:txBody>
          <a:bodyPr/>
          <a:lstStyle>
            <a:lvl1pPr>
              <a:defRPr sz="1867"/>
            </a:lvl1pPr>
            <a:lvl2pPr>
              <a:defRPr sz="1467"/>
            </a:lvl2pPr>
            <a:lvl3pPr>
              <a:defRPr sz="1467"/>
            </a:lvl3pPr>
            <a:lvl4pPr>
              <a:defRPr sz="1467"/>
            </a:lvl4pPr>
            <a:lvl5pPr>
              <a:defRPr sz="14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Rectangle 10"/>
          <p:cNvSpPr/>
          <p:nvPr userDrawn="1"/>
        </p:nvSpPr>
        <p:spPr>
          <a:xfrm>
            <a:off x="6096001" y="3429001"/>
            <a:ext cx="6096001" cy="3428999"/>
          </a:xfrm>
          <a:prstGeom prst="rect">
            <a:avLst/>
          </a:prstGeom>
          <a:solidFill>
            <a:srgbClr val="000F5E"/>
          </a:solidFill>
          <a:ln>
            <a:noFill/>
          </a:ln>
        </p:spPr>
        <p:txBody>
          <a:bodyPr wrap="square" lIns="0" tIns="0" rIns="0" bIns="0" rtlCol="0" anchor="ctr">
            <a:noAutofit/>
          </a:bodyPr>
          <a:lstStyle/>
          <a:p>
            <a:pPr algn="ctr" defTabSz="914377"/>
            <a:endParaRPr lang="en-US" sz="1600" dirty="0">
              <a:solidFill>
                <a:srgbClr val="FFFFFF"/>
              </a:solidFill>
              <a:cs typeface="IBM Plex Sans"/>
            </a:endParaRPr>
          </a:p>
        </p:txBody>
      </p:sp>
      <p:sp>
        <p:nvSpPr>
          <p:cNvPr id="13" name="Text Placeholder 6"/>
          <p:cNvSpPr>
            <a:spLocks noGrp="1"/>
          </p:cNvSpPr>
          <p:nvPr>
            <p:ph type="body" sz="quarter" idx="15"/>
          </p:nvPr>
        </p:nvSpPr>
        <p:spPr>
          <a:xfrm>
            <a:off x="304800" y="3733800"/>
            <a:ext cx="5486400" cy="2367843"/>
          </a:xfrm>
        </p:spPr>
        <p:txBody>
          <a:bodyPr/>
          <a:lstStyle>
            <a:lvl1pPr>
              <a:defRPr sz="1867"/>
            </a:lvl1pPr>
            <a:lvl2pPr>
              <a:defRPr sz="1467"/>
            </a:lvl2pPr>
            <a:lvl3pPr>
              <a:defRPr sz="1467"/>
            </a:lvl3pPr>
            <a:lvl4pPr>
              <a:defRPr sz="1467"/>
            </a:lvl4pPr>
            <a:lvl5pPr>
              <a:defRPr sz="14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3"/>
          <p:cNvSpPr>
            <a:spLocks noGrp="1"/>
          </p:cNvSpPr>
          <p:nvPr>
            <p:ph type="ftr" sz="quarter" idx="11"/>
          </p:nvPr>
        </p:nvSpPr>
        <p:spPr>
          <a:xfrm>
            <a:off x="304800" y="6526747"/>
            <a:ext cx="8534400" cy="182880"/>
          </a:xfrm>
        </p:spPr>
        <p:txBody>
          <a:bodyPr/>
          <a:lstStyle/>
          <a:p>
            <a:r>
              <a:rPr lang="en-US" dirty="0">
                <a:solidFill>
                  <a:srgbClr val="FFFFFF"/>
                </a:solidFill>
              </a:rPr>
              <a:t>IBM </a:t>
            </a:r>
            <a:r>
              <a:rPr lang="en-US" dirty="0">
                <a:solidFill>
                  <a:srgbClr val="FFFFFF"/>
                </a:solidFill>
                <a:cs typeface="IBM Plex Sans"/>
              </a:rPr>
              <a:t>Cloud</a:t>
            </a:r>
            <a:r>
              <a:rPr lang="en-US" dirty="0">
                <a:solidFill>
                  <a:srgbClr val="FFFFFF"/>
                </a:solidFill>
              </a:rPr>
              <a:t>/ DOC ID / Month XX, 2017 / © 2017 IBM Corporation</a:t>
            </a:r>
          </a:p>
        </p:txBody>
      </p:sp>
      <p:pic>
        <p:nvPicPr>
          <p:cNvPr id="14" name="Picture 13">
            <a:hlinkClick r:id="rId2" action="ppaction://hlinksldjump"/>
            <a:extLst>
              <a:ext uri="{FF2B5EF4-FFF2-40B4-BE49-F238E27FC236}">
                <a16:creationId xmlns:a16="http://schemas.microsoft.com/office/drawing/2014/main" id="{AAE5E8BC-13BC-494A-9819-8878D177A0E8}"/>
              </a:ext>
            </a:extLst>
          </p:cNvPr>
          <p:cNvPicPr>
            <a:picLocks noChangeAspect="1"/>
          </p:cNvPicPr>
          <p:nvPr userDrawn="1"/>
        </p:nvPicPr>
        <p:blipFill>
          <a:blip r:embed="rId3"/>
          <a:stretch>
            <a:fillRect/>
          </a:stretch>
        </p:blipFill>
        <p:spPr>
          <a:xfrm>
            <a:off x="12034033" y="6700033"/>
            <a:ext cx="94087" cy="9408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5_Title and two text boxes, two colored boxes">
    <p:bg>
      <p:bgPr>
        <a:solidFill>
          <a:schemeClr val="bg2"/>
        </a:solidFill>
        <a:effectLst/>
      </p:bgPr>
    </p:bg>
    <p:spTree>
      <p:nvGrpSpPr>
        <p:cNvPr id="1" name=""/>
        <p:cNvGrpSpPr/>
        <p:nvPr/>
      </p:nvGrpSpPr>
      <p:grpSpPr>
        <a:xfrm>
          <a:off x="0" y="0"/>
          <a:ext cx="0" cy="0"/>
          <a:chOff x="0" y="0"/>
          <a:chExt cx="0" cy="0"/>
        </a:xfrm>
      </p:grpSpPr>
      <p:sp>
        <p:nvSpPr>
          <p:cNvPr id="2" name="Rectangle 1"/>
          <p:cNvSpPr/>
          <p:nvPr userDrawn="1"/>
        </p:nvSpPr>
        <p:spPr>
          <a:xfrm>
            <a:off x="6096001" y="1"/>
            <a:ext cx="6096001" cy="3428999"/>
          </a:xfrm>
          <a:prstGeom prst="rect">
            <a:avLst/>
          </a:prstGeom>
          <a:solidFill>
            <a:srgbClr val="0066FF"/>
          </a:solidFill>
        </p:spPr>
        <p:txBody>
          <a:bodyPr wrap="square" lIns="0" tIns="0" rIns="0" bIns="0" rtlCol="0" anchor="ctr">
            <a:noAutofit/>
          </a:bodyPr>
          <a:lstStyle/>
          <a:p>
            <a:pPr algn="ctr" defTabSz="914377"/>
            <a:endParaRPr lang="en-US" sz="1600" dirty="0">
              <a:solidFill>
                <a:srgbClr val="FFFFFF"/>
              </a:solidFill>
              <a:cs typeface="IBM Plex Sans"/>
            </a:endParaRPr>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12" name="Text Placeholder 11"/>
          <p:cNvSpPr>
            <a:spLocks noGrp="1"/>
          </p:cNvSpPr>
          <p:nvPr>
            <p:ph type="body" sz="quarter" idx="13"/>
          </p:nvPr>
        </p:nvSpPr>
        <p:spPr>
          <a:xfrm>
            <a:off x="304800" y="304801"/>
            <a:ext cx="5486400" cy="400049"/>
          </a:xfrm>
        </p:spPr>
        <p:txBody>
          <a:bodyPr/>
          <a:lstStyle>
            <a:lvl1pPr>
              <a:defRPr sz="3200">
                <a:solidFill>
                  <a:srgbClr val="000000"/>
                </a:solidFill>
                <a:latin typeface="IBM Plex Sans SemiBold"/>
                <a:cs typeface="IBM Plex Sans SemiBold"/>
              </a:defRPr>
            </a:lvl1pPr>
          </a:lstStyle>
          <a:p>
            <a:pPr lvl="0"/>
            <a:r>
              <a:rPr lang="en-US" dirty="0"/>
              <a:t>Click to edit Master text styles</a:t>
            </a:r>
          </a:p>
        </p:txBody>
      </p:sp>
      <p:sp>
        <p:nvSpPr>
          <p:cNvPr id="7" name="Text Placeholder 6"/>
          <p:cNvSpPr>
            <a:spLocks noGrp="1"/>
          </p:cNvSpPr>
          <p:nvPr>
            <p:ph type="body" sz="quarter" idx="14"/>
          </p:nvPr>
        </p:nvSpPr>
        <p:spPr>
          <a:xfrm>
            <a:off x="6400800" y="448801"/>
            <a:ext cx="5486400" cy="2304191"/>
          </a:xfrm>
        </p:spPr>
        <p:txBody>
          <a:bodyPr/>
          <a:lstStyle>
            <a:lvl1pPr>
              <a:defRPr sz="1867"/>
            </a:lvl1pPr>
            <a:lvl2pPr>
              <a:defRPr sz="1467"/>
            </a:lvl2pPr>
            <a:lvl3pPr>
              <a:defRPr sz="1467"/>
            </a:lvl3pPr>
            <a:lvl4pPr>
              <a:defRPr sz="1467"/>
            </a:lvl4pPr>
            <a:lvl5pPr>
              <a:defRPr sz="14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Rectangle 10"/>
          <p:cNvSpPr/>
          <p:nvPr userDrawn="1"/>
        </p:nvSpPr>
        <p:spPr>
          <a:xfrm>
            <a:off x="6096001" y="3429001"/>
            <a:ext cx="6096001" cy="3428999"/>
          </a:xfrm>
          <a:prstGeom prst="rect">
            <a:avLst/>
          </a:prstGeom>
          <a:solidFill>
            <a:srgbClr val="000F5E"/>
          </a:solidFill>
          <a:ln>
            <a:noFill/>
          </a:ln>
        </p:spPr>
        <p:txBody>
          <a:bodyPr wrap="square" lIns="0" tIns="0" rIns="0" bIns="0" rtlCol="0" anchor="ctr">
            <a:noAutofit/>
          </a:bodyPr>
          <a:lstStyle/>
          <a:p>
            <a:pPr algn="ctr" defTabSz="914377"/>
            <a:endParaRPr lang="en-US" sz="1600" dirty="0">
              <a:solidFill>
                <a:srgbClr val="FFFFFF"/>
              </a:solidFill>
              <a:cs typeface="IBM Plex Sans"/>
            </a:endParaRPr>
          </a:p>
        </p:txBody>
      </p:sp>
      <p:sp>
        <p:nvSpPr>
          <p:cNvPr id="13" name="Text Placeholder 6"/>
          <p:cNvSpPr>
            <a:spLocks noGrp="1"/>
          </p:cNvSpPr>
          <p:nvPr>
            <p:ph type="body" sz="quarter" idx="15"/>
          </p:nvPr>
        </p:nvSpPr>
        <p:spPr>
          <a:xfrm>
            <a:off x="6400800" y="3879512"/>
            <a:ext cx="5486400" cy="2018109"/>
          </a:xfrm>
        </p:spPr>
        <p:txBody>
          <a:bodyPr/>
          <a:lstStyle>
            <a:lvl1pPr>
              <a:defRPr sz="1867"/>
            </a:lvl1pPr>
            <a:lvl2pPr>
              <a:defRPr sz="1467"/>
            </a:lvl2pPr>
            <a:lvl3pPr>
              <a:defRPr sz="1467"/>
            </a:lvl3pPr>
            <a:lvl4pPr>
              <a:defRPr sz="1467"/>
            </a:lvl4pPr>
            <a:lvl5pPr>
              <a:defRPr sz="14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3"/>
          <p:cNvSpPr>
            <a:spLocks noGrp="1"/>
          </p:cNvSpPr>
          <p:nvPr>
            <p:ph type="ftr" sz="quarter" idx="11"/>
          </p:nvPr>
        </p:nvSpPr>
        <p:spPr>
          <a:xfrm>
            <a:off x="304800" y="6526747"/>
            <a:ext cx="8534400" cy="182880"/>
          </a:xfrm>
        </p:spPr>
        <p:txBody>
          <a:bodyPr/>
          <a:lstStyle/>
          <a:p>
            <a:r>
              <a:rPr lang="en-US" dirty="0">
                <a:solidFill>
                  <a:srgbClr val="FFFFFF"/>
                </a:solidFill>
              </a:rPr>
              <a:t>IBM </a:t>
            </a:r>
            <a:r>
              <a:rPr lang="en-US" dirty="0">
                <a:solidFill>
                  <a:srgbClr val="FFFFFF"/>
                </a:solidFill>
                <a:cs typeface="IBM Plex Sans"/>
              </a:rPr>
              <a:t>Cloud</a:t>
            </a:r>
            <a:r>
              <a:rPr lang="en-US" dirty="0">
                <a:solidFill>
                  <a:srgbClr val="FFFFFF"/>
                </a:solidFill>
              </a:rPr>
              <a:t>/ DOC ID / Month XX, 2017 / © 2017 IBM Corporation</a:t>
            </a:r>
          </a:p>
        </p:txBody>
      </p:sp>
      <p:pic>
        <p:nvPicPr>
          <p:cNvPr id="14" name="Picture 13">
            <a:hlinkClick r:id="rId2" action="ppaction://hlinksldjump"/>
            <a:extLst>
              <a:ext uri="{FF2B5EF4-FFF2-40B4-BE49-F238E27FC236}">
                <a16:creationId xmlns:a16="http://schemas.microsoft.com/office/drawing/2014/main" id="{47C118DA-B7D9-7C43-AA35-65B47FD79803}"/>
              </a:ext>
            </a:extLst>
          </p:cNvPr>
          <p:cNvPicPr>
            <a:picLocks noChangeAspect="1"/>
          </p:cNvPicPr>
          <p:nvPr userDrawn="1"/>
        </p:nvPicPr>
        <p:blipFill>
          <a:blip r:embed="rId3"/>
          <a:stretch>
            <a:fillRect/>
          </a:stretch>
        </p:blipFill>
        <p:spPr>
          <a:xfrm>
            <a:off x="12034033" y="6700033"/>
            <a:ext cx="94087" cy="9408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1_Title and two text boxes, two colored boxes">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12" name="Text Placeholder 11"/>
          <p:cNvSpPr>
            <a:spLocks noGrp="1"/>
          </p:cNvSpPr>
          <p:nvPr>
            <p:ph type="body" sz="quarter" idx="13"/>
          </p:nvPr>
        </p:nvSpPr>
        <p:spPr>
          <a:xfrm>
            <a:off x="304800" y="304801"/>
            <a:ext cx="5486400" cy="400049"/>
          </a:xfrm>
        </p:spPr>
        <p:txBody>
          <a:bodyPr/>
          <a:lstStyle>
            <a:lvl1pPr>
              <a:defRPr sz="3200">
                <a:latin typeface="IBM Plex Sans SemiBold"/>
                <a:cs typeface="IBM Plex Sans SemiBold"/>
              </a:defRPr>
            </a:lvl1pPr>
          </a:lstStyle>
          <a:p>
            <a:pPr lvl="0"/>
            <a:r>
              <a:rPr lang="en-US" dirty="0"/>
              <a:t>Click to edit Master text styles</a:t>
            </a:r>
          </a:p>
        </p:txBody>
      </p:sp>
      <p:sp>
        <p:nvSpPr>
          <p:cNvPr id="7" name="Text Placeholder 6"/>
          <p:cNvSpPr>
            <a:spLocks noGrp="1"/>
          </p:cNvSpPr>
          <p:nvPr>
            <p:ph type="body" sz="quarter" idx="14"/>
          </p:nvPr>
        </p:nvSpPr>
        <p:spPr>
          <a:xfrm>
            <a:off x="304800" y="1061157"/>
            <a:ext cx="5486400" cy="2367843"/>
          </a:xfrm>
        </p:spPr>
        <p:txBody>
          <a:bodyPr/>
          <a:lstStyle>
            <a:lvl1pPr>
              <a:defRPr sz="1867"/>
            </a:lvl1pPr>
            <a:lvl2pPr>
              <a:defRPr sz="1467"/>
            </a:lvl2pPr>
            <a:lvl3pPr>
              <a:defRPr sz="1467"/>
            </a:lvl3pPr>
            <a:lvl4pPr>
              <a:defRPr sz="1467"/>
            </a:lvl4pPr>
            <a:lvl5pPr>
              <a:defRPr sz="14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Rectangle 10"/>
          <p:cNvSpPr/>
          <p:nvPr userDrawn="1"/>
        </p:nvSpPr>
        <p:spPr>
          <a:xfrm>
            <a:off x="6096001" y="1"/>
            <a:ext cx="6096001" cy="6857999"/>
          </a:xfrm>
          <a:prstGeom prst="rect">
            <a:avLst/>
          </a:prstGeom>
          <a:solidFill>
            <a:srgbClr val="000F5E"/>
          </a:solidFill>
        </p:spPr>
        <p:txBody>
          <a:bodyPr wrap="square" lIns="0" tIns="0" rIns="0" bIns="0" rtlCol="0" anchor="ctr">
            <a:noAutofit/>
          </a:bodyPr>
          <a:lstStyle/>
          <a:p>
            <a:pPr algn="ctr" defTabSz="914377"/>
            <a:endParaRPr lang="en-US" sz="1600" dirty="0">
              <a:solidFill>
                <a:srgbClr val="FFFFFF"/>
              </a:solidFill>
              <a:cs typeface="IBM Plex Sans"/>
            </a:endParaRPr>
          </a:p>
        </p:txBody>
      </p:sp>
      <p:sp>
        <p:nvSpPr>
          <p:cNvPr id="13" name="Text Placeholder 6"/>
          <p:cNvSpPr>
            <a:spLocks noGrp="1"/>
          </p:cNvSpPr>
          <p:nvPr>
            <p:ph type="body" sz="quarter" idx="15"/>
          </p:nvPr>
        </p:nvSpPr>
        <p:spPr>
          <a:xfrm>
            <a:off x="304800" y="3733800"/>
            <a:ext cx="5486400" cy="2367843"/>
          </a:xfrm>
        </p:spPr>
        <p:txBody>
          <a:bodyPr/>
          <a:lstStyle>
            <a:lvl1pPr>
              <a:defRPr sz="1867"/>
            </a:lvl1pPr>
            <a:lvl2pPr>
              <a:defRPr sz="1467"/>
            </a:lvl2pPr>
            <a:lvl3pPr>
              <a:defRPr sz="1467"/>
            </a:lvl3pPr>
            <a:lvl4pPr>
              <a:defRPr sz="1467"/>
            </a:lvl4pPr>
            <a:lvl5pPr>
              <a:defRPr sz="14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3"/>
          <p:cNvSpPr>
            <a:spLocks noGrp="1"/>
          </p:cNvSpPr>
          <p:nvPr>
            <p:ph type="ftr" sz="quarter" idx="11"/>
          </p:nvPr>
        </p:nvSpPr>
        <p:spPr>
          <a:xfrm>
            <a:off x="304800" y="6526747"/>
            <a:ext cx="8534400" cy="182880"/>
          </a:xfrm>
        </p:spPr>
        <p:txBody>
          <a:bodyPr/>
          <a:lstStyle/>
          <a:p>
            <a:r>
              <a:rPr lang="en-US" dirty="0">
                <a:solidFill>
                  <a:srgbClr val="FFFFFF"/>
                </a:solidFill>
              </a:rPr>
              <a:t>IBM </a:t>
            </a:r>
            <a:r>
              <a:rPr lang="en-US" dirty="0">
                <a:solidFill>
                  <a:srgbClr val="FFFFFF"/>
                </a:solidFill>
                <a:cs typeface="IBM Plex Sans"/>
              </a:rPr>
              <a:t>Cloud</a:t>
            </a:r>
            <a:r>
              <a:rPr lang="en-US" dirty="0">
                <a:solidFill>
                  <a:srgbClr val="FFFFFF"/>
                </a:solidFill>
              </a:rPr>
              <a:t>/ © 2018 IBM Corporation</a:t>
            </a:r>
          </a:p>
        </p:txBody>
      </p:sp>
      <p:pic>
        <p:nvPicPr>
          <p:cNvPr id="14" name="Picture 13">
            <a:hlinkClick r:id="rId2" action="ppaction://hlinksldjump"/>
            <a:extLst>
              <a:ext uri="{FF2B5EF4-FFF2-40B4-BE49-F238E27FC236}">
                <a16:creationId xmlns:a16="http://schemas.microsoft.com/office/drawing/2014/main" id="{CDE4D4D9-3B7C-144C-B132-866A9366FC0C}"/>
              </a:ext>
            </a:extLst>
          </p:cNvPr>
          <p:cNvPicPr>
            <a:picLocks noChangeAspect="1"/>
          </p:cNvPicPr>
          <p:nvPr userDrawn="1"/>
        </p:nvPicPr>
        <p:blipFill>
          <a:blip r:embed="rId3"/>
          <a:stretch>
            <a:fillRect/>
          </a:stretch>
        </p:blipFill>
        <p:spPr>
          <a:xfrm>
            <a:off x="12034033" y="6700033"/>
            <a:ext cx="94087" cy="9408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3_Title and two text boxes, two colored boxes">
    <p:spTree>
      <p:nvGrpSpPr>
        <p:cNvPr id="1" name=""/>
        <p:cNvGrpSpPr/>
        <p:nvPr/>
      </p:nvGrpSpPr>
      <p:grpSpPr>
        <a:xfrm>
          <a:off x="0" y="0"/>
          <a:ext cx="0" cy="0"/>
          <a:chOff x="0" y="0"/>
          <a:chExt cx="0" cy="0"/>
        </a:xfrm>
      </p:grpSpPr>
      <p:sp>
        <p:nvSpPr>
          <p:cNvPr id="11" name="Rectangle 10"/>
          <p:cNvSpPr/>
          <p:nvPr userDrawn="1"/>
        </p:nvSpPr>
        <p:spPr>
          <a:xfrm>
            <a:off x="6096001" y="1"/>
            <a:ext cx="6096001" cy="6857999"/>
          </a:xfrm>
          <a:prstGeom prst="rect">
            <a:avLst/>
          </a:prstGeom>
          <a:solidFill>
            <a:schemeClr val="bg2"/>
          </a:solidFill>
        </p:spPr>
        <p:txBody>
          <a:bodyPr wrap="square" lIns="0" tIns="0" rIns="0" bIns="0" rtlCol="0" anchor="ctr">
            <a:noAutofit/>
          </a:bodyPr>
          <a:lstStyle/>
          <a:p>
            <a:pPr algn="ctr" defTabSz="914377"/>
            <a:endParaRPr lang="en-US" sz="1600" dirty="0">
              <a:solidFill>
                <a:srgbClr val="FFFFFF"/>
              </a:solidFill>
              <a:cs typeface="IBM Plex Sans"/>
            </a:endParaRPr>
          </a:p>
        </p:txBody>
      </p:sp>
      <p:sp>
        <p:nvSpPr>
          <p:cNvPr id="3" name="Slide Number Placeholder 2"/>
          <p:cNvSpPr>
            <a:spLocks noGrp="1"/>
          </p:cNvSpPr>
          <p:nvPr>
            <p:ph type="sldNum" sz="quarter" idx="10"/>
          </p:nvPr>
        </p:nvSpPr>
        <p:spPr/>
        <p:txBody>
          <a:bodyPr/>
          <a:lstStyle>
            <a:lvl1pPr>
              <a:defRPr>
                <a:solidFill>
                  <a:schemeClr val="tx1"/>
                </a:solidFill>
              </a:defRPr>
            </a:lvl1pPr>
          </a:lstStyle>
          <a:p>
            <a:fld id="{3FD999D4-B456-9943-89B7-30D56181CE18}" type="slidenum">
              <a:rPr lang="en-US" smtClean="0">
                <a:solidFill>
                  <a:srgbClr val="000000"/>
                </a:solidFill>
              </a:rPr>
              <a:pPr/>
              <a:t>‹#›</a:t>
            </a:fld>
            <a:endParaRPr lang="en-US" dirty="0">
              <a:solidFill>
                <a:srgbClr val="000000"/>
              </a:solidFill>
            </a:endParaRPr>
          </a:p>
        </p:txBody>
      </p:sp>
      <p:sp>
        <p:nvSpPr>
          <p:cNvPr id="12" name="Text Placeholder 11"/>
          <p:cNvSpPr>
            <a:spLocks noGrp="1"/>
          </p:cNvSpPr>
          <p:nvPr>
            <p:ph type="body" sz="quarter" idx="13"/>
          </p:nvPr>
        </p:nvSpPr>
        <p:spPr>
          <a:xfrm>
            <a:off x="304800" y="304801"/>
            <a:ext cx="5486400" cy="400049"/>
          </a:xfrm>
        </p:spPr>
        <p:txBody>
          <a:bodyPr/>
          <a:lstStyle>
            <a:lvl1pPr>
              <a:defRPr sz="3200">
                <a:latin typeface="IBM Plex Sans SemiBold"/>
                <a:cs typeface="IBM Plex Sans SemiBold"/>
              </a:defRPr>
            </a:lvl1pPr>
          </a:lstStyle>
          <a:p>
            <a:pPr lvl="0"/>
            <a:r>
              <a:rPr lang="en-US" dirty="0"/>
              <a:t>Click to edit Master text styles</a:t>
            </a:r>
          </a:p>
        </p:txBody>
      </p:sp>
      <p:sp>
        <p:nvSpPr>
          <p:cNvPr id="7" name="Text Placeholder 6"/>
          <p:cNvSpPr>
            <a:spLocks noGrp="1"/>
          </p:cNvSpPr>
          <p:nvPr>
            <p:ph type="body" sz="quarter" idx="14"/>
          </p:nvPr>
        </p:nvSpPr>
        <p:spPr>
          <a:xfrm>
            <a:off x="304800" y="1061157"/>
            <a:ext cx="5486400" cy="2367843"/>
          </a:xfrm>
        </p:spPr>
        <p:txBody>
          <a:bodyPr/>
          <a:lstStyle>
            <a:lvl1pPr>
              <a:defRPr sz="1867"/>
            </a:lvl1pPr>
            <a:lvl2pPr>
              <a:defRPr sz="1467"/>
            </a:lvl2pPr>
            <a:lvl3pPr>
              <a:defRPr sz="1467"/>
            </a:lvl3pPr>
            <a:lvl4pPr>
              <a:defRPr sz="1467"/>
            </a:lvl4pPr>
            <a:lvl5pPr>
              <a:defRPr sz="14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6"/>
          <p:cNvSpPr>
            <a:spLocks noGrp="1"/>
          </p:cNvSpPr>
          <p:nvPr>
            <p:ph type="body" sz="quarter" idx="15"/>
          </p:nvPr>
        </p:nvSpPr>
        <p:spPr>
          <a:xfrm>
            <a:off x="304800" y="3733800"/>
            <a:ext cx="5486400" cy="2367843"/>
          </a:xfrm>
        </p:spPr>
        <p:txBody>
          <a:bodyPr/>
          <a:lstStyle>
            <a:lvl1pPr>
              <a:defRPr sz="1867"/>
            </a:lvl1pPr>
            <a:lvl2pPr>
              <a:defRPr sz="1467"/>
            </a:lvl2pPr>
            <a:lvl3pPr>
              <a:defRPr sz="1467"/>
            </a:lvl3pPr>
            <a:lvl4pPr>
              <a:defRPr sz="1467"/>
            </a:lvl4pPr>
            <a:lvl5pPr>
              <a:defRPr sz="14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3"/>
          <p:cNvSpPr>
            <a:spLocks noGrp="1"/>
          </p:cNvSpPr>
          <p:nvPr>
            <p:ph type="ftr" sz="quarter" idx="11"/>
          </p:nvPr>
        </p:nvSpPr>
        <p:spPr>
          <a:xfrm>
            <a:off x="304800" y="6526747"/>
            <a:ext cx="8534400" cy="182880"/>
          </a:xfrm>
        </p:spPr>
        <p:txBody>
          <a:bodyPr/>
          <a:lstStyle/>
          <a:p>
            <a:r>
              <a:rPr lang="en-US" dirty="0">
                <a:solidFill>
                  <a:srgbClr val="FFFFFF"/>
                </a:solidFill>
              </a:rPr>
              <a:t>IBM </a:t>
            </a:r>
            <a:r>
              <a:rPr lang="en-US" dirty="0">
                <a:solidFill>
                  <a:srgbClr val="FFFFFF"/>
                </a:solidFill>
                <a:cs typeface="IBM Plex Sans"/>
              </a:rPr>
              <a:t>Cloud</a:t>
            </a:r>
            <a:r>
              <a:rPr lang="en-US" dirty="0">
                <a:solidFill>
                  <a:srgbClr val="FFFFFF"/>
                </a:solidFill>
              </a:rPr>
              <a:t>/ DOC ID / Month XX, 2017 / © 2017 IBM Corporation</a:t>
            </a:r>
          </a:p>
        </p:txBody>
      </p:sp>
      <p:sp>
        <p:nvSpPr>
          <p:cNvPr id="2" name="Rectangle 1"/>
          <p:cNvSpPr/>
          <p:nvPr userDrawn="1"/>
        </p:nvSpPr>
        <p:spPr>
          <a:xfrm>
            <a:off x="6096000" y="0"/>
            <a:ext cx="6245245" cy="6858000"/>
          </a:xfrm>
          <a:prstGeom prst="rect">
            <a:avLst/>
          </a:prstGeom>
        </p:spPr>
        <p:txBody>
          <a:bodyPr wrap="square" lIns="0" tIns="0" rIns="0" bIns="0" rtlCol="0" anchor="ctr">
            <a:noAutofit/>
          </a:bodyPr>
          <a:lstStyle/>
          <a:p>
            <a:pPr algn="ctr" defTabSz="914377"/>
            <a:endParaRPr lang="en-US" sz="1600" dirty="0">
              <a:solidFill>
                <a:srgbClr val="FFFFFF"/>
              </a:solidFill>
              <a:latin typeface="Arial"/>
              <a:cs typeface="Arial"/>
            </a:endParaRPr>
          </a:p>
        </p:txBody>
      </p:sp>
      <p:pic>
        <p:nvPicPr>
          <p:cNvPr id="15" name="Picture 14">
            <a:hlinkClick r:id="rId2" action="ppaction://hlinksldjump"/>
            <a:extLst>
              <a:ext uri="{FF2B5EF4-FFF2-40B4-BE49-F238E27FC236}">
                <a16:creationId xmlns:a16="http://schemas.microsoft.com/office/drawing/2014/main" id="{9CB01794-7CC3-804C-92D8-DAF0724C86BB}"/>
              </a:ext>
            </a:extLst>
          </p:cNvPr>
          <p:cNvPicPr>
            <a:picLocks noChangeAspect="1"/>
          </p:cNvPicPr>
          <p:nvPr userDrawn="1"/>
        </p:nvPicPr>
        <p:blipFill>
          <a:blip r:embed="rId3"/>
          <a:stretch>
            <a:fillRect/>
          </a:stretch>
        </p:blipFill>
        <p:spPr>
          <a:xfrm>
            <a:off x="12034033" y="6700033"/>
            <a:ext cx="94087" cy="9408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4_Title and two text boxes, two colored boxes">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12" name="Text Placeholder 11"/>
          <p:cNvSpPr>
            <a:spLocks noGrp="1"/>
          </p:cNvSpPr>
          <p:nvPr>
            <p:ph type="body" sz="quarter" idx="13"/>
          </p:nvPr>
        </p:nvSpPr>
        <p:spPr>
          <a:xfrm>
            <a:off x="6400800" y="304801"/>
            <a:ext cx="5486400" cy="400049"/>
          </a:xfrm>
        </p:spPr>
        <p:txBody>
          <a:bodyPr/>
          <a:lstStyle>
            <a:lvl1pPr>
              <a:defRPr sz="3200">
                <a:latin typeface="IBM Plex Sans SemiBold"/>
                <a:cs typeface="IBM Plex Sans SemiBold"/>
              </a:defRPr>
            </a:lvl1pPr>
          </a:lstStyle>
          <a:p>
            <a:pPr lvl="0"/>
            <a:r>
              <a:rPr lang="en-US" dirty="0"/>
              <a:t>Click to edit Master text styles</a:t>
            </a:r>
          </a:p>
        </p:txBody>
      </p:sp>
      <p:sp>
        <p:nvSpPr>
          <p:cNvPr id="7" name="Text Placeholder 6"/>
          <p:cNvSpPr>
            <a:spLocks noGrp="1"/>
          </p:cNvSpPr>
          <p:nvPr>
            <p:ph type="body" sz="quarter" idx="14"/>
          </p:nvPr>
        </p:nvSpPr>
        <p:spPr>
          <a:xfrm>
            <a:off x="6400800" y="1061157"/>
            <a:ext cx="5486400" cy="2367843"/>
          </a:xfrm>
        </p:spPr>
        <p:txBody>
          <a:bodyPr/>
          <a:lstStyle>
            <a:lvl1pPr>
              <a:defRPr sz="1867"/>
            </a:lvl1pPr>
            <a:lvl2pPr>
              <a:defRPr sz="1467"/>
            </a:lvl2pPr>
            <a:lvl3pPr>
              <a:defRPr sz="1467"/>
            </a:lvl3pPr>
            <a:lvl4pPr>
              <a:defRPr sz="1467"/>
            </a:lvl4pPr>
            <a:lvl5pPr>
              <a:defRPr sz="14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Rectangle 10"/>
          <p:cNvSpPr/>
          <p:nvPr userDrawn="1"/>
        </p:nvSpPr>
        <p:spPr>
          <a:xfrm>
            <a:off x="-2" y="1"/>
            <a:ext cx="6096001" cy="6857999"/>
          </a:xfrm>
          <a:prstGeom prst="rect">
            <a:avLst/>
          </a:prstGeom>
          <a:solidFill>
            <a:srgbClr val="FFFFFF"/>
          </a:solidFill>
        </p:spPr>
        <p:txBody>
          <a:bodyPr wrap="square" lIns="0" tIns="0" rIns="0" bIns="0" rtlCol="0" anchor="ctr">
            <a:noAutofit/>
          </a:bodyPr>
          <a:lstStyle/>
          <a:p>
            <a:pPr algn="ctr" defTabSz="914377"/>
            <a:endParaRPr lang="en-US" sz="1600" dirty="0">
              <a:solidFill>
                <a:srgbClr val="FFFFFF"/>
              </a:solidFill>
              <a:cs typeface="IBM Plex Sans"/>
            </a:endParaRPr>
          </a:p>
        </p:txBody>
      </p:sp>
      <p:sp>
        <p:nvSpPr>
          <p:cNvPr id="13" name="Text Placeholder 6"/>
          <p:cNvSpPr>
            <a:spLocks noGrp="1"/>
          </p:cNvSpPr>
          <p:nvPr>
            <p:ph type="body" sz="quarter" idx="15"/>
          </p:nvPr>
        </p:nvSpPr>
        <p:spPr>
          <a:xfrm>
            <a:off x="6400800" y="3733800"/>
            <a:ext cx="5486400" cy="2367843"/>
          </a:xfrm>
        </p:spPr>
        <p:txBody>
          <a:bodyPr/>
          <a:lstStyle>
            <a:lvl1pPr>
              <a:defRPr sz="1867"/>
            </a:lvl1pPr>
            <a:lvl2pPr>
              <a:defRPr sz="1467"/>
            </a:lvl2pPr>
            <a:lvl3pPr>
              <a:defRPr sz="1467"/>
            </a:lvl3pPr>
            <a:lvl4pPr>
              <a:defRPr sz="1467"/>
            </a:lvl4pPr>
            <a:lvl5pPr>
              <a:defRPr sz="14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3"/>
          <p:cNvSpPr>
            <a:spLocks noGrp="1"/>
          </p:cNvSpPr>
          <p:nvPr>
            <p:ph type="ftr" sz="quarter" idx="11"/>
          </p:nvPr>
        </p:nvSpPr>
        <p:spPr>
          <a:xfrm>
            <a:off x="304800" y="6526747"/>
            <a:ext cx="8534400" cy="182880"/>
          </a:xfrm>
        </p:spPr>
        <p:txBody>
          <a:bodyPr/>
          <a:lstStyle>
            <a:lvl1pPr>
              <a:defRPr>
                <a:solidFill>
                  <a:schemeClr val="tx1"/>
                </a:solidFill>
              </a:defRPr>
            </a:lvl1pPr>
          </a:lstStyle>
          <a:p>
            <a:r>
              <a:rPr lang="en-US" dirty="0">
                <a:solidFill>
                  <a:srgbClr val="000000"/>
                </a:solidFill>
              </a:rPr>
              <a:t>IBM </a:t>
            </a:r>
            <a:r>
              <a:rPr lang="en-US" dirty="0">
                <a:solidFill>
                  <a:srgbClr val="000000"/>
                </a:solidFill>
                <a:cs typeface="IBM Plex Sans"/>
              </a:rPr>
              <a:t>Cloud</a:t>
            </a:r>
            <a:r>
              <a:rPr lang="en-US" dirty="0">
                <a:solidFill>
                  <a:srgbClr val="000000"/>
                </a:solidFill>
              </a:rPr>
              <a:t>/ DOC ID / Month XX, 2017 / © 2017 IBM Corporation</a:t>
            </a:r>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2_Title and two text boxes, two colored boxes">
    <p:spTree>
      <p:nvGrpSpPr>
        <p:cNvPr id="1" name=""/>
        <p:cNvGrpSpPr/>
        <p:nvPr/>
      </p:nvGrpSpPr>
      <p:grpSpPr>
        <a:xfrm>
          <a:off x="0" y="0"/>
          <a:ext cx="0" cy="0"/>
          <a:chOff x="0" y="0"/>
          <a:chExt cx="0" cy="0"/>
        </a:xfrm>
      </p:grpSpPr>
      <p:sp>
        <p:nvSpPr>
          <p:cNvPr id="11" name="Rectangle 10"/>
          <p:cNvSpPr/>
          <p:nvPr userDrawn="1"/>
        </p:nvSpPr>
        <p:spPr>
          <a:xfrm>
            <a:off x="1" y="1"/>
            <a:ext cx="6096001" cy="6857999"/>
          </a:xfrm>
          <a:prstGeom prst="rect">
            <a:avLst/>
          </a:prstGeom>
          <a:solidFill>
            <a:srgbClr val="000F5E"/>
          </a:solidFill>
        </p:spPr>
        <p:txBody>
          <a:bodyPr wrap="square" lIns="0" tIns="0" rIns="0" bIns="0" rtlCol="0" anchor="ctr">
            <a:noAutofit/>
          </a:bodyPr>
          <a:lstStyle/>
          <a:p>
            <a:pPr algn="ctr" defTabSz="914377"/>
            <a:endParaRPr lang="en-US" sz="1600" dirty="0">
              <a:solidFill>
                <a:srgbClr val="FFFFFF"/>
              </a:solidFill>
              <a:cs typeface="IBM Plex Sans"/>
            </a:endParaRPr>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12" name="Text Placeholder 11"/>
          <p:cNvSpPr>
            <a:spLocks noGrp="1"/>
          </p:cNvSpPr>
          <p:nvPr>
            <p:ph type="body" sz="quarter" idx="13"/>
          </p:nvPr>
        </p:nvSpPr>
        <p:spPr>
          <a:xfrm>
            <a:off x="304800" y="304801"/>
            <a:ext cx="5486400" cy="400049"/>
          </a:xfrm>
        </p:spPr>
        <p:txBody>
          <a:bodyPr/>
          <a:lstStyle>
            <a:lvl1pPr>
              <a:defRPr sz="3200">
                <a:latin typeface="IBM Plex Sans SemiBold"/>
                <a:cs typeface="IBM Plex Sans SemiBold"/>
              </a:defRPr>
            </a:lvl1pPr>
          </a:lstStyle>
          <a:p>
            <a:pPr lvl="0"/>
            <a:r>
              <a:rPr lang="en-US" dirty="0"/>
              <a:t>Click to edit Master text styles</a:t>
            </a:r>
          </a:p>
        </p:txBody>
      </p:sp>
      <p:sp>
        <p:nvSpPr>
          <p:cNvPr id="7" name="Text Placeholder 6"/>
          <p:cNvSpPr>
            <a:spLocks noGrp="1"/>
          </p:cNvSpPr>
          <p:nvPr>
            <p:ph type="body" sz="quarter" idx="14"/>
          </p:nvPr>
        </p:nvSpPr>
        <p:spPr>
          <a:xfrm>
            <a:off x="304800" y="1061157"/>
            <a:ext cx="5486400" cy="2367843"/>
          </a:xfrm>
        </p:spPr>
        <p:txBody>
          <a:bodyPr/>
          <a:lstStyle>
            <a:lvl1pPr>
              <a:defRPr sz="1867"/>
            </a:lvl1pPr>
            <a:lvl2pPr>
              <a:defRPr sz="1467"/>
            </a:lvl2pPr>
            <a:lvl3pPr>
              <a:defRPr sz="1467"/>
            </a:lvl3pPr>
            <a:lvl4pPr>
              <a:defRPr sz="1467"/>
            </a:lvl4pPr>
            <a:lvl5pPr>
              <a:defRPr sz="14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6"/>
          <p:cNvSpPr>
            <a:spLocks noGrp="1"/>
          </p:cNvSpPr>
          <p:nvPr>
            <p:ph type="body" sz="quarter" idx="15"/>
          </p:nvPr>
        </p:nvSpPr>
        <p:spPr>
          <a:xfrm>
            <a:off x="304800" y="3733800"/>
            <a:ext cx="5486400" cy="2367843"/>
          </a:xfrm>
        </p:spPr>
        <p:txBody>
          <a:bodyPr/>
          <a:lstStyle>
            <a:lvl1pPr>
              <a:defRPr sz="1867"/>
            </a:lvl1pPr>
            <a:lvl2pPr>
              <a:defRPr sz="1467"/>
            </a:lvl2pPr>
            <a:lvl3pPr>
              <a:defRPr sz="1467"/>
            </a:lvl3pPr>
            <a:lvl4pPr>
              <a:defRPr sz="1467"/>
            </a:lvl4pPr>
            <a:lvl5pPr>
              <a:defRPr sz="14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3"/>
          <p:cNvSpPr>
            <a:spLocks noGrp="1"/>
          </p:cNvSpPr>
          <p:nvPr>
            <p:ph type="ftr" sz="quarter" idx="11"/>
          </p:nvPr>
        </p:nvSpPr>
        <p:spPr>
          <a:xfrm>
            <a:off x="304800" y="6526747"/>
            <a:ext cx="8534400" cy="182880"/>
          </a:xfrm>
        </p:spPr>
        <p:txBody>
          <a:bodyPr/>
          <a:lstStyle/>
          <a:p>
            <a:r>
              <a:rPr lang="en-US" dirty="0">
                <a:solidFill>
                  <a:srgbClr val="FFFFFF"/>
                </a:solidFill>
              </a:rPr>
              <a:t>IBM </a:t>
            </a:r>
            <a:r>
              <a:rPr lang="en-US" dirty="0">
                <a:solidFill>
                  <a:srgbClr val="FFFFFF"/>
                </a:solidFill>
                <a:cs typeface="IBM Plex Sans"/>
              </a:rPr>
              <a:t>Cloud</a:t>
            </a:r>
            <a:r>
              <a:rPr lang="en-US" dirty="0">
                <a:solidFill>
                  <a:srgbClr val="FFFFFF"/>
                </a:solidFill>
              </a:rPr>
              <a:t>/ DOC ID / Month XX, 2017 / © 2017 IBM Corporation</a:t>
            </a:r>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p:cSld name="boxes (3 med, 2 small)">
    <p:spTree>
      <p:nvGrpSpPr>
        <p:cNvPr id="1" name=""/>
        <p:cNvGrpSpPr/>
        <p:nvPr/>
      </p:nvGrpSpPr>
      <p:grpSpPr>
        <a:xfrm>
          <a:off x="0" y="0"/>
          <a:ext cx="0" cy="0"/>
          <a:chOff x="0" y="0"/>
          <a:chExt cx="0" cy="0"/>
        </a:xfrm>
      </p:grpSpPr>
      <p:sp>
        <p:nvSpPr>
          <p:cNvPr id="14" name="Content Placeholder 13"/>
          <p:cNvSpPr>
            <a:spLocks noGrp="1"/>
          </p:cNvSpPr>
          <p:nvPr>
            <p:ph sz="quarter" idx="17"/>
          </p:nvPr>
        </p:nvSpPr>
        <p:spPr>
          <a:xfrm>
            <a:off x="6096001" y="3429000"/>
            <a:ext cx="6096000" cy="3429000"/>
          </a:xfrm>
          <a:solidFill>
            <a:srgbClr val="0064FF"/>
          </a:solidFill>
        </p:spPr>
        <p:txBody>
          <a:bodyPr lIns="228600" tIns="192024" rIns="228600" bIns="228600"/>
          <a:lstStyle>
            <a:lvl1pPr>
              <a:defRPr sz="1867">
                <a:solidFill>
                  <a:schemeClr val="bg2"/>
                </a:solidFill>
              </a:defRPr>
            </a:lvl1pPr>
          </a:lstStyle>
          <a:p>
            <a:pPr lvl="0"/>
            <a:r>
              <a:rPr lang="en-US"/>
              <a:t>Click to edit Master text styles</a:t>
            </a:r>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8" name="Content Placeholder 7"/>
          <p:cNvSpPr>
            <a:spLocks noGrp="1"/>
          </p:cNvSpPr>
          <p:nvPr>
            <p:ph sz="quarter" idx="15"/>
          </p:nvPr>
        </p:nvSpPr>
        <p:spPr>
          <a:xfrm>
            <a:off x="9144000" y="0"/>
            <a:ext cx="3048000" cy="3429000"/>
          </a:xfrm>
          <a:solidFill>
            <a:srgbClr val="393939"/>
          </a:solidFill>
        </p:spPr>
        <p:txBody>
          <a:bodyPr lIns="228600" tIns="192024" rIns="228600" bIns="228600"/>
          <a:lstStyle>
            <a:lvl1pPr>
              <a:defRPr sz="1867">
                <a:solidFill>
                  <a:schemeClr val="bg2"/>
                </a:solidFill>
              </a:defRPr>
            </a:lvl1pPr>
          </a:lstStyle>
          <a:p>
            <a:pPr lvl="0"/>
            <a:r>
              <a:rPr lang="en-US"/>
              <a:t>Click to edit Master text styles</a:t>
            </a:r>
          </a:p>
        </p:txBody>
      </p:sp>
      <p:sp>
        <p:nvSpPr>
          <p:cNvPr id="10" name="Content Placeholder 9"/>
          <p:cNvSpPr>
            <a:spLocks noGrp="1"/>
          </p:cNvSpPr>
          <p:nvPr>
            <p:ph sz="quarter" idx="16"/>
          </p:nvPr>
        </p:nvSpPr>
        <p:spPr>
          <a:xfrm>
            <a:off x="6096000" y="0"/>
            <a:ext cx="3048000" cy="3429000"/>
          </a:xfrm>
          <a:solidFill>
            <a:srgbClr val="000F5E"/>
          </a:solidFill>
        </p:spPr>
        <p:txBody>
          <a:bodyPr lIns="228600" tIns="192024" rIns="228600" bIns="228600"/>
          <a:lstStyle>
            <a:lvl1pPr>
              <a:defRPr sz="1867">
                <a:solidFill>
                  <a:schemeClr val="bg2"/>
                </a:solidFill>
              </a:defRPr>
            </a:lvl1pPr>
          </a:lstStyle>
          <a:p>
            <a:pPr lvl="0"/>
            <a:r>
              <a:rPr lang="en-US" dirty="0"/>
              <a:t>Click to edit Master text styles</a:t>
            </a:r>
          </a:p>
        </p:txBody>
      </p:sp>
      <p:sp>
        <p:nvSpPr>
          <p:cNvPr id="5" name="Content Placeholder 4"/>
          <p:cNvSpPr>
            <a:spLocks noGrp="1"/>
          </p:cNvSpPr>
          <p:nvPr>
            <p:ph sz="quarter" idx="18"/>
          </p:nvPr>
        </p:nvSpPr>
        <p:spPr>
          <a:xfrm>
            <a:off x="0" y="3429001"/>
            <a:ext cx="6096000" cy="2815167"/>
          </a:xfrm>
          <a:solidFill>
            <a:schemeClr val="tx1"/>
          </a:solidFill>
        </p:spPr>
        <p:txBody>
          <a:bodyPr lIns="228600" tIns="192024" rIns="228600" bIns="228600"/>
          <a:lstStyle>
            <a:lvl1pPr>
              <a:defRPr sz="1867">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p:txBody>
      </p:sp>
      <p:sp>
        <p:nvSpPr>
          <p:cNvPr id="6" name="Title 5"/>
          <p:cNvSpPr>
            <a:spLocks noGrp="1"/>
          </p:cNvSpPr>
          <p:nvPr>
            <p:ph type="title"/>
          </p:nvPr>
        </p:nvSpPr>
        <p:spPr>
          <a:xfrm>
            <a:off x="-1" y="-1"/>
            <a:ext cx="6095999" cy="3429001"/>
          </a:xfrm>
          <a:solidFill>
            <a:srgbClr val="0064FF"/>
          </a:solidFill>
        </p:spPr>
        <p:txBody>
          <a:bodyPr lIns="228600" tIns="201168" rIns="228600" bIns="228600"/>
          <a:lstStyle>
            <a:lvl1pPr>
              <a:defRPr>
                <a:solidFill>
                  <a:schemeClr val="bg2"/>
                </a:solidFill>
              </a:defRPr>
            </a:lvl1pPr>
          </a:lstStyle>
          <a:p>
            <a:r>
              <a:rPr lang="en-US" dirty="0"/>
              <a:t>Click to edit Master title style</a:t>
            </a:r>
          </a:p>
        </p:txBody>
      </p:sp>
      <p:sp>
        <p:nvSpPr>
          <p:cNvPr id="9" name="Footer Placeholder 3"/>
          <p:cNvSpPr>
            <a:spLocks noGrp="1"/>
          </p:cNvSpPr>
          <p:nvPr>
            <p:ph type="ftr" sz="quarter" idx="11"/>
          </p:nvPr>
        </p:nvSpPr>
        <p:spPr>
          <a:xfrm>
            <a:off x="304800" y="6526747"/>
            <a:ext cx="8534400" cy="182880"/>
          </a:xfrm>
        </p:spPr>
        <p:txBody>
          <a:bodyPr/>
          <a:lstStyle/>
          <a:p>
            <a:r>
              <a:rPr lang="en-US" dirty="0">
                <a:solidFill>
                  <a:srgbClr val="FFFFFF"/>
                </a:solidFill>
              </a:rPr>
              <a:t>IBM </a:t>
            </a:r>
            <a:r>
              <a:rPr lang="en-US" dirty="0">
                <a:solidFill>
                  <a:srgbClr val="FFFFFF"/>
                </a:solidFill>
                <a:cs typeface="IBM Plex Sans"/>
              </a:rPr>
              <a:t>Cloud</a:t>
            </a:r>
            <a:r>
              <a:rPr lang="en-US" dirty="0">
                <a:solidFill>
                  <a:srgbClr val="FFFFFF"/>
                </a:solidFill>
              </a:rPr>
              <a:t>/ DOC ID / Month XX, 2017 / © 2017 IBM Corporation</a:t>
            </a:r>
          </a:p>
        </p:txBody>
      </p:sp>
      <p:pic>
        <p:nvPicPr>
          <p:cNvPr id="12" name="Picture 11">
            <a:hlinkClick r:id="rId2" action="ppaction://hlinksldjump"/>
            <a:extLst>
              <a:ext uri="{FF2B5EF4-FFF2-40B4-BE49-F238E27FC236}">
                <a16:creationId xmlns:a16="http://schemas.microsoft.com/office/drawing/2014/main" id="{4F252098-ACFF-CF41-8F29-7A0FD53BDA01}"/>
              </a:ext>
            </a:extLst>
          </p:cNvPr>
          <p:cNvPicPr>
            <a:picLocks noChangeAspect="1"/>
          </p:cNvPicPr>
          <p:nvPr userDrawn="1"/>
        </p:nvPicPr>
        <p:blipFill>
          <a:blip r:embed="rId3"/>
          <a:stretch>
            <a:fillRect/>
          </a:stretch>
        </p:blipFill>
        <p:spPr>
          <a:xfrm>
            <a:off x="12034033" y="6700033"/>
            <a:ext cx="94087" cy="9408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BIG BLUE TITLE">
    <p:bg>
      <p:bgPr>
        <a:solidFill>
          <a:schemeClr val="accent2"/>
        </a:soli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a:xfrm>
            <a:off x="304801" y="304801"/>
            <a:ext cx="5757335" cy="866988"/>
          </a:xfrm>
          <a:noFill/>
        </p:spPr>
        <p:txBody>
          <a:bodyPr lIns="0" tIns="0" rIns="228600" bIns="228600">
            <a:noAutofit/>
          </a:bodyPr>
          <a:lstStyle>
            <a:lvl1pPr>
              <a:defRPr>
                <a:solidFill>
                  <a:schemeClr val="bg2"/>
                </a:solidFill>
              </a:defRPr>
            </a:lvl1pPr>
          </a:lstStyle>
          <a:p>
            <a:r>
              <a:rPr lang="en-US"/>
              <a:t>Click to edit Master title style</a:t>
            </a:r>
            <a:endParaRPr lang="en-US" dirty="0"/>
          </a:p>
        </p:txBody>
      </p:sp>
      <p:sp>
        <p:nvSpPr>
          <p:cNvPr id="5" name="Footer Placeholder 3"/>
          <p:cNvSpPr>
            <a:spLocks noGrp="1"/>
          </p:cNvSpPr>
          <p:nvPr>
            <p:ph type="ftr" sz="quarter" idx="11"/>
          </p:nvPr>
        </p:nvSpPr>
        <p:spPr>
          <a:xfrm>
            <a:off x="304800" y="6526747"/>
            <a:ext cx="8534400" cy="182880"/>
          </a:xfrm>
        </p:spPr>
        <p:txBody>
          <a:bodyPr/>
          <a:lstStyle/>
          <a:p>
            <a:r>
              <a:rPr lang="en-US" dirty="0">
                <a:solidFill>
                  <a:srgbClr val="FFFFFF"/>
                </a:solidFill>
              </a:rPr>
              <a:t>IBM </a:t>
            </a:r>
            <a:r>
              <a:rPr lang="en-US" dirty="0">
                <a:solidFill>
                  <a:srgbClr val="FFFFFF"/>
                </a:solidFill>
                <a:cs typeface="IBM Plex Sans"/>
              </a:rPr>
              <a:t>Cloud</a:t>
            </a:r>
            <a:r>
              <a:rPr lang="en-US" dirty="0">
                <a:solidFill>
                  <a:srgbClr val="FFFFFF"/>
                </a:solidFill>
              </a:rPr>
              <a:t>/ DOC ID / Month XX, 2017 / © 2017 IBM Corporation</a:t>
            </a:r>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userDrawn="1">
  <p:cSld name="Content Titles">
    <p:bg>
      <p:bgPr>
        <a:solidFill>
          <a:schemeClr val="accent3"/>
        </a:soli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a:xfrm>
            <a:off x="304801" y="304801"/>
            <a:ext cx="5757335" cy="866988"/>
          </a:xfrm>
          <a:noFill/>
        </p:spPr>
        <p:txBody>
          <a:bodyPr lIns="0" tIns="0" rIns="228600" bIns="228600">
            <a:noAutofit/>
          </a:bodyPr>
          <a:lstStyle>
            <a:lvl1pPr>
              <a:defRPr>
                <a:solidFill>
                  <a:schemeClr val="bg2"/>
                </a:solidFill>
              </a:defRPr>
            </a:lvl1pPr>
          </a:lstStyle>
          <a:p>
            <a:r>
              <a:rPr lang="en-US"/>
              <a:t>Click to edit Master title style</a:t>
            </a:r>
            <a:endParaRPr lang="en-US" dirty="0"/>
          </a:p>
        </p:txBody>
      </p:sp>
      <p:sp>
        <p:nvSpPr>
          <p:cNvPr id="5" name="Footer Placeholder 3"/>
          <p:cNvSpPr>
            <a:spLocks noGrp="1"/>
          </p:cNvSpPr>
          <p:nvPr>
            <p:ph type="ftr" sz="quarter" idx="11"/>
          </p:nvPr>
        </p:nvSpPr>
        <p:spPr>
          <a:xfrm>
            <a:off x="304800" y="6526747"/>
            <a:ext cx="8534400" cy="182880"/>
          </a:xfrm>
        </p:spPr>
        <p:txBody>
          <a:bodyPr/>
          <a:lstStyle/>
          <a:p>
            <a:r>
              <a:rPr lang="en-US" dirty="0">
                <a:solidFill>
                  <a:srgbClr val="FFFFFF"/>
                </a:solidFill>
              </a:rPr>
              <a:t>IBM </a:t>
            </a:r>
            <a:r>
              <a:rPr lang="en-US" dirty="0">
                <a:solidFill>
                  <a:srgbClr val="FFFFFF"/>
                </a:solidFill>
                <a:cs typeface="IBM Plex Sans"/>
              </a:rPr>
              <a:t>Cloud</a:t>
            </a:r>
            <a:r>
              <a:rPr lang="en-US" dirty="0">
                <a:solidFill>
                  <a:srgbClr val="FFFFFF"/>
                </a:solidFill>
              </a:rPr>
              <a:t>/ DOC ID / Month XX, 2017 / © 2017 IBM Corporation</a:t>
            </a:r>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Storage">
    <p:bg>
      <p:bgPr>
        <a:solidFill>
          <a:schemeClr val="accent4"/>
        </a:soli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a:xfrm>
            <a:off x="304801" y="304801"/>
            <a:ext cx="5757335" cy="866988"/>
          </a:xfrm>
          <a:noFill/>
        </p:spPr>
        <p:txBody>
          <a:bodyPr lIns="0" tIns="0" rIns="228600" bIns="228600">
            <a:noAutofit/>
          </a:bodyPr>
          <a:lstStyle>
            <a:lvl1pPr>
              <a:defRPr>
                <a:solidFill>
                  <a:schemeClr val="bg2"/>
                </a:solidFill>
              </a:defRPr>
            </a:lvl1pPr>
          </a:lstStyle>
          <a:p>
            <a:r>
              <a:rPr lang="en-US"/>
              <a:t>Click to edit Master title style</a:t>
            </a:r>
            <a:endParaRPr lang="en-US" dirty="0"/>
          </a:p>
        </p:txBody>
      </p:sp>
      <p:sp>
        <p:nvSpPr>
          <p:cNvPr id="5" name="Footer Placeholder 3"/>
          <p:cNvSpPr>
            <a:spLocks noGrp="1"/>
          </p:cNvSpPr>
          <p:nvPr>
            <p:ph type="ftr" sz="quarter" idx="11"/>
          </p:nvPr>
        </p:nvSpPr>
        <p:spPr>
          <a:xfrm>
            <a:off x="304800" y="6526747"/>
            <a:ext cx="8534400" cy="182880"/>
          </a:xfrm>
        </p:spPr>
        <p:txBody>
          <a:bodyPr/>
          <a:lstStyle/>
          <a:p>
            <a:r>
              <a:rPr lang="en-US" dirty="0">
                <a:solidFill>
                  <a:srgbClr val="FFFFFF"/>
                </a:solidFill>
              </a:rPr>
              <a:t>IBM </a:t>
            </a:r>
            <a:r>
              <a:rPr lang="en-US" dirty="0">
                <a:solidFill>
                  <a:srgbClr val="FFFFFF"/>
                </a:solidFill>
                <a:cs typeface="IBM Plex Sans"/>
              </a:rPr>
              <a:t>Cloud</a:t>
            </a:r>
            <a:r>
              <a:rPr lang="en-US" dirty="0">
                <a:solidFill>
                  <a:srgbClr val="FFFFFF"/>
                </a:solidFill>
              </a:rPr>
              <a:t>/ DOC ID / Month XX, 2017 / © 2017 IBM Corporation</a:t>
            </a:r>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p:cSld name="boxes (1 large, 4 small)">
    <p:spTree>
      <p:nvGrpSpPr>
        <p:cNvPr id="1" name=""/>
        <p:cNvGrpSpPr/>
        <p:nvPr/>
      </p:nvGrpSpPr>
      <p:grpSpPr>
        <a:xfrm>
          <a:off x="0" y="0"/>
          <a:ext cx="0" cy="0"/>
          <a:chOff x="0" y="0"/>
          <a:chExt cx="0" cy="0"/>
        </a:xfrm>
      </p:grpSpPr>
      <p:sp>
        <p:nvSpPr>
          <p:cNvPr id="8" name="Content Placeholder 7"/>
          <p:cNvSpPr>
            <a:spLocks noGrp="1"/>
          </p:cNvSpPr>
          <p:nvPr>
            <p:ph sz="quarter" idx="15"/>
          </p:nvPr>
        </p:nvSpPr>
        <p:spPr>
          <a:xfrm>
            <a:off x="9143997" y="3429000"/>
            <a:ext cx="3048000" cy="3429000"/>
          </a:xfrm>
          <a:solidFill>
            <a:srgbClr val="000090"/>
          </a:solidFill>
        </p:spPr>
        <p:txBody>
          <a:bodyPr lIns="228600" tIns="192024" rIns="228600" bIns="228600"/>
          <a:lstStyle>
            <a:lvl1pPr>
              <a:defRPr sz="1867">
                <a:solidFill>
                  <a:schemeClr val="bg2"/>
                </a:solidFill>
              </a:defRPr>
            </a:lvl1pPr>
          </a:lstStyle>
          <a:p>
            <a:pPr lvl="0"/>
            <a:r>
              <a:rPr lang="en-US" dirty="0"/>
              <a:t>Click to edit Master text styles</a:t>
            </a:r>
          </a:p>
        </p:txBody>
      </p:sp>
      <p:sp>
        <p:nvSpPr>
          <p:cNvPr id="10" name="Content Placeholder 9"/>
          <p:cNvSpPr>
            <a:spLocks noGrp="1"/>
          </p:cNvSpPr>
          <p:nvPr>
            <p:ph sz="quarter" idx="16"/>
          </p:nvPr>
        </p:nvSpPr>
        <p:spPr>
          <a:xfrm>
            <a:off x="3048000" y="3429000"/>
            <a:ext cx="3048000" cy="3429000"/>
          </a:xfrm>
          <a:solidFill>
            <a:srgbClr val="001690"/>
          </a:solidFill>
        </p:spPr>
        <p:txBody>
          <a:bodyPr lIns="228600" tIns="192024" rIns="228600" bIns="228600"/>
          <a:lstStyle>
            <a:lvl1pPr>
              <a:defRPr sz="1867">
                <a:solidFill>
                  <a:schemeClr val="bg2"/>
                </a:solidFill>
              </a:defRPr>
            </a:lvl1pPr>
          </a:lstStyle>
          <a:p>
            <a:pPr lvl="0"/>
            <a:r>
              <a:rPr lang="en-US"/>
              <a:t>Click to edit Master text styles</a:t>
            </a:r>
          </a:p>
        </p:txBody>
      </p:sp>
      <p:sp>
        <p:nvSpPr>
          <p:cNvPr id="14" name="Content Placeholder 13"/>
          <p:cNvSpPr>
            <a:spLocks noGrp="1"/>
          </p:cNvSpPr>
          <p:nvPr>
            <p:ph sz="quarter" idx="17"/>
          </p:nvPr>
        </p:nvSpPr>
        <p:spPr>
          <a:xfrm>
            <a:off x="6096002" y="3429000"/>
            <a:ext cx="3047996" cy="3429000"/>
          </a:xfrm>
          <a:solidFill>
            <a:srgbClr val="0064FF"/>
          </a:solidFill>
        </p:spPr>
        <p:txBody>
          <a:bodyPr lIns="228600" tIns="192024" rIns="228600" bIns="228600"/>
          <a:lstStyle>
            <a:lvl1pPr>
              <a:defRPr sz="1867">
                <a:solidFill>
                  <a:schemeClr val="bg2"/>
                </a:solidFill>
              </a:defRPr>
            </a:lvl1pPr>
          </a:lstStyle>
          <a:p>
            <a:pPr lvl="0"/>
            <a:r>
              <a:rPr lang="en-US"/>
              <a:t>Click to edit Master text styles</a:t>
            </a:r>
          </a:p>
        </p:txBody>
      </p:sp>
      <p:sp>
        <p:nvSpPr>
          <p:cNvPr id="5" name="Content Placeholder 4"/>
          <p:cNvSpPr>
            <a:spLocks noGrp="1"/>
          </p:cNvSpPr>
          <p:nvPr>
            <p:ph sz="quarter" idx="18"/>
          </p:nvPr>
        </p:nvSpPr>
        <p:spPr>
          <a:xfrm>
            <a:off x="0" y="3429000"/>
            <a:ext cx="3048000" cy="3429000"/>
          </a:xfrm>
          <a:solidFill>
            <a:srgbClr val="0064FF"/>
          </a:solidFill>
        </p:spPr>
        <p:txBody>
          <a:bodyPr lIns="228600" tIns="192024" rIns="228600" bIns="228600"/>
          <a:lstStyle>
            <a:lvl1pPr>
              <a:defRPr sz="1867">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p:txBody>
      </p:sp>
      <p:sp>
        <p:nvSpPr>
          <p:cNvPr id="3" name="Slide Number Placeholder 2"/>
          <p:cNvSpPr>
            <a:spLocks noGrp="1"/>
          </p:cNvSpPr>
          <p:nvPr>
            <p:ph type="sldNum" sz="quarter" idx="10"/>
          </p:nvPr>
        </p:nvSpPr>
        <p:spPr>
          <a:xfrm>
            <a:off x="9144000" y="6526747"/>
            <a:ext cx="2743200" cy="182880"/>
          </a:xfrm>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4" name="Footer Placeholder 3"/>
          <p:cNvSpPr>
            <a:spLocks noGrp="1"/>
          </p:cNvSpPr>
          <p:nvPr>
            <p:ph type="ftr" sz="quarter" idx="11"/>
          </p:nvPr>
        </p:nvSpPr>
        <p:spPr>
          <a:xfrm>
            <a:off x="304800" y="6526747"/>
            <a:ext cx="8534400" cy="182880"/>
          </a:xfrm>
          <a:prstGeom prst="rect">
            <a:avLst/>
          </a:prstGeom>
        </p:spPr>
        <p:txBody>
          <a:bodyPr/>
          <a:lstStyle/>
          <a:p>
            <a:r>
              <a:rPr lang="en-US" dirty="0">
                <a:solidFill>
                  <a:srgbClr val="FFFFFF"/>
                </a:solidFill>
              </a:rPr>
              <a:t>IBM </a:t>
            </a:r>
            <a:r>
              <a:rPr lang="en-US" dirty="0">
                <a:solidFill>
                  <a:srgbClr val="FFFFFF"/>
                </a:solidFill>
                <a:cs typeface="IBM Plex Sans"/>
              </a:rPr>
              <a:t>Cloud</a:t>
            </a:r>
            <a:r>
              <a:rPr lang="en-US" dirty="0">
                <a:solidFill>
                  <a:srgbClr val="FFFFFF"/>
                </a:solidFill>
              </a:rPr>
              <a:t>/ DOC ID / Month XX, 2017 / © 2017 IBM Corporation</a:t>
            </a:r>
          </a:p>
        </p:txBody>
      </p:sp>
      <p:sp>
        <p:nvSpPr>
          <p:cNvPr id="6" name="Title 5"/>
          <p:cNvSpPr>
            <a:spLocks noGrp="1"/>
          </p:cNvSpPr>
          <p:nvPr>
            <p:ph type="title"/>
          </p:nvPr>
        </p:nvSpPr>
        <p:spPr>
          <a:xfrm>
            <a:off x="304801" y="304801"/>
            <a:ext cx="6096001" cy="1151468"/>
          </a:xfrm>
          <a:solidFill>
            <a:schemeClr val="tx1"/>
          </a:solidFill>
        </p:spPr>
        <p:txBody>
          <a:bodyPr lIns="0" tIns="0" rIns="0" bIns="228600"/>
          <a:lstStyle>
            <a:lvl1pPr>
              <a:defRPr sz="3200">
                <a:solidFill>
                  <a:schemeClr val="bg2"/>
                </a:solidFill>
              </a:defRPr>
            </a:lvl1pPr>
          </a:lstStyle>
          <a:p>
            <a:r>
              <a:rPr lang="en-US" dirty="0"/>
              <a:t>Click to edit Master title style</a:t>
            </a:r>
          </a:p>
        </p:txBody>
      </p:sp>
      <p:pic>
        <p:nvPicPr>
          <p:cNvPr id="11" name="Picture 10">
            <a:hlinkClick r:id="rId2" action="ppaction://hlinksldjump"/>
            <a:extLst>
              <a:ext uri="{FF2B5EF4-FFF2-40B4-BE49-F238E27FC236}">
                <a16:creationId xmlns:a16="http://schemas.microsoft.com/office/drawing/2014/main" id="{1C5E55B7-B081-0745-BE92-4EE926BA71F6}"/>
              </a:ext>
            </a:extLst>
          </p:cNvPr>
          <p:cNvPicPr>
            <a:picLocks noChangeAspect="1"/>
          </p:cNvPicPr>
          <p:nvPr userDrawn="1"/>
        </p:nvPicPr>
        <p:blipFill>
          <a:blip r:embed="rId3"/>
          <a:stretch>
            <a:fillRect/>
          </a:stretch>
        </p:blipFill>
        <p:spPr>
          <a:xfrm>
            <a:off x="12034033" y="6700033"/>
            <a:ext cx="94087" cy="9408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4 boxes on bottom">
    <p:spTree>
      <p:nvGrpSpPr>
        <p:cNvPr id="1" name=""/>
        <p:cNvGrpSpPr/>
        <p:nvPr/>
      </p:nvGrpSpPr>
      <p:grpSpPr>
        <a:xfrm>
          <a:off x="0" y="0"/>
          <a:ext cx="0" cy="0"/>
          <a:chOff x="0" y="0"/>
          <a:chExt cx="0" cy="0"/>
        </a:xfrm>
      </p:grpSpPr>
      <p:sp>
        <p:nvSpPr>
          <p:cNvPr id="16" name="Footer Placeholder 3"/>
          <p:cNvSpPr>
            <a:spLocks noGrp="1"/>
          </p:cNvSpPr>
          <p:nvPr>
            <p:ph type="ftr" sz="quarter" idx="11"/>
          </p:nvPr>
        </p:nvSpPr>
        <p:spPr>
          <a:xfrm>
            <a:off x="304800" y="6526747"/>
            <a:ext cx="8534400" cy="182880"/>
          </a:xfrm>
        </p:spPr>
        <p:txBody>
          <a:bodyPr/>
          <a:lstStyle/>
          <a:p>
            <a:r>
              <a:rPr lang="en-US" dirty="0">
                <a:solidFill>
                  <a:srgbClr val="FFFFFF"/>
                </a:solidFill>
              </a:rPr>
              <a:t>IBM </a:t>
            </a:r>
            <a:r>
              <a:rPr lang="en-US" dirty="0">
                <a:solidFill>
                  <a:srgbClr val="FFFFFF"/>
                </a:solidFill>
                <a:cs typeface="IBM Plex Sans"/>
              </a:rPr>
              <a:t>Cloud</a:t>
            </a:r>
            <a:r>
              <a:rPr lang="en-US" dirty="0">
                <a:solidFill>
                  <a:srgbClr val="FFFFFF"/>
                </a:solidFill>
              </a:rPr>
              <a:t>/ DOC ID / Month XX, 2017 / © 2017 IBM Corporation</a:t>
            </a:r>
          </a:p>
        </p:txBody>
      </p:sp>
      <p:sp>
        <p:nvSpPr>
          <p:cNvPr id="17" name="Title 1"/>
          <p:cNvSpPr>
            <a:spLocks noGrp="1"/>
          </p:cNvSpPr>
          <p:nvPr>
            <p:ph type="title"/>
          </p:nvPr>
        </p:nvSpPr>
        <p:spPr>
          <a:xfrm>
            <a:off x="304800" y="268224"/>
            <a:ext cx="5486400" cy="508000"/>
          </a:xfrm>
        </p:spPr>
        <p:txBody>
          <a:bodyPr/>
          <a:lstStyle/>
          <a:p>
            <a:r>
              <a:rPr lang="en-US"/>
              <a:t>Click to edit Master title style</a:t>
            </a:r>
            <a:endParaRPr lang="en-US" dirty="0"/>
          </a:p>
        </p:txBody>
      </p:sp>
      <p:sp>
        <p:nvSpPr>
          <p:cNvPr id="3" name="Text Placeholder 2"/>
          <p:cNvSpPr>
            <a:spLocks noGrp="1"/>
          </p:cNvSpPr>
          <p:nvPr>
            <p:ph type="body" sz="quarter" idx="19"/>
          </p:nvPr>
        </p:nvSpPr>
        <p:spPr>
          <a:xfrm>
            <a:off x="0" y="3425952"/>
            <a:ext cx="3048000" cy="3432048"/>
          </a:xfrm>
          <a:solidFill>
            <a:srgbClr val="0064FF"/>
          </a:solidFill>
        </p:spPr>
        <p:txBody>
          <a:bodyPr lIns="182880" tIns="228600" rIns="182880" bIns="228600"/>
          <a:lstStyle>
            <a:lvl1pPr>
              <a:defRPr b="1">
                <a:latin typeface="IBM Plex Sans SemiBold"/>
                <a:cs typeface="IBM Plex Sans SemiBold"/>
              </a:defRPr>
            </a:lvl1pPr>
            <a:lvl2pPr marL="0" indent="0">
              <a:buNone/>
              <a:defRPr sz="1600">
                <a:latin typeface="IBM Plex Sans Light"/>
                <a:cs typeface="IBM Plex Sans Light"/>
              </a:defRPr>
            </a:lvl2pPr>
            <a:lvl3pPr marL="158747" indent="-158747">
              <a:defRPr sz="1600">
                <a:latin typeface="IBM Plex Sans Light"/>
                <a:cs typeface="IBM Plex Sans Light"/>
              </a:defRPr>
            </a:lvl3pPr>
            <a:lvl4pPr>
              <a:defRPr sz="1600">
                <a:latin typeface="IBM Plex Sans Light"/>
                <a:cs typeface="IBM Plex Sans Light"/>
              </a:defRPr>
            </a:lvl4pPr>
            <a:lvl5pPr>
              <a:defRPr sz="1600">
                <a:latin typeface="IBM Plex Sans Light"/>
                <a:cs typeface="IBM Plex Sans Ligh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2"/>
          <p:cNvSpPr>
            <a:spLocks noGrp="1"/>
          </p:cNvSpPr>
          <p:nvPr>
            <p:ph type="body" sz="quarter" idx="20"/>
          </p:nvPr>
        </p:nvSpPr>
        <p:spPr>
          <a:xfrm>
            <a:off x="3048000" y="3432049"/>
            <a:ext cx="3048000" cy="3432048"/>
          </a:xfrm>
          <a:solidFill>
            <a:srgbClr val="001690"/>
          </a:solidFill>
        </p:spPr>
        <p:txBody>
          <a:bodyPr lIns="182880" tIns="228600" rIns="182880" bIns="228600"/>
          <a:lstStyle>
            <a:lvl1pPr>
              <a:defRPr b="1">
                <a:latin typeface="IBM Plex Sans SemiBold"/>
                <a:cs typeface="IBM Plex Sans SemiBold"/>
              </a:defRPr>
            </a:lvl1pPr>
            <a:lvl2pPr marL="0" indent="0">
              <a:buNone/>
              <a:defRPr sz="1600">
                <a:latin typeface="IBM Plex Sans Light"/>
                <a:cs typeface="IBM Plex Sans Light"/>
              </a:defRPr>
            </a:lvl2pPr>
            <a:lvl3pPr marL="158747" indent="-158747">
              <a:defRPr sz="1600">
                <a:latin typeface="IBM Plex Sans Light"/>
                <a:cs typeface="IBM Plex Sans Light"/>
              </a:defRPr>
            </a:lvl3pPr>
            <a:lvl4pPr>
              <a:defRPr sz="1600">
                <a:latin typeface="IBM Plex Sans Light"/>
                <a:cs typeface="IBM Plex Sans Light"/>
              </a:defRPr>
            </a:lvl4pPr>
            <a:lvl5pPr>
              <a:defRPr sz="1600">
                <a:latin typeface="IBM Plex Sans Light"/>
                <a:cs typeface="IBM Plex Sans Ligh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2"/>
          <p:cNvSpPr>
            <a:spLocks noGrp="1"/>
          </p:cNvSpPr>
          <p:nvPr>
            <p:ph type="body" sz="quarter" idx="21"/>
          </p:nvPr>
        </p:nvSpPr>
        <p:spPr>
          <a:xfrm>
            <a:off x="6096000" y="3429000"/>
            <a:ext cx="3048000" cy="3432048"/>
          </a:xfrm>
          <a:solidFill>
            <a:srgbClr val="0064FF"/>
          </a:solidFill>
        </p:spPr>
        <p:txBody>
          <a:bodyPr lIns="182880" tIns="228600" rIns="182880" bIns="228600"/>
          <a:lstStyle>
            <a:lvl1pPr>
              <a:defRPr b="1">
                <a:latin typeface="IBM Plex Sans SemiBold"/>
                <a:cs typeface="IBM Plex Sans SemiBold"/>
              </a:defRPr>
            </a:lvl1pPr>
            <a:lvl2pPr marL="0" indent="0">
              <a:buNone/>
              <a:defRPr sz="1600">
                <a:latin typeface="IBM Plex Sans Light"/>
                <a:cs typeface="IBM Plex Sans Light"/>
              </a:defRPr>
            </a:lvl2pPr>
            <a:lvl3pPr marL="158747" indent="-158747">
              <a:defRPr sz="1600">
                <a:latin typeface="IBM Plex Sans Light"/>
                <a:cs typeface="IBM Plex Sans Light"/>
              </a:defRPr>
            </a:lvl3pPr>
            <a:lvl4pPr>
              <a:defRPr sz="1600">
                <a:latin typeface="IBM Plex Sans Light"/>
                <a:cs typeface="IBM Plex Sans Light"/>
              </a:defRPr>
            </a:lvl4pPr>
            <a:lvl5pPr>
              <a:defRPr sz="1600">
                <a:latin typeface="IBM Plex Sans Light"/>
                <a:cs typeface="IBM Plex Sans Ligh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2"/>
          <p:cNvSpPr>
            <a:spLocks noGrp="1"/>
          </p:cNvSpPr>
          <p:nvPr>
            <p:ph type="body" sz="quarter" idx="22"/>
          </p:nvPr>
        </p:nvSpPr>
        <p:spPr>
          <a:xfrm>
            <a:off x="9144000" y="3429000"/>
            <a:ext cx="3048000" cy="3432048"/>
          </a:xfrm>
          <a:solidFill>
            <a:srgbClr val="001690"/>
          </a:solidFill>
        </p:spPr>
        <p:txBody>
          <a:bodyPr lIns="182880" tIns="228600" rIns="182880" bIns="228600"/>
          <a:lstStyle>
            <a:lvl1pPr>
              <a:defRPr b="1">
                <a:latin typeface="IBM Plex Sans SemiBold"/>
                <a:cs typeface="IBM Plex Sans SemiBold"/>
              </a:defRPr>
            </a:lvl1pPr>
            <a:lvl2pPr marL="0" indent="0">
              <a:buNone/>
              <a:defRPr sz="1600">
                <a:latin typeface="IBM Plex Sans Light"/>
                <a:cs typeface="IBM Plex Sans Light"/>
              </a:defRPr>
            </a:lvl2pPr>
            <a:lvl3pPr marL="158747" indent="-158747">
              <a:defRPr sz="1600">
                <a:latin typeface="IBM Plex Sans Light"/>
                <a:cs typeface="IBM Plex Sans Light"/>
              </a:defRPr>
            </a:lvl3pPr>
            <a:lvl4pPr>
              <a:defRPr sz="1600">
                <a:latin typeface="IBM Plex Sans Light"/>
                <a:cs typeface="IBM Plex Sans Light"/>
              </a:defRPr>
            </a:lvl4pPr>
            <a:lvl5pPr>
              <a:defRPr sz="1600">
                <a:latin typeface="IBM Plex Sans Light"/>
                <a:cs typeface="IBM Plex Sans Ligh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quarter" idx="23"/>
          </p:nvPr>
        </p:nvSpPr>
        <p:spPr>
          <a:xfrm>
            <a:off x="304800" y="1004007"/>
            <a:ext cx="5486400" cy="1435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6"/>
          <p:cNvSpPr>
            <a:spLocks noGrp="1"/>
          </p:cNvSpPr>
          <p:nvPr>
            <p:ph type="sldNum" sz="quarter" idx="4"/>
          </p:nvPr>
        </p:nvSpPr>
        <p:spPr>
          <a:xfrm>
            <a:off x="9144000" y="6526747"/>
            <a:ext cx="2743200" cy="182880"/>
          </a:xfrm>
          <a:prstGeom prst="rect">
            <a:avLst/>
          </a:prstGeom>
        </p:spPr>
        <p:txBody>
          <a:bodyPr vert="horz" lIns="0" tIns="0" rIns="0" bIns="0" rtlCol="0" anchor="ctr">
            <a:noAutofit/>
          </a:bodyPr>
          <a:lstStyle>
            <a:lvl1pPr algn="r">
              <a:lnSpc>
                <a:spcPct val="90000"/>
              </a:lnSpc>
              <a:defRPr sz="800" kern="200" spc="-53" baseline="0">
                <a:solidFill>
                  <a:schemeClr val="bg2"/>
                </a:solidFill>
                <a:latin typeface="IBM Plex Sans"/>
                <a:ea typeface="IBM Plex Sans"/>
                <a:cs typeface="IBM Plex Sans"/>
              </a:defRPr>
            </a:lvl1pPr>
          </a:lstStyle>
          <a:p>
            <a:fld id="{3FD999D4-B456-9943-89B7-30D56181CE18}" type="slidenum">
              <a:rPr lang="en-US" smtClean="0">
                <a:solidFill>
                  <a:srgbClr val="FFFFFF"/>
                </a:solidFill>
              </a:rPr>
              <a:pPr/>
              <a:t>‹#›</a:t>
            </a:fld>
            <a:endParaRPr lang="en-US" dirty="0">
              <a:solidFill>
                <a:srgbClr val="FFFFFF"/>
              </a:solidFill>
            </a:endParaRPr>
          </a:p>
        </p:txBody>
      </p:sp>
      <p:pic>
        <p:nvPicPr>
          <p:cNvPr id="14" name="Picture 13">
            <a:hlinkClick r:id="rId2" action="ppaction://hlinksldjump"/>
            <a:extLst>
              <a:ext uri="{FF2B5EF4-FFF2-40B4-BE49-F238E27FC236}">
                <a16:creationId xmlns:a16="http://schemas.microsoft.com/office/drawing/2014/main" id="{52FE8270-D7F6-6C4A-A520-A339ACC7476C}"/>
              </a:ext>
            </a:extLst>
          </p:cNvPr>
          <p:cNvPicPr>
            <a:picLocks noChangeAspect="1"/>
          </p:cNvPicPr>
          <p:nvPr userDrawn="1"/>
        </p:nvPicPr>
        <p:blipFill>
          <a:blip r:embed="rId3"/>
          <a:stretch>
            <a:fillRect/>
          </a:stretch>
        </p:blipFill>
        <p:spPr>
          <a:xfrm>
            <a:off x="12034033" y="6700033"/>
            <a:ext cx="94087" cy="9408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boxes in middle">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6" name="Title 5"/>
          <p:cNvSpPr>
            <a:spLocks noGrp="1"/>
          </p:cNvSpPr>
          <p:nvPr>
            <p:ph type="title"/>
          </p:nvPr>
        </p:nvSpPr>
        <p:spPr>
          <a:xfrm>
            <a:off x="-1" y="-1"/>
            <a:ext cx="6096001" cy="1392297"/>
          </a:xfrm>
          <a:solidFill>
            <a:schemeClr val="tx1"/>
          </a:solidFill>
        </p:spPr>
        <p:txBody>
          <a:bodyPr lIns="228600" tIns="155448" rIns="228600" bIns="228600"/>
          <a:lstStyle>
            <a:lvl1pPr>
              <a:defRPr sz="3200">
                <a:solidFill>
                  <a:schemeClr val="bg2"/>
                </a:solidFill>
              </a:defRPr>
            </a:lvl1pPr>
          </a:lstStyle>
          <a:p>
            <a:r>
              <a:rPr lang="en-US"/>
              <a:t>Click to edit Master title style</a:t>
            </a:r>
            <a:endParaRPr lang="en-US" dirty="0"/>
          </a:p>
        </p:txBody>
      </p:sp>
      <p:sp>
        <p:nvSpPr>
          <p:cNvPr id="11" name="Footer Placeholder 3"/>
          <p:cNvSpPr>
            <a:spLocks noGrp="1"/>
          </p:cNvSpPr>
          <p:nvPr>
            <p:ph type="ftr" sz="quarter" idx="11"/>
          </p:nvPr>
        </p:nvSpPr>
        <p:spPr>
          <a:xfrm>
            <a:off x="304800" y="6526747"/>
            <a:ext cx="8534400" cy="182880"/>
          </a:xfrm>
        </p:spPr>
        <p:txBody>
          <a:bodyPr/>
          <a:lstStyle/>
          <a:p>
            <a:r>
              <a:rPr lang="en-US" dirty="0">
                <a:solidFill>
                  <a:srgbClr val="FFFFFF"/>
                </a:solidFill>
              </a:rPr>
              <a:t>IBM </a:t>
            </a:r>
            <a:r>
              <a:rPr lang="en-US" dirty="0">
                <a:solidFill>
                  <a:srgbClr val="FFFFFF"/>
                </a:solidFill>
                <a:cs typeface="IBM Plex Sans"/>
              </a:rPr>
              <a:t>Cloud</a:t>
            </a:r>
            <a:r>
              <a:rPr lang="en-US" dirty="0">
                <a:solidFill>
                  <a:srgbClr val="FFFFFF"/>
                </a:solidFill>
              </a:rPr>
              <a:t>/ DOC ID / Month XX, 2017 / © 2017 IBM Corporation</a:t>
            </a:r>
          </a:p>
        </p:txBody>
      </p:sp>
      <p:sp>
        <p:nvSpPr>
          <p:cNvPr id="9" name="Text Placeholder 2"/>
          <p:cNvSpPr>
            <a:spLocks noGrp="1"/>
          </p:cNvSpPr>
          <p:nvPr>
            <p:ph type="body" sz="quarter" idx="19"/>
          </p:nvPr>
        </p:nvSpPr>
        <p:spPr>
          <a:xfrm>
            <a:off x="0" y="3435099"/>
            <a:ext cx="3048000" cy="3432048"/>
          </a:xfrm>
          <a:solidFill>
            <a:srgbClr val="0064FF"/>
          </a:solidFill>
        </p:spPr>
        <p:txBody>
          <a:bodyPr lIns="182880" tIns="228600" rIns="182880" bIns="228600"/>
          <a:lstStyle>
            <a:lvl1pPr>
              <a:defRPr b="1">
                <a:latin typeface="IBM Plex Sans SemiBold"/>
                <a:cs typeface="IBM Plex Sans SemiBold"/>
              </a:defRPr>
            </a:lvl1pPr>
            <a:lvl2pPr marL="0" indent="0">
              <a:buNone/>
              <a:defRPr sz="1600">
                <a:latin typeface="IBM Plex Sans Light"/>
                <a:cs typeface="IBM Plex Sans Light"/>
              </a:defRPr>
            </a:lvl2pPr>
            <a:lvl3pPr marL="158747" indent="-158747">
              <a:defRPr sz="1600">
                <a:latin typeface="IBM Plex Sans Light"/>
                <a:cs typeface="IBM Plex Sans Light"/>
              </a:defRPr>
            </a:lvl3pPr>
            <a:lvl4pPr>
              <a:defRPr sz="1600">
                <a:latin typeface="IBM Plex Sans Light"/>
                <a:cs typeface="IBM Plex Sans Light"/>
              </a:defRPr>
            </a:lvl4pPr>
            <a:lvl5pPr>
              <a:defRPr sz="1600">
                <a:latin typeface="IBM Plex Sans Light"/>
                <a:cs typeface="IBM Plex Sans Ligh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2"/>
          <p:cNvSpPr>
            <a:spLocks noGrp="1"/>
          </p:cNvSpPr>
          <p:nvPr>
            <p:ph type="body" sz="quarter" idx="20"/>
          </p:nvPr>
        </p:nvSpPr>
        <p:spPr>
          <a:xfrm>
            <a:off x="3048000" y="3441196"/>
            <a:ext cx="3048000" cy="3432048"/>
          </a:xfrm>
          <a:solidFill>
            <a:srgbClr val="001690"/>
          </a:solidFill>
        </p:spPr>
        <p:txBody>
          <a:bodyPr lIns="182880" tIns="228600" rIns="182880" bIns="228600"/>
          <a:lstStyle>
            <a:lvl1pPr>
              <a:defRPr b="1">
                <a:latin typeface="IBM Plex Sans SemiBold"/>
                <a:cs typeface="IBM Plex Sans SemiBold"/>
              </a:defRPr>
            </a:lvl1pPr>
            <a:lvl2pPr marL="0" indent="0">
              <a:buNone/>
              <a:defRPr sz="1600">
                <a:latin typeface="IBM Plex Sans Light"/>
                <a:cs typeface="IBM Plex Sans Light"/>
              </a:defRPr>
            </a:lvl2pPr>
            <a:lvl3pPr marL="158747" indent="-158747">
              <a:defRPr sz="1600">
                <a:latin typeface="IBM Plex Sans Light"/>
                <a:cs typeface="IBM Plex Sans Light"/>
              </a:defRPr>
            </a:lvl3pPr>
            <a:lvl4pPr>
              <a:defRPr sz="1600">
                <a:latin typeface="IBM Plex Sans Light"/>
                <a:cs typeface="IBM Plex Sans Light"/>
              </a:defRPr>
            </a:lvl4pPr>
            <a:lvl5pPr>
              <a:defRPr sz="1600">
                <a:latin typeface="IBM Plex Sans Light"/>
                <a:cs typeface="IBM Plex Sans Ligh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2"/>
          <p:cNvSpPr>
            <a:spLocks noGrp="1"/>
          </p:cNvSpPr>
          <p:nvPr>
            <p:ph type="body" sz="quarter" idx="21"/>
          </p:nvPr>
        </p:nvSpPr>
        <p:spPr>
          <a:xfrm>
            <a:off x="6096000" y="3438147"/>
            <a:ext cx="3048000" cy="3432048"/>
          </a:xfrm>
          <a:solidFill>
            <a:srgbClr val="0064FF"/>
          </a:solidFill>
        </p:spPr>
        <p:txBody>
          <a:bodyPr lIns="182880" tIns="228600" rIns="182880" bIns="228600"/>
          <a:lstStyle>
            <a:lvl1pPr>
              <a:defRPr b="1">
                <a:latin typeface="IBM Plex Sans SemiBold"/>
                <a:cs typeface="IBM Plex Sans SemiBold"/>
              </a:defRPr>
            </a:lvl1pPr>
            <a:lvl2pPr marL="0" indent="0">
              <a:buNone/>
              <a:defRPr sz="1600">
                <a:latin typeface="IBM Plex Sans Light"/>
                <a:cs typeface="IBM Plex Sans Light"/>
              </a:defRPr>
            </a:lvl2pPr>
            <a:lvl3pPr marL="158747" indent="-158747">
              <a:defRPr sz="1600">
                <a:latin typeface="IBM Plex Sans Light"/>
                <a:cs typeface="IBM Plex Sans Light"/>
              </a:defRPr>
            </a:lvl3pPr>
            <a:lvl4pPr>
              <a:defRPr sz="1600">
                <a:latin typeface="IBM Plex Sans Light"/>
                <a:cs typeface="IBM Plex Sans Light"/>
              </a:defRPr>
            </a:lvl4pPr>
            <a:lvl5pPr>
              <a:defRPr sz="1600">
                <a:latin typeface="IBM Plex Sans Light"/>
                <a:cs typeface="IBM Plex Sans Ligh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2"/>
          <p:cNvSpPr>
            <a:spLocks noGrp="1"/>
          </p:cNvSpPr>
          <p:nvPr>
            <p:ph type="body" sz="quarter" idx="22"/>
          </p:nvPr>
        </p:nvSpPr>
        <p:spPr>
          <a:xfrm>
            <a:off x="9144000" y="3438147"/>
            <a:ext cx="3048000" cy="3432048"/>
          </a:xfrm>
          <a:solidFill>
            <a:srgbClr val="001690"/>
          </a:solidFill>
        </p:spPr>
        <p:txBody>
          <a:bodyPr lIns="182880" tIns="228600" rIns="182880" bIns="228600"/>
          <a:lstStyle>
            <a:lvl1pPr>
              <a:defRPr b="1">
                <a:latin typeface="IBM Plex Sans SemiBold"/>
                <a:cs typeface="IBM Plex Sans SemiBold"/>
              </a:defRPr>
            </a:lvl1pPr>
            <a:lvl2pPr marL="0" indent="0">
              <a:buNone/>
              <a:defRPr sz="1600">
                <a:latin typeface="IBM Plex Sans Light"/>
                <a:cs typeface="IBM Plex Sans Light"/>
              </a:defRPr>
            </a:lvl2pPr>
            <a:lvl3pPr marL="158747" indent="-158747">
              <a:defRPr sz="1600">
                <a:latin typeface="IBM Plex Sans Light"/>
                <a:cs typeface="IBM Plex Sans Light"/>
              </a:defRPr>
            </a:lvl3pPr>
            <a:lvl4pPr>
              <a:defRPr sz="1600">
                <a:latin typeface="IBM Plex Sans Light"/>
                <a:cs typeface="IBM Plex Sans Light"/>
              </a:defRPr>
            </a:lvl4pPr>
            <a:lvl5pPr>
              <a:defRPr sz="1600">
                <a:latin typeface="IBM Plex Sans Light"/>
                <a:cs typeface="IBM Plex Sans Ligh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4" name="Picture 13">
            <a:hlinkClick r:id="rId2" action="ppaction://hlinksldjump"/>
            <a:extLst>
              <a:ext uri="{FF2B5EF4-FFF2-40B4-BE49-F238E27FC236}">
                <a16:creationId xmlns:a16="http://schemas.microsoft.com/office/drawing/2014/main" id="{82FEA251-893D-5243-B08B-D25B3D54AEFA}"/>
              </a:ext>
            </a:extLst>
          </p:cNvPr>
          <p:cNvPicPr>
            <a:picLocks noChangeAspect="1"/>
          </p:cNvPicPr>
          <p:nvPr userDrawn="1"/>
        </p:nvPicPr>
        <p:blipFill>
          <a:blip r:embed="rId3"/>
          <a:stretch>
            <a:fillRect/>
          </a:stretch>
        </p:blipFill>
        <p:spPr>
          <a:xfrm>
            <a:off x="12034033" y="6700033"/>
            <a:ext cx="94087" cy="9408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2_boxes (1 large, 4 small)">
    <p:spTree>
      <p:nvGrpSpPr>
        <p:cNvPr id="1" name=""/>
        <p:cNvGrpSpPr/>
        <p:nvPr/>
      </p:nvGrpSpPr>
      <p:grpSpPr>
        <a:xfrm>
          <a:off x="0" y="0"/>
          <a:ext cx="0" cy="0"/>
          <a:chOff x="0" y="0"/>
          <a:chExt cx="0" cy="0"/>
        </a:xfrm>
      </p:grpSpPr>
      <p:sp>
        <p:nvSpPr>
          <p:cNvPr id="10" name="Content Placeholder 9"/>
          <p:cNvSpPr>
            <a:spLocks noGrp="1"/>
          </p:cNvSpPr>
          <p:nvPr>
            <p:ph sz="quarter" idx="16"/>
          </p:nvPr>
        </p:nvSpPr>
        <p:spPr>
          <a:xfrm>
            <a:off x="6096002" y="3429000"/>
            <a:ext cx="6095996" cy="3429000"/>
          </a:xfrm>
          <a:solidFill>
            <a:srgbClr val="0064FF"/>
          </a:solidFill>
        </p:spPr>
        <p:txBody>
          <a:bodyPr lIns="228600" tIns="192024" rIns="228600" bIns="228600"/>
          <a:lstStyle>
            <a:lvl1pPr>
              <a:defRPr sz="1867">
                <a:solidFill>
                  <a:schemeClr val="bg2"/>
                </a:solidFill>
                <a:latin typeface="IBM Plex Sans SemiBold"/>
                <a:cs typeface="IBM Plex Sans SemiBold"/>
              </a:defRPr>
            </a:lvl1pPr>
          </a:lstStyle>
          <a:p>
            <a:pPr lvl="0"/>
            <a:r>
              <a:rPr lang="en-US"/>
              <a:t>Click to edit Master text styles</a:t>
            </a:r>
          </a:p>
        </p:txBody>
      </p:sp>
      <p:sp>
        <p:nvSpPr>
          <p:cNvPr id="14" name="Content Placeholder 13"/>
          <p:cNvSpPr>
            <a:spLocks noGrp="1"/>
          </p:cNvSpPr>
          <p:nvPr>
            <p:ph sz="quarter" idx="17"/>
          </p:nvPr>
        </p:nvSpPr>
        <p:spPr>
          <a:xfrm>
            <a:off x="6096001" y="0"/>
            <a:ext cx="6096000" cy="3429000"/>
          </a:xfrm>
          <a:solidFill>
            <a:srgbClr val="001690"/>
          </a:solidFill>
        </p:spPr>
        <p:txBody>
          <a:bodyPr lIns="228600" tIns="192024" rIns="228600" bIns="228600"/>
          <a:lstStyle>
            <a:lvl1pPr>
              <a:defRPr sz="1867">
                <a:solidFill>
                  <a:schemeClr val="bg2"/>
                </a:solidFill>
                <a:latin typeface="IBM Plex Sans SemiBold"/>
                <a:cs typeface="IBM Plex Sans SemiBold"/>
              </a:defRPr>
            </a:lvl1pPr>
          </a:lstStyle>
          <a:p>
            <a:pPr lvl="0"/>
            <a:r>
              <a:rPr lang="en-US"/>
              <a:t>Click to edit Master text styles</a:t>
            </a:r>
          </a:p>
        </p:txBody>
      </p:sp>
      <p:sp>
        <p:nvSpPr>
          <p:cNvPr id="5" name="Content Placeholder 4"/>
          <p:cNvSpPr>
            <a:spLocks noGrp="1"/>
          </p:cNvSpPr>
          <p:nvPr>
            <p:ph sz="quarter" idx="18"/>
          </p:nvPr>
        </p:nvSpPr>
        <p:spPr>
          <a:xfrm>
            <a:off x="0" y="3429000"/>
            <a:ext cx="6096000" cy="3429000"/>
          </a:xfrm>
          <a:solidFill>
            <a:srgbClr val="001690"/>
          </a:solidFill>
        </p:spPr>
        <p:txBody>
          <a:bodyPr lIns="228600" tIns="192024" rIns="228600" bIns="228600"/>
          <a:lstStyle>
            <a:lvl1pPr>
              <a:defRPr sz="1867">
                <a:solidFill>
                  <a:schemeClr val="bg2"/>
                </a:solidFill>
                <a:latin typeface="IBM Plex Sans SemiBold"/>
                <a:cs typeface="IBM Plex Sans SemiBold"/>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Click to edit Master text styles</a:t>
            </a:r>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6" name="Title 5"/>
          <p:cNvSpPr>
            <a:spLocks noGrp="1"/>
          </p:cNvSpPr>
          <p:nvPr>
            <p:ph type="title"/>
          </p:nvPr>
        </p:nvSpPr>
        <p:spPr>
          <a:xfrm>
            <a:off x="-1" y="-1"/>
            <a:ext cx="6096001" cy="1392297"/>
          </a:xfrm>
          <a:noFill/>
        </p:spPr>
        <p:txBody>
          <a:bodyPr lIns="228600" tIns="155448" rIns="228600" bIns="228600"/>
          <a:lstStyle>
            <a:lvl1pPr>
              <a:defRPr sz="3200">
                <a:solidFill>
                  <a:schemeClr val="bg2"/>
                </a:solidFill>
              </a:defRPr>
            </a:lvl1pPr>
          </a:lstStyle>
          <a:p>
            <a:r>
              <a:rPr lang="en-US"/>
              <a:t>Click to edit Master title style</a:t>
            </a:r>
            <a:endParaRPr lang="en-US" dirty="0"/>
          </a:p>
        </p:txBody>
      </p:sp>
      <p:sp>
        <p:nvSpPr>
          <p:cNvPr id="11" name="Footer Placeholder 3"/>
          <p:cNvSpPr>
            <a:spLocks noGrp="1"/>
          </p:cNvSpPr>
          <p:nvPr>
            <p:ph type="ftr" sz="quarter" idx="11"/>
          </p:nvPr>
        </p:nvSpPr>
        <p:spPr>
          <a:xfrm>
            <a:off x="304800" y="6526747"/>
            <a:ext cx="8534400" cy="182880"/>
          </a:xfrm>
        </p:spPr>
        <p:txBody>
          <a:bodyPr/>
          <a:lstStyle/>
          <a:p>
            <a:r>
              <a:rPr lang="en-US" dirty="0">
                <a:solidFill>
                  <a:srgbClr val="FFFFFF"/>
                </a:solidFill>
              </a:rPr>
              <a:t>IBM </a:t>
            </a:r>
            <a:r>
              <a:rPr lang="en-US" dirty="0">
                <a:solidFill>
                  <a:srgbClr val="FFFFFF"/>
                </a:solidFill>
                <a:cs typeface="IBM Plex Sans"/>
              </a:rPr>
              <a:t>Cloud</a:t>
            </a:r>
            <a:r>
              <a:rPr lang="en-US" dirty="0">
                <a:solidFill>
                  <a:srgbClr val="FFFFFF"/>
                </a:solidFill>
              </a:rPr>
              <a:t>/ DOC ID / Month XX, 2017 / © 2017 IBM Corporation</a:t>
            </a:r>
          </a:p>
        </p:txBody>
      </p:sp>
      <p:pic>
        <p:nvPicPr>
          <p:cNvPr id="9" name="Picture 8">
            <a:hlinkClick r:id="rId2" action="ppaction://hlinksldjump"/>
            <a:extLst>
              <a:ext uri="{FF2B5EF4-FFF2-40B4-BE49-F238E27FC236}">
                <a16:creationId xmlns:a16="http://schemas.microsoft.com/office/drawing/2014/main" id="{1EA35B42-A4E0-8C49-9FC3-D76D6E1D9AE2}"/>
              </a:ext>
            </a:extLst>
          </p:cNvPr>
          <p:cNvPicPr>
            <a:picLocks noChangeAspect="1"/>
          </p:cNvPicPr>
          <p:nvPr userDrawn="1"/>
        </p:nvPicPr>
        <p:blipFill>
          <a:blip r:embed="rId3"/>
          <a:stretch>
            <a:fillRect/>
          </a:stretch>
        </p:blipFill>
        <p:spPr>
          <a:xfrm>
            <a:off x="12034033" y="6700033"/>
            <a:ext cx="94087" cy="9408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1_Boxes, with headers">
    <p:spTree>
      <p:nvGrpSpPr>
        <p:cNvPr id="1" name=""/>
        <p:cNvGrpSpPr/>
        <p:nvPr/>
      </p:nvGrpSpPr>
      <p:grpSpPr>
        <a:xfrm>
          <a:off x="0" y="0"/>
          <a:ext cx="0" cy="0"/>
          <a:chOff x="0" y="0"/>
          <a:chExt cx="0" cy="0"/>
        </a:xfrm>
      </p:grpSpPr>
      <p:sp>
        <p:nvSpPr>
          <p:cNvPr id="9" name="Text Placeholder 2"/>
          <p:cNvSpPr>
            <a:spLocks noGrp="1"/>
          </p:cNvSpPr>
          <p:nvPr>
            <p:ph type="body" sz="quarter" idx="19"/>
          </p:nvPr>
        </p:nvSpPr>
        <p:spPr>
          <a:xfrm>
            <a:off x="0" y="3425952"/>
            <a:ext cx="3048000" cy="3432048"/>
          </a:xfrm>
          <a:solidFill>
            <a:srgbClr val="0064FF"/>
          </a:solidFill>
        </p:spPr>
        <p:txBody>
          <a:bodyPr lIns="182880" tIns="228600" rIns="182880" bIns="228600"/>
          <a:lstStyle>
            <a:lvl1pPr>
              <a:defRPr b="1">
                <a:latin typeface="IBM Plex Sans SemiBold"/>
                <a:cs typeface="IBM Plex Sans SemiBold"/>
              </a:defRPr>
            </a:lvl1pPr>
            <a:lvl2pPr marL="0" indent="0">
              <a:buNone/>
              <a:defRPr sz="1600">
                <a:latin typeface="IBM Plex Sans Light"/>
                <a:cs typeface="IBM Plex Sans Light"/>
              </a:defRPr>
            </a:lvl2pPr>
            <a:lvl3pPr marL="158747" indent="-158747">
              <a:defRPr sz="1600">
                <a:latin typeface="IBM Plex Sans Light"/>
                <a:cs typeface="IBM Plex Sans Light"/>
              </a:defRPr>
            </a:lvl3pPr>
            <a:lvl4pPr>
              <a:defRPr sz="1600">
                <a:latin typeface="IBM Plex Sans Light"/>
                <a:cs typeface="IBM Plex Sans Light"/>
              </a:defRPr>
            </a:lvl4pPr>
            <a:lvl5pPr>
              <a:defRPr sz="1600">
                <a:latin typeface="IBM Plex Sans Light"/>
                <a:cs typeface="IBM Plex Sans Ligh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2"/>
          <p:cNvSpPr>
            <a:spLocks noGrp="1"/>
          </p:cNvSpPr>
          <p:nvPr>
            <p:ph type="body" sz="quarter" idx="20"/>
          </p:nvPr>
        </p:nvSpPr>
        <p:spPr>
          <a:xfrm>
            <a:off x="3048000" y="3432049"/>
            <a:ext cx="3048000" cy="3432048"/>
          </a:xfrm>
          <a:solidFill>
            <a:srgbClr val="001690"/>
          </a:solidFill>
        </p:spPr>
        <p:txBody>
          <a:bodyPr lIns="182880" tIns="228600" rIns="182880" bIns="228600"/>
          <a:lstStyle>
            <a:lvl1pPr>
              <a:defRPr b="1">
                <a:latin typeface="IBM Plex Sans SemiBold"/>
                <a:cs typeface="IBM Plex Sans SemiBold"/>
              </a:defRPr>
            </a:lvl1pPr>
            <a:lvl2pPr marL="0" indent="0">
              <a:buNone/>
              <a:defRPr sz="1600">
                <a:latin typeface="IBM Plex Sans Light"/>
                <a:cs typeface="IBM Plex Sans Light"/>
              </a:defRPr>
            </a:lvl2pPr>
            <a:lvl3pPr marL="158747" indent="-158747">
              <a:defRPr sz="1600">
                <a:latin typeface="IBM Plex Sans Light"/>
                <a:cs typeface="IBM Plex Sans Light"/>
              </a:defRPr>
            </a:lvl3pPr>
            <a:lvl4pPr>
              <a:defRPr sz="1600">
                <a:latin typeface="IBM Plex Sans Light"/>
                <a:cs typeface="IBM Plex Sans Light"/>
              </a:defRPr>
            </a:lvl4pPr>
            <a:lvl5pPr>
              <a:defRPr sz="1600">
                <a:latin typeface="IBM Plex Sans Light"/>
                <a:cs typeface="IBM Plex Sans Ligh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2"/>
          <p:cNvSpPr>
            <a:spLocks noGrp="1"/>
          </p:cNvSpPr>
          <p:nvPr>
            <p:ph type="body" sz="quarter" idx="21"/>
          </p:nvPr>
        </p:nvSpPr>
        <p:spPr>
          <a:xfrm>
            <a:off x="6096000" y="3429000"/>
            <a:ext cx="3048000" cy="3432048"/>
          </a:xfrm>
          <a:solidFill>
            <a:srgbClr val="0064FF"/>
          </a:solidFill>
        </p:spPr>
        <p:txBody>
          <a:bodyPr lIns="182880" tIns="228600" rIns="182880" bIns="228600"/>
          <a:lstStyle>
            <a:lvl1pPr>
              <a:defRPr b="1">
                <a:latin typeface="IBM Plex Sans SemiBold"/>
                <a:cs typeface="IBM Plex Sans SemiBold"/>
              </a:defRPr>
            </a:lvl1pPr>
            <a:lvl2pPr marL="0" indent="0">
              <a:buNone/>
              <a:defRPr sz="1600">
                <a:latin typeface="IBM Plex Sans Light"/>
                <a:cs typeface="IBM Plex Sans Light"/>
              </a:defRPr>
            </a:lvl2pPr>
            <a:lvl3pPr marL="158747" indent="-158747">
              <a:defRPr sz="1600">
                <a:latin typeface="IBM Plex Sans Light"/>
                <a:cs typeface="IBM Plex Sans Light"/>
              </a:defRPr>
            </a:lvl3pPr>
            <a:lvl4pPr>
              <a:defRPr sz="1600">
                <a:latin typeface="IBM Plex Sans Light"/>
                <a:cs typeface="IBM Plex Sans Light"/>
              </a:defRPr>
            </a:lvl4pPr>
            <a:lvl5pPr>
              <a:defRPr sz="1600">
                <a:latin typeface="IBM Plex Sans Light"/>
                <a:cs typeface="IBM Plex Sans Ligh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2"/>
          <p:cNvSpPr>
            <a:spLocks noGrp="1"/>
          </p:cNvSpPr>
          <p:nvPr>
            <p:ph type="body" sz="quarter" idx="22"/>
          </p:nvPr>
        </p:nvSpPr>
        <p:spPr>
          <a:xfrm>
            <a:off x="9144000" y="3429000"/>
            <a:ext cx="3048000" cy="3432048"/>
          </a:xfrm>
          <a:solidFill>
            <a:srgbClr val="001690"/>
          </a:solidFill>
        </p:spPr>
        <p:txBody>
          <a:bodyPr lIns="182880" tIns="228600" rIns="182880" bIns="228600"/>
          <a:lstStyle>
            <a:lvl1pPr>
              <a:defRPr b="1">
                <a:latin typeface="IBM Plex Sans SemiBold"/>
                <a:cs typeface="IBM Plex Sans SemiBold"/>
              </a:defRPr>
            </a:lvl1pPr>
            <a:lvl2pPr marL="0" indent="0">
              <a:buNone/>
              <a:defRPr sz="1600">
                <a:latin typeface="IBM Plex Sans Light"/>
                <a:cs typeface="IBM Plex Sans Light"/>
              </a:defRPr>
            </a:lvl2pPr>
            <a:lvl3pPr marL="158747" indent="-158747">
              <a:defRPr sz="1600">
                <a:latin typeface="IBM Plex Sans Light"/>
                <a:cs typeface="IBM Plex Sans Light"/>
              </a:defRPr>
            </a:lvl3pPr>
            <a:lvl4pPr>
              <a:defRPr sz="1600">
                <a:latin typeface="IBM Plex Sans Light"/>
                <a:cs typeface="IBM Plex Sans Light"/>
              </a:defRPr>
            </a:lvl4pPr>
            <a:lvl5pPr>
              <a:defRPr sz="1600">
                <a:latin typeface="IBM Plex Sans Light"/>
                <a:cs typeface="IBM Plex Sans Ligh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Footer Placeholder 3"/>
          <p:cNvSpPr>
            <a:spLocks noGrp="1"/>
          </p:cNvSpPr>
          <p:nvPr>
            <p:ph type="ftr" sz="quarter" idx="11"/>
          </p:nvPr>
        </p:nvSpPr>
        <p:spPr>
          <a:xfrm>
            <a:off x="304800" y="6526747"/>
            <a:ext cx="8534400" cy="182880"/>
          </a:xfrm>
        </p:spPr>
        <p:txBody>
          <a:bodyPr/>
          <a:lstStyle/>
          <a:p>
            <a:r>
              <a:rPr lang="en-US" dirty="0">
                <a:solidFill>
                  <a:srgbClr val="FFFFFF"/>
                </a:solidFill>
              </a:rPr>
              <a:t>IBM </a:t>
            </a:r>
            <a:r>
              <a:rPr lang="en-US" dirty="0">
                <a:solidFill>
                  <a:srgbClr val="FFFFFF"/>
                </a:solidFill>
                <a:cs typeface="IBM Plex Sans"/>
              </a:rPr>
              <a:t>Cloud</a:t>
            </a:r>
            <a:r>
              <a:rPr lang="en-US" dirty="0">
                <a:solidFill>
                  <a:srgbClr val="FFFFFF"/>
                </a:solidFill>
              </a:rPr>
              <a:t>/ DOC ID / Month XX, 2017 / © 2017 IBM Corporation</a:t>
            </a:r>
          </a:p>
        </p:txBody>
      </p:sp>
      <p:sp>
        <p:nvSpPr>
          <p:cNvPr id="17" name="Title 1"/>
          <p:cNvSpPr>
            <a:spLocks noGrp="1"/>
          </p:cNvSpPr>
          <p:nvPr>
            <p:ph type="title"/>
          </p:nvPr>
        </p:nvSpPr>
        <p:spPr>
          <a:xfrm>
            <a:off x="304800" y="268224"/>
            <a:ext cx="5486400" cy="508000"/>
          </a:xfrm>
        </p:spPr>
        <p:txBody>
          <a:bodyPr/>
          <a:lstStyle/>
          <a:p>
            <a:r>
              <a:rPr lang="en-US"/>
              <a:t>Click to edit Master title style</a:t>
            </a:r>
            <a:endParaRPr lang="en-US" dirty="0"/>
          </a:p>
        </p:txBody>
      </p:sp>
      <p:sp>
        <p:nvSpPr>
          <p:cNvPr id="8" name="Slide Number Placeholder 6"/>
          <p:cNvSpPr>
            <a:spLocks noGrp="1"/>
          </p:cNvSpPr>
          <p:nvPr>
            <p:ph type="sldNum" sz="quarter" idx="4"/>
          </p:nvPr>
        </p:nvSpPr>
        <p:spPr>
          <a:xfrm>
            <a:off x="9144000" y="6526747"/>
            <a:ext cx="2743200" cy="182880"/>
          </a:xfrm>
          <a:prstGeom prst="rect">
            <a:avLst/>
          </a:prstGeom>
        </p:spPr>
        <p:txBody>
          <a:bodyPr vert="horz" lIns="0" tIns="0" rIns="0" bIns="0" rtlCol="0" anchor="ctr">
            <a:noAutofit/>
          </a:bodyPr>
          <a:lstStyle>
            <a:lvl1pPr algn="r">
              <a:lnSpc>
                <a:spcPct val="90000"/>
              </a:lnSpc>
              <a:defRPr sz="800" kern="200" spc="-53" baseline="0">
                <a:solidFill>
                  <a:schemeClr val="bg2"/>
                </a:solidFill>
                <a:latin typeface="IBM Plex Sans"/>
                <a:ea typeface="IBM Plex Sans"/>
                <a:cs typeface="IBM Plex Sans"/>
              </a:defRPr>
            </a:lvl1pPr>
          </a:lstStyle>
          <a:p>
            <a:fld id="{3FD999D4-B456-9943-89B7-30D56181CE18}" type="slidenum">
              <a:rPr lang="en-US" smtClean="0">
                <a:solidFill>
                  <a:srgbClr val="FFFFFF"/>
                </a:solidFill>
              </a:rPr>
              <a:pPr/>
              <a:t>‹#›</a:t>
            </a:fld>
            <a:endParaRPr lang="en-US" dirty="0">
              <a:solidFill>
                <a:srgbClr val="FFFFFF"/>
              </a:solidFill>
            </a:endParaRPr>
          </a:p>
        </p:txBody>
      </p:sp>
      <p:pic>
        <p:nvPicPr>
          <p:cNvPr id="14" name="Picture 13">
            <a:hlinkClick r:id="rId2" action="ppaction://hlinksldjump"/>
            <a:extLst>
              <a:ext uri="{FF2B5EF4-FFF2-40B4-BE49-F238E27FC236}">
                <a16:creationId xmlns:a16="http://schemas.microsoft.com/office/drawing/2014/main" id="{E6970D21-AFCD-0A4E-84D8-67760B45D2AA}"/>
              </a:ext>
            </a:extLst>
          </p:cNvPr>
          <p:cNvPicPr>
            <a:picLocks noChangeAspect="1"/>
          </p:cNvPicPr>
          <p:nvPr userDrawn="1"/>
        </p:nvPicPr>
        <p:blipFill>
          <a:blip r:embed="rId3"/>
          <a:stretch>
            <a:fillRect/>
          </a:stretch>
        </p:blipFill>
        <p:spPr>
          <a:xfrm>
            <a:off x="12034033" y="6700033"/>
            <a:ext cx="94087" cy="9408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4 boxes on the right">
    <p:spTree>
      <p:nvGrpSpPr>
        <p:cNvPr id="1" name=""/>
        <p:cNvGrpSpPr/>
        <p:nvPr/>
      </p:nvGrpSpPr>
      <p:grpSpPr>
        <a:xfrm>
          <a:off x="0" y="0"/>
          <a:ext cx="0" cy="0"/>
          <a:chOff x="0" y="0"/>
          <a:chExt cx="0" cy="0"/>
        </a:xfrm>
      </p:grpSpPr>
      <p:sp>
        <p:nvSpPr>
          <p:cNvPr id="16" name="Footer Placeholder 3"/>
          <p:cNvSpPr>
            <a:spLocks noGrp="1"/>
          </p:cNvSpPr>
          <p:nvPr>
            <p:ph type="ftr" sz="quarter" idx="11"/>
          </p:nvPr>
        </p:nvSpPr>
        <p:spPr>
          <a:xfrm>
            <a:off x="304800" y="6526747"/>
            <a:ext cx="8534400" cy="182880"/>
          </a:xfrm>
        </p:spPr>
        <p:txBody>
          <a:bodyPr/>
          <a:lstStyle/>
          <a:p>
            <a:r>
              <a:rPr lang="en-US" dirty="0">
                <a:solidFill>
                  <a:srgbClr val="FFFFFF"/>
                </a:solidFill>
              </a:rPr>
              <a:t>IBM </a:t>
            </a:r>
            <a:r>
              <a:rPr lang="en-US" dirty="0">
                <a:solidFill>
                  <a:srgbClr val="FFFFFF"/>
                </a:solidFill>
                <a:cs typeface="IBM Plex Sans"/>
              </a:rPr>
              <a:t>Cloud</a:t>
            </a:r>
            <a:r>
              <a:rPr lang="en-US" dirty="0">
                <a:solidFill>
                  <a:srgbClr val="FFFFFF"/>
                </a:solidFill>
              </a:rPr>
              <a:t>/ DOC ID / Month XX, 2017 / © 2017 IBM Corporation</a:t>
            </a:r>
          </a:p>
        </p:txBody>
      </p:sp>
      <p:sp>
        <p:nvSpPr>
          <p:cNvPr id="17" name="Title 1"/>
          <p:cNvSpPr>
            <a:spLocks noGrp="1"/>
          </p:cNvSpPr>
          <p:nvPr>
            <p:ph type="title"/>
          </p:nvPr>
        </p:nvSpPr>
        <p:spPr>
          <a:xfrm>
            <a:off x="304800" y="304800"/>
            <a:ext cx="5486400" cy="508000"/>
          </a:xfrm>
        </p:spPr>
        <p:txBody>
          <a:bodyPr/>
          <a:lstStyle/>
          <a:p>
            <a:r>
              <a:rPr lang="en-US"/>
              <a:t>Click to edit Master title style</a:t>
            </a:r>
            <a:endParaRPr lang="en-US" dirty="0"/>
          </a:p>
        </p:txBody>
      </p:sp>
      <p:sp>
        <p:nvSpPr>
          <p:cNvPr id="3" name="Text Placeholder 2"/>
          <p:cNvSpPr>
            <a:spLocks noGrp="1"/>
          </p:cNvSpPr>
          <p:nvPr>
            <p:ph type="body" sz="quarter" idx="19"/>
          </p:nvPr>
        </p:nvSpPr>
        <p:spPr>
          <a:xfrm>
            <a:off x="6096000" y="1"/>
            <a:ext cx="3048000" cy="3432048"/>
          </a:xfrm>
          <a:solidFill>
            <a:srgbClr val="001690"/>
          </a:solidFill>
        </p:spPr>
        <p:txBody>
          <a:bodyPr lIns="182880" tIns="228600" rIns="182880" bIns="228600"/>
          <a:lstStyle>
            <a:lvl1pPr>
              <a:defRPr b="1">
                <a:latin typeface="IBM Plex Sans SemiBold"/>
                <a:cs typeface="IBM Plex Sans SemiBold"/>
              </a:defRPr>
            </a:lvl1pPr>
            <a:lvl2pPr marL="0" indent="0">
              <a:buNone/>
              <a:defRPr sz="1600">
                <a:latin typeface="IBM Plex Sans Light"/>
                <a:cs typeface="IBM Plex Sans Light"/>
              </a:defRPr>
            </a:lvl2pPr>
            <a:lvl3pPr marL="158747" indent="-158747">
              <a:defRPr sz="1600">
                <a:latin typeface="IBM Plex Sans Light"/>
                <a:cs typeface="IBM Plex Sans Light"/>
              </a:defRPr>
            </a:lvl3pPr>
            <a:lvl4pPr>
              <a:defRPr sz="1600">
                <a:latin typeface="IBM Plex Sans Light"/>
                <a:cs typeface="IBM Plex Sans Light"/>
              </a:defRPr>
            </a:lvl4pPr>
            <a:lvl5pPr>
              <a:defRPr sz="1600">
                <a:latin typeface="IBM Plex Sans Light"/>
                <a:cs typeface="IBM Plex Sans Ligh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2"/>
          <p:cNvSpPr>
            <a:spLocks noGrp="1"/>
          </p:cNvSpPr>
          <p:nvPr>
            <p:ph type="body" sz="quarter" idx="20"/>
          </p:nvPr>
        </p:nvSpPr>
        <p:spPr>
          <a:xfrm>
            <a:off x="9144000" y="1"/>
            <a:ext cx="3048000" cy="3432048"/>
          </a:xfrm>
          <a:solidFill>
            <a:srgbClr val="0064FF"/>
          </a:solidFill>
        </p:spPr>
        <p:txBody>
          <a:bodyPr lIns="182880" tIns="228600" rIns="182880" bIns="228600"/>
          <a:lstStyle>
            <a:lvl1pPr>
              <a:defRPr b="1">
                <a:latin typeface="IBM Plex Sans SemiBold"/>
                <a:cs typeface="IBM Plex Sans SemiBold"/>
              </a:defRPr>
            </a:lvl1pPr>
            <a:lvl2pPr marL="0" indent="0">
              <a:buNone/>
              <a:defRPr sz="1600">
                <a:latin typeface="IBM Plex Sans Light"/>
                <a:cs typeface="IBM Plex Sans Light"/>
              </a:defRPr>
            </a:lvl2pPr>
            <a:lvl3pPr marL="158747" indent="-158747">
              <a:defRPr sz="1600">
                <a:latin typeface="IBM Plex Sans Light"/>
                <a:cs typeface="IBM Plex Sans Light"/>
              </a:defRPr>
            </a:lvl3pPr>
            <a:lvl4pPr>
              <a:defRPr sz="1600">
                <a:latin typeface="IBM Plex Sans Light"/>
                <a:cs typeface="IBM Plex Sans Light"/>
              </a:defRPr>
            </a:lvl4pPr>
            <a:lvl5pPr>
              <a:defRPr sz="1600">
                <a:latin typeface="IBM Plex Sans Light"/>
                <a:cs typeface="IBM Plex Sans Ligh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2"/>
          <p:cNvSpPr>
            <a:spLocks noGrp="1"/>
          </p:cNvSpPr>
          <p:nvPr>
            <p:ph type="body" sz="quarter" idx="21"/>
          </p:nvPr>
        </p:nvSpPr>
        <p:spPr>
          <a:xfrm>
            <a:off x="6096000" y="3429000"/>
            <a:ext cx="3048000" cy="3432048"/>
          </a:xfrm>
          <a:solidFill>
            <a:srgbClr val="0064FF"/>
          </a:solidFill>
        </p:spPr>
        <p:txBody>
          <a:bodyPr lIns="182880" tIns="228600" rIns="182880" bIns="228600"/>
          <a:lstStyle>
            <a:lvl1pPr>
              <a:defRPr b="1">
                <a:latin typeface="IBM Plex Sans SemiBold"/>
                <a:cs typeface="IBM Plex Sans SemiBold"/>
              </a:defRPr>
            </a:lvl1pPr>
            <a:lvl2pPr marL="0" indent="0">
              <a:buNone/>
              <a:defRPr sz="1600">
                <a:latin typeface="IBM Plex Sans Light"/>
                <a:cs typeface="IBM Plex Sans Light"/>
              </a:defRPr>
            </a:lvl2pPr>
            <a:lvl3pPr marL="158747" indent="-158747">
              <a:defRPr sz="1600">
                <a:latin typeface="IBM Plex Sans Light"/>
                <a:cs typeface="IBM Plex Sans Light"/>
              </a:defRPr>
            </a:lvl3pPr>
            <a:lvl4pPr>
              <a:defRPr sz="1600">
                <a:latin typeface="IBM Plex Sans Light"/>
                <a:cs typeface="IBM Plex Sans Light"/>
              </a:defRPr>
            </a:lvl4pPr>
            <a:lvl5pPr>
              <a:defRPr sz="1600">
                <a:latin typeface="IBM Plex Sans Light"/>
                <a:cs typeface="IBM Plex Sans Ligh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2"/>
          <p:cNvSpPr>
            <a:spLocks noGrp="1"/>
          </p:cNvSpPr>
          <p:nvPr>
            <p:ph type="body" sz="quarter" idx="22"/>
          </p:nvPr>
        </p:nvSpPr>
        <p:spPr>
          <a:xfrm>
            <a:off x="9144000" y="3429000"/>
            <a:ext cx="3048000" cy="3432048"/>
          </a:xfrm>
          <a:solidFill>
            <a:srgbClr val="001690"/>
          </a:solidFill>
        </p:spPr>
        <p:txBody>
          <a:bodyPr lIns="182880" tIns="228600" rIns="182880" bIns="228600"/>
          <a:lstStyle>
            <a:lvl1pPr>
              <a:defRPr b="1">
                <a:latin typeface="IBM Plex Sans SemiBold"/>
                <a:cs typeface="IBM Plex Sans SemiBold"/>
              </a:defRPr>
            </a:lvl1pPr>
            <a:lvl2pPr marL="0" indent="0">
              <a:buNone/>
              <a:defRPr sz="1600">
                <a:latin typeface="IBM Plex Sans Light"/>
                <a:cs typeface="IBM Plex Sans Light"/>
              </a:defRPr>
            </a:lvl2pPr>
            <a:lvl3pPr marL="158747" indent="-158747">
              <a:defRPr sz="1600">
                <a:latin typeface="IBM Plex Sans Light"/>
                <a:cs typeface="IBM Plex Sans Light"/>
              </a:defRPr>
            </a:lvl3pPr>
            <a:lvl4pPr>
              <a:defRPr sz="1600">
                <a:latin typeface="IBM Plex Sans Light"/>
                <a:cs typeface="IBM Plex Sans Light"/>
              </a:defRPr>
            </a:lvl4pPr>
            <a:lvl5pPr>
              <a:defRPr sz="1600">
                <a:latin typeface="IBM Plex Sans Light"/>
                <a:cs typeface="IBM Plex Sans Ligh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quarter" idx="23"/>
          </p:nvPr>
        </p:nvSpPr>
        <p:spPr>
          <a:xfrm>
            <a:off x="304800" y="1004007"/>
            <a:ext cx="5486400" cy="1435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3" name="Picture 12">
            <a:hlinkClick r:id="rId2" action="ppaction://hlinksldjump"/>
            <a:extLst>
              <a:ext uri="{FF2B5EF4-FFF2-40B4-BE49-F238E27FC236}">
                <a16:creationId xmlns:a16="http://schemas.microsoft.com/office/drawing/2014/main" id="{A22C3559-CDFA-844D-AD92-8BABF48DDB36}"/>
              </a:ext>
            </a:extLst>
          </p:cNvPr>
          <p:cNvPicPr>
            <a:picLocks noChangeAspect="1"/>
          </p:cNvPicPr>
          <p:nvPr userDrawn="1"/>
        </p:nvPicPr>
        <p:blipFill>
          <a:blip r:embed="rId3"/>
          <a:stretch>
            <a:fillRect/>
          </a:stretch>
        </p:blipFill>
        <p:spPr>
          <a:xfrm>
            <a:off x="12034033" y="6700033"/>
            <a:ext cx="94087" cy="9408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1_4 boxes on the right">
    <p:spTree>
      <p:nvGrpSpPr>
        <p:cNvPr id="1" name=""/>
        <p:cNvGrpSpPr/>
        <p:nvPr/>
      </p:nvGrpSpPr>
      <p:grpSpPr>
        <a:xfrm>
          <a:off x="0" y="0"/>
          <a:ext cx="0" cy="0"/>
          <a:chOff x="0" y="0"/>
          <a:chExt cx="0" cy="0"/>
        </a:xfrm>
      </p:grpSpPr>
      <p:sp>
        <p:nvSpPr>
          <p:cNvPr id="16" name="Footer Placeholder 3"/>
          <p:cNvSpPr>
            <a:spLocks noGrp="1"/>
          </p:cNvSpPr>
          <p:nvPr>
            <p:ph type="ftr" sz="quarter" idx="11"/>
          </p:nvPr>
        </p:nvSpPr>
        <p:spPr>
          <a:xfrm>
            <a:off x="304800" y="6526747"/>
            <a:ext cx="8534400" cy="182880"/>
          </a:xfrm>
        </p:spPr>
        <p:txBody>
          <a:bodyPr/>
          <a:lstStyle/>
          <a:p>
            <a:r>
              <a:rPr lang="en-US" dirty="0">
                <a:solidFill>
                  <a:srgbClr val="FFFFFF"/>
                </a:solidFill>
              </a:rPr>
              <a:t>IBM </a:t>
            </a:r>
            <a:r>
              <a:rPr lang="en-US" dirty="0">
                <a:solidFill>
                  <a:srgbClr val="FFFFFF"/>
                </a:solidFill>
                <a:cs typeface="IBM Plex Sans"/>
              </a:rPr>
              <a:t>Cloud</a:t>
            </a:r>
            <a:r>
              <a:rPr lang="en-US" dirty="0">
                <a:solidFill>
                  <a:srgbClr val="FFFFFF"/>
                </a:solidFill>
              </a:rPr>
              <a:t>/ DOC ID / Month XX, 2017 / © 2017 IBM Corporation</a:t>
            </a:r>
          </a:p>
        </p:txBody>
      </p:sp>
      <p:sp>
        <p:nvSpPr>
          <p:cNvPr id="17" name="Title 1"/>
          <p:cNvSpPr>
            <a:spLocks noGrp="1"/>
          </p:cNvSpPr>
          <p:nvPr>
            <p:ph type="title"/>
          </p:nvPr>
        </p:nvSpPr>
        <p:spPr>
          <a:xfrm>
            <a:off x="304800" y="304800"/>
            <a:ext cx="5486400" cy="508000"/>
          </a:xfrm>
        </p:spPr>
        <p:txBody>
          <a:bodyPr/>
          <a:lstStyle/>
          <a:p>
            <a:r>
              <a:rPr lang="en-US"/>
              <a:t>Click to edit Master title style</a:t>
            </a:r>
            <a:endParaRPr lang="en-US" dirty="0"/>
          </a:p>
        </p:txBody>
      </p:sp>
      <p:sp>
        <p:nvSpPr>
          <p:cNvPr id="3" name="Text Placeholder 2"/>
          <p:cNvSpPr>
            <a:spLocks noGrp="1"/>
          </p:cNvSpPr>
          <p:nvPr>
            <p:ph type="body" sz="quarter" idx="19"/>
          </p:nvPr>
        </p:nvSpPr>
        <p:spPr>
          <a:xfrm>
            <a:off x="6096000" y="2"/>
            <a:ext cx="3048000" cy="2277877"/>
          </a:xfrm>
          <a:solidFill>
            <a:srgbClr val="001690"/>
          </a:solidFill>
        </p:spPr>
        <p:txBody>
          <a:bodyPr lIns="182880" tIns="228600" rIns="182880" bIns="228600"/>
          <a:lstStyle>
            <a:lvl1pPr>
              <a:defRPr b="1">
                <a:latin typeface="IBM Plex Sans SemiBold"/>
                <a:cs typeface="IBM Plex Sans SemiBold"/>
              </a:defRPr>
            </a:lvl1pPr>
            <a:lvl2pPr marL="0" indent="0">
              <a:buNone/>
              <a:defRPr sz="1600">
                <a:latin typeface="IBM Plex Sans Light"/>
                <a:cs typeface="IBM Plex Sans Light"/>
              </a:defRPr>
            </a:lvl2pPr>
            <a:lvl3pPr marL="158747" indent="-158747">
              <a:defRPr sz="1600">
                <a:latin typeface="IBM Plex Sans Light"/>
                <a:cs typeface="IBM Plex Sans Light"/>
              </a:defRPr>
            </a:lvl3pPr>
            <a:lvl4pPr>
              <a:defRPr sz="1600">
                <a:latin typeface="IBM Plex Sans Light"/>
                <a:cs typeface="IBM Plex Sans Light"/>
              </a:defRPr>
            </a:lvl4pPr>
            <a:lvl5pPr>
              <a:defRPr sz="1600">
                <a:latin typeface="IBM Plex Sans Light"/>
                <a:cs typeface="IBM Plex Sans Light"/>
              </a:defRPr>
            </a:lvl5pPr>
          </a:lstStyle>
          <a:p>
            <a:pPr lvl="0"/>
            <a:r>
              <a:rPr lang="en-US" dirty="0"/>
              <a:t>Click to edit Master text styles</a:t>
            </a:r>
          </a:p>
          <a:p>
            <a:pPr lvl="1"/>
            <a:r>
              <a:rPr lang="en-US" dirty="0"/>
              <a:t>Second level</a:t>
            </a:r>
          </a:p>
          <a:p>
            <a:pPr lvl="2"/>
            <a:r>
              <a:rPr lang="en-US" dirty="0"/>
              <a:t>Third level</a:t>
            </a:r>
          </a:p>
        </p:txBody>
      </p:sp>
      <p:sp>
        <p:nvSpPr>
          <p:cNvPr id="9" name="Text Placeholder 2"/>
          <p:cNvSpPr>
            <a:spLocks noGrp="1"/>
          </p:cNvSpPr>
          <p:nvPr>
            <p:ph type="body" sz="quarter" idx="20"/>
          </p:nvPr>
        </p:nvSpPr>
        <p:spPr>
          <a:xfrm>
            <a:off x="9144000" y="2"/>
            <a:ext cx="3048000" cy="2277877"/>
          </a:xfrm>
          <a:solidFill>
            <a:srgbClr val="0064FF"/>
          </a:solidFill>
        </p:spPr>
        <p:txBody>
          <a:bodyPr lIns="182880" tIns="228600" rIns="182880" bIns="228600"/>
          <a:lstStyle>
            <a:lvl1pPr>
              <a:defRPr b="1">
                <a:latin typeface="IBM Plex Sans SemiBold"/>
                <a:cs typeface="IBM Plex Sans SemiBold"/>
              </a:defRPr>
            </a:lvl1pPr>
            <a:lvl2pPr marL="0" indent="0">
              <a:buNone/>
              <a:defRPr sz="1600">
                <a:latin typeface="IBM Plex Sans Light"/>
                <a:cs typeface="IBM Plex Sans Light"/>
              </a:defRPr>
            </a:lvl2pPr>
            <a:lvl3pPr marL="158747" indent="-158747">
              <a:defRPr sz="1600">
                <a:latin typeface="IBM Plex Sans Light"/>
                <a:cs typeface="IBM Plex Sans Light"/>
              </a:defRPr>
            </a:lvl3pPr>
            <a:lvl4pPr>
              <a:defRPr sz="1600">
                <a:latin typeface="IBM Plex Sans Light"/>
                <a:cs typeface="IBM Plex Sans Light"/>
              </a:defRPr>
            </a:lvl4pPr>
            <a:lvl5pPr>
              <a:defRPr sz="1600">
                <a:latin typeface="IBM Plex Sans Light"/>
                <a:cs typeface="IBM Plex Sans Light"/>
              </a:defRPr>
            </a:lvl5pPr>
          </a:lstStyle>
          <a:p>
            <a:pPr lvl="0"/>
            <a:r>
              <a:rPr lang="en-US" dirty="0"/>
              <a:t>Click to edit Master text styles</a:t>
            </a:r>
          </a:p>
          <a:p>
            <a:pPr lvl="1"/>
            <a:r>
              <a:rPr lang="en-US" dirty="0"/>
              <a:t>Second level</a:t>
            </a:r>
          </a:p>
          <a:p>
            <a:pPr lvl="2"/>
            <a:r>
              <a:rPr lang="en-US" dirty="0"/>
              <a:t>Third level</a:t>
            </a:r>
          </a:p>
        </p:txBody>
      </p:sp>
      <p:sp>
        <p:nvSpPr>
          <p:cNvPr id="4" name="Text Placeholder 3"/>
          <p:cNvSpPr>
            <a:spLocks noGrp="1"/>
          </p:cNvSpPr>
          <p:nvPr>
            <p:ph type="body" sz="quarter" idx="23"/>
          </p:nvPr>
        </p:nvSpPr>
        <p:spPr>
          <a:xfrm>
            <a:off x="304800" y="1004007"/>
            <a:ext cx="5486400" cy="1435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2"/>
          <p:cNvSpPr>
            <a:spLocks noGrp="1"/>
          </p:cNvSpPr>
          <p:nvPr>
            <p:ph type="body" sz="quarter" idx="24"/>
          </p:nvPr>
        </p:nvSpPr>
        <p:spPr>
          <a:xfrm>
            <a:off x="6096000" y="2277879"/>
            <a:ext cx="3048000" cy="2277877"/>
          </a:xfrm>
          <a:solidFill>
            <a:srgbClr val="0064FF"/>
          </a:solidFill>
        </p:spPr>
        <p:txBody>
          <a:bodyPr lIns="182880" tIns="228600" rIns="182880" bIns="228600"/>
          <a:lstStyle>
            <a:lvl1pPr>
              <a:defRPr b="1">
                <a:latin typeface="IBM Plex Sans SemiBold"/>
                <a:cs typeface="IBM Plex Sans SemiBold"/>
              </a:defRPr>
            </a:lvl1pPr>
            <a:lvl2pPr marL="0" indent="0">
              <a:buNone/>
              <a:defRPr sz="1600">
                <a:latin typeface="IBM Plex Sans Light"/>
                <a:cs typeface="IBM Plex Sans Light"/>
              </a:defRPr>
            </a:lvl2pPr>
            <a:lvl3pPr marL="158747" indent="-158747">
              <a:defRPr sz="1600">
                <a:latin typeface="IBM Plex Sans Light"/>
                <a:cs typeface="IBM Plex Sans Light"/>
              </a:defRPr>
            </a:lvl3pPr>
            <a:lvl4pPr>
              <a:defRPr sz="1600">
                <a:latin typeface="IBM Plex Sans Light"/>
                <a:cs typeface="IBM Plex Sans Light"/>
              </a:defRPr>
            </a:lvl4pPr>
            <a:lvl5pPr>
              <a:defRPr sz="1600">
                <a:latin typeface="IBM Plex Sans Light"/>
                <a:cs typeface="IBM Plex Sans Light"/>
              </a:defRPr>
            </a:lvl5pPr>
          </a:lstStyle>
          <a:p>
            <a:pPr lvl="0"/>
            <a:r>
              <a:rPr lang="en-US" dirty="0"/>
              <a:t>Click to edit Master text styles</a:t>
            </a:r>
          </a:p>
          <a:p>
            <a:pPr lvl="1"/>
            <a:r>
              <a:rPr lang="en-US" dirty="0"/>
              <a:t>Second level</a:t>
            </a:r>
          </a:p>
          <a:p>
            <a:pPr lvl="2"/>
            <a:r>
              <a:rPr lang="en-US" dirty="0"/>
              <a:t>Third level</a:t>
            </a:r>
          </a:p>
        </p:txBody>
      </p:sp>
      <p:sp>
        <p:nvSpPr>
          <p:cNvPr id="13" name="Text Placeholder 2"/>
          <p:cNvSpPr>
            <a:spLocks noGrp="1"/>
          </p:cNvSpPr>
          <p:nvPr>
            <p:ph type="body" sz="quarter" idx="25"/>
          </p:nvPr>
        </p:nvSpPr>
        <p:spPr>
          <a:xfrm>
            <a:off x="9144000" y="2277879"/>
            <a:ext cx="3048000" cy="2277877"/>
          </a:xfrm>
          <a:solidFill>
            <a:srgbClr val="001690"/>
          </a:solidFill>
        </p:spPr>
        <p:txBody>
          <a:bodyPr lIns="182880" tIns="228600" rIns="182880" bIns="228600"/>
          <a:lstStyle>
            <a:lvl1pPr>
              <a:defRPr b="1">
                <a:latin typeface="IBM Plex Sans SemiBold"/>
                <a:cs typeface="IBM Plex Sans SemiBold"/>
              </a:defRPr>
            </a:lvl1pPr>
            <a:lvl2pPr marL="0" indent="0">
              <a:buNone/>
              <a:defRPr sz="1600">
                <a:latin typeface="IBM Plex Sans Light"/>
                <a:cs typeface="IBM Plex Sans Light"/>
              </a:defRPr>
            </a:lvl2pPr>
            <a:lvl3pPr marL="158747" indent="-158747">
              <a:defRPr sz="1600">
                <a:latin typeface="IBM Plex Sans Light"/>
                <a:cs typeface="IBM Plex Sans Light"/>
              </a:defRPr>
            </a:lvl3pPr>
            <a:lvl4pPr>
              <a:defRPr sz="1600">
                <a:latin typeface="IBM Plex Sans Light"/>
                <a:cs typeface="IBM Plex Sans Light"/>
              </a:defRPr>
            </a:lvl4pPr>
            <a:lvl5pPr>
              <a:defRPr sz="1600">
                <a:latin typeface="IBM Plex Sans Light"/>
                <a:cs typeface="IBM Plex Sans Light"/>
              </a:defRPr>
            </a:lvl5pPr>
          </a:lstStyle>
          <a:p>
            <a:pPr lvl="0"/>
            <a:r>
              <a:rPr lang="en-US" dirty="0"/>
              <a:t>Click to edit Master text styles</a:t>
            </a:r>
          </a:p>
          <a:p>
            <a:pPr lvl="1"/>
            <a:r>
              <a:rPr lang="en-US" dirty="0"/>
              <a:t>Second level</a:t>
            </a:r>
          </a:p>
          <a:p>
            <a:pPr lvl="2"/>
            <a:r>
              <a:rPr lang="en-US" dirty="0"/>
              <a:t>Third level</a:t>
            </a:r>
          </a:p>
        </p:txBody>
      </p:sp>
      <p:sp>
        <p:nvSpPr>
          <p:cNvPr id="15" name="Text Placeholder 2"/>
          <p:cNvSpPr>
            <a:spLocks noGrp="1"/>
          </p:cNvSpPr>
          <p:nvPr>
            <p:ph type="body" sz="quarter" idx="26"/>
          </p:nvPr>
        </p:nvSpPr>
        <p:spPr>
          <a:xfrm>
            <a:off x="6096000" y="4582995"/>
            <a:ext cx="6096000" cy="2277877"/>
          </a:xfrm>
          <a:solidFill>
            <a:srgbClr val="494949"/>
          </a:solidFill>
        </p:spPr>
        <p:txBody>
          <a:bodyPr lIns="182880" tIns="228600" rIns="182880" bIns="228600"/>
          <a:lstStyle>
            <a:lvl1pPr>
              <a:defRPr b="1">
                <a:latin typeface="IBM Plex Sans SemiBold"/>
                <a:cs typeface="IBM Plex Sans SemiBold"/>
              </a:defRPr>
            </a:lvl1pPr>
            <a:lvl2pPr marL="0" indent="0">
              <a:buNone/>
              <a:defRPr sz="1600">
                <a:latin typeface="IBM Plex Sans Light"/>
                <a:cs typeface="IBM Plex Sans Light"/>
              </a:defRPr>
            </a:lvl2pPr>
            <a:lvl3pPr marL="158747" indent="-158747">
              <a:defRPr sz="1600">
                <a:latin typeface="IBM Plex Sans Light"/>
                <a:cs typeface="IBM Plex Sans Light"/>
              </a:defRPr>
            </a:lvl3pPr>
            <a:lvl4pPr>
              <a:defRPr sz="1600">
                <a:latin typeface="IBM Plex Sans Light"/>
                <a:cs typeface="IBM Plex Sans Light"/>
              </a:defRPr>
            </a:lvl4pPr>
            <a:lvl5pPr>
              <a:defRPr sz="1600">
                <a:latin typeface="IBM Plex Sans Light"/>
                <a:cs typeface="IBM Plex Sans Light"/>
              </a:defRPr>
            </a:lvl5pPr>
          </a:lstStyle>
          <a:p>
            <a:pPr lvl="0"/>
            <a:r>
              <a:rPr lang="en-US" dirty="0"/>
              <a:t>Click to edit Master text styles</a:t>
            </a:r>
          </a:p>
          <a:p>
            <a:pPr lvl="1"/>
            <a:r>
              <a:rPr lang="en-US" dirty="0"/>
              <a:t>Second level</a:t>
            </a:r>
          </a:p>
          <a:p>
            <a:pPr lvl="2"/>
            <a:r>
              <a:rPr lang="en-US" dirty="0"/>
              <a:t>Third level</a:t>
            </a:r>
          </a:p>
        </p:txBody>
      </p:sp>
      <p:pic>
        <p:nvPicPr>
          <p:cNvPr id="12" name="Picture 11">
            <a:hlinkClick r:id="rId2" action="ppaction://hlinksldjump"/>
            <a:extLst>
              <a:ext uri="{FF2B5EF4-FFF2-40B4-BE49-F238E27FC236}">
                <a16:creationId xmlns:a16="http://schemas.microsoft.com/office/drawing/2014/main" id="{019F1B60-07B0-9145-A610-CB145470DEF0}"/>
              </a:ext>
            </a:extLst>
          </p:cNvPr>
          <p:cNvPicPr>
            <a:picLocks noChangeAspect="1"/>
          </p:cNvPicPr>
          <p:nvPr userDrawn="1"/>
        </p:nvPicPr>
        <p:blipFill>
          <a:blip r:embed="rId3"/>
          <a:stretch>
            <a:fillRect/>
          </a:stretch>
        </p:blipFill>
        <p:spPr>
          <a:xfrm>
            <a:off x="12034033" y="6700033"/>
            <a:ext cx="94087" cy="9408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17.xml><?xml version="1.0" encoding="utf-8"?>
<p:sldLayout xmlns:a="http://schemas.openxmlformats.org/drawingml/2006/main" xmlns:r="http://schemas.openxmlformats.org/officeDocument/2006/relationships" xmlns:p="http://schemas.openxmlformats.org/presentationml/2006/main" userDrawn="1">
  <p:cSld name="Left Block 01">
    <p:bg>
      <p:bgPr>
        <a:solidFill>
          <a:schemeClr val="bg2"/>
        </a:solidFill>
        <a:effectLst/>
      </p:bgPr>
    </p:bg>
    <p:spTree>
      <p:nvGrpSpPr>
        <p:cNvPr id="1" name=""/>
        <p:cNvGrpSpPr/>
        <p:nvPr/>
      </p:nvGrpSpPr>
      <p:grpSpPr>
        <a:xfrm>
          <a:off x="0" y="0"/>
          <a:ext cx="0" cy="0"/>
          <a:chOff x="0" y="0"/>
          <a:chExt cx="0" cy="0"/>
        </a:xfrm>
      </p:grpSpPr>
      <p:sp>
        <p:nvSpPr>
          <p:cNvPr id="48" name="Shape 48"/>
          <p:cNvSpPr/>
          <p:nvPr/>
        </p:nvSpPr>
        <p:spPr>
          <a:xfrm>
            <a:off x="0" y="0"/>
            <a:ext cx="3048000" cy="6858000"/>
          </a:xfrm>
          <a:prstGeom prst="rect">
            <a:avLst/>
          </a:prstGeom>
          <a:solidFill/>
          <a:ln w="12700">
            <a:miter lim="400000"/>
          </a:ln>
        </p:spPr>
        <p:txBody>
          <a:bodyPr lIns="0" tIns="0" rIns="0" bIns="0" anchor="ctr"/>
          <a:lstStyle/>
          <a:p>
            <a:pPr algn="ctr" defTabSz="914377">
              <a:defRPr sz="3200">
                <a:solidFill>
                  <a:srgbClr val="FFFFFF"/>
                </a:solidFill>
              </a:defRPr>
            </a:pPr>
            <a:endParaRPr sz="1600">
              <a:solidFill>
                <a:srgbClr val="FFFFFF"/>
              </a:solidFill>
            </a:endParaRPr>
          </a:p>
        </p:txBody>
      </p:sp>
      <p:sp>
        <p:nvSpPr>
          <p:cNvPr id="49" name="Shape 49"/>
          <p:cNvSpPr>
            <a:spLocks noGrp="1"/>
          </p:cNvSpPr>
          <p:nvPr>
            <p:ph type="title"/>
          </p:nvPr>
        </p:nvSpPr>
        <p:spPr>
          <a:xfrm>
            <a:off x="304800" y="260213"/>
            <a:ext cx="2472267" cy="701601"/>
          </a:xfrm>
          <a:prstGeom prst="rect">
            <a:avLst/>
          </a:prstGeom>
        </p:spPr>
        <p:txBody>
          <a:bodyPr/>
          <a:lstStyle>
            <a:lvl1pPr>
              <a:defRPr sz="3200">
                <a:latin typeface="IBM Plex Sans SemiBold"/>
                <a:ea typeface="IBM Plex Sans"/>
                <a:cs typeface="IBM Plex Sans SemiBold"/>
                <a:sym typeface="Arial"/>
              </a:defRPr>
            </a:lvl1pPr>
          </a:lstStyle>
          <a:p>
            <a:pPr lvl="0">
              <a:defRPr sz="1800">
                <a:solidFill>
                  <a:srgbClr val="000000"/>
                </a:solidFill>
              </a:defRPr>
            </a:pPr>
            <a:r>
              <a:rPr sz="3051" dirty="0">
                <a:solidFill>
                  <a:srgbClr val="FFFFFF"/>
                </a:solidFill>
              </a:rPr>
              <a:t>Title Text</a:t>
            </a:r>
          </a:p>
        </p:txBody>
      </p:sp>
      <p:sp>
        <p:nvSpPr>
          <p:cNvPr id="4" name="Text Placeholder 3"/>
          <p:cNvSpPr>
            <a:spLocks noGrp="1"/>
          </p:cNvSpPr>
          <p:nvPr>
            <p:ph type="body" sz="quarter" idx="10"/>
          </p:nvPr>
        </p:nvSpPr>
        <p:spPr>
          <a:xfrm>
            <a:off x="304800" y="3643489"/>
            <a:ext cx="2550584" cy="1885951"/>
          </a:xfrm>
        </p:spPr>
        <p:txBody>
          <a:bodyPr/>
          <a:lstStyle>
            <a:lvl1pPr>
              <a:defRPr sz="1600"/>
            </a:lvl1pPr>
            <a:lvl2pPr>
              <a:defRPr sz="1600"/>
            </a:lvl2pPr>
            <a:lvl3pPr>
              <a:defRPr sz="16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p:cSld name="boxes (4 tall)">
    <p:spTree>
      <p:nvGrpSpPr>
        <p:cNvPr id="1" name=""/>
        <p:cNvGrpSpPr/>
        <p:nvPr/>
      </p:nvGrpSpPr>
      <p:grpSpPr>
        <a:xfrm>
          <a:off x="0" y="0"/>
          <a:ext cx="0" cy="0"/>
          <a:chOff x="0" y="0"/>
          <a:chExt cx="0" cy="0"/>
        </a:xfrm>
      </p:grpSpPr>
      <p:sp>
        <p:nvSpPr>
          <p:cNvPr id="7" name="Content Placeholder 6"/>
          <p:cNvSpPr>
            <a:spLocks noGrp="1"/>
          </p:cNvSpPr>
          <p:nvPr>
            <p:ph sz="quarter" idx="19"/>
          </p:nvPr>
        </p:nvSpPr>
        <p:spPr>
          <a:xfrm>
            <a:off x="0" y="-1"/>
            <a:ext cx="3048000" cy="6858000"/>
          </a:xfrm>
          <a:solidFill>
            <a:srgbClr val="0064FF"/>
          </a:solidFill>
        </p:spPr>
        <p:txBody>
          <a:bodyPr lIns="228600" tIns="192024" rIns="228600" bIns="228600"/>
          <a:lstStyle>
            <a:lvl1pPr>
              <a:defRPr sz="1867">
                <a:solidFill>
                  <a:schemeClr val="bg2"/>
                </a:solidFill>
                <a:latin typeface="IBM Plex Sans SemiBold"/>
                <a:cs typeface="IBM Plex Sans SemiBold"/>
              </a:defRPr>
            </a:lvl1pPr>
            <a:lvl2pPr>
              <a:defRPr sz="1467">
                <a:solidFill>
                  <a:schemeClr val="bg2"/>
                </a:solidFill>
              </a:defRPr>
            </a:lvl2pPr>
            <a:lvl3pPr>
              <a:defRPr sz="1467">
                <a:solidFill>
                  <a:schemeClr val="bg2"/>
                </a:solidFill>
              </a:defRPr>
            </a:lvl3pPr>
            <a:lvl4pPr>
              <a:defRPr sz="1467">
                <a:solidFill>
                  <a:schemeClr val="bg2"/>
                </a:solidFill>
              </a:defRPr>
            </a:lvl4pPr>
            <a:lvl5pPr>
              <a:defRPr sz="1467">
                <a:solidFill>
                  <a:schemeClr val="bg2"/>
                </a:solidFill>
              </a:defRPr>
            </a:lvl5pPr>
          </a:lstStyle>
          <a:p>
            <a:pPr lvl="0"/>
            <a:r>
              <a:rPr lang="en-US" dirty="0"/>
              <a:t>Click to edit Master text styles</a:t>
            </a:r>
            <a:br>
              <a:rPr lang="en-US" dirty="0"/>
            </a:b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p:cNvSpPr>
            <a:spLocks noGrp="1"/>
          </p:cNvSpPr>
          <p:nvPr>
            <p:ph sz="quarter" idx="20"/>
          </p:nvPr>
        </p:nvSpPr>
        <p:spPr>
          <a:xfrm>
            <a:off x="3048000" y="0"/>
            <a:ext cx="3048000" cy="6858000"/>
          </a:xfrm>
          <a:solidFill>
            <a:srgbClr val="001690"/>
          </a:solidFill>
        </p:spPr>
        <p:txBody>
          <a:bodyPr lIns="228600" tIns="192024" rIns="228600" bIns="228600"/>
          <a:lstStyle>
            <a:lvl1pPr>
              <a:defRPr sz="1867">
                <a:solidFill>
                  <a:schemeClr val="bg2"/>
                </a:solidFill>
                <a:latin typeface="IBM Plex Sans SemiBold"/>
                <a:cs typeface="IBM Plex Sans SemiBold"/>
              </a:defRPr>
            </a:lvl1pPr>
            <a:lvl2pPr>
              <a:defRPr sz="1467">
                <a:solidFill>
                  <a:schemeClr val="bg2"/>
                </a:solidFill>
              </a:defRPr>
            </a:lvl2pPr>
            <a:lvl3pPr>
              <a:defRPr sz="1467">
                <a:solidFill>
                  <a:schemeClr val="bg2"/>
                </a:solidFill>
              </a:defRPr>
            </a:lvl3pPr>
            <a:lvl4pPr>
              <a:defRPr sz="1467">
                <a:solidFill>
                  <a:schemeClr val="bg2"/>
                </a:solidFill>
              </a:defRPr>
            </a:lvl4pPr>
            <a:lvl5pPr>
              <a:defRPr sz="1467">
                <a:solidFill>
                  <a:schemeClr val="bg2"/>
                </a:solidFill>
              </a:defRPr>
            </a:lvl5pPr>
          </a:lstStyle>
          <a:p>
            <a:pPr lvl="0"/>
            <a:r>
              <a:rPr lang="en-US" dirty="0"/>
              <a:t>Click to edit Master text styles</a:t>
            </a:r>
          </a:p>
        </p:txBody>
      </p:sp>
      <p:sp>
        <p:nvSpPr>
          <p:cNvPr id="15" name="Content Placeholder 14"/>
          <p:cNvSpPr>
            <a:spLocks noGrp="1"/>
          </p:cNvSpPr>
          <p:nvPr>
            <p:ph sz="quarter" idx="21"/>
          </p:nvPr>
        </p:nvSpPr>
        <p:spPr>
          <a:xfrm>
            <a:off x="6096000" y="0"/>
            <a:ext cx="3048000" cy="6858000"/>
          </a:xfrm>
          <a:solidFill>
            <a:srgbClr val="0064FF"/>
          </a:solidFill>
        </p:spPr>
        <p:txBody>
          <a:bodyPr lIns="228600" tIns="192024" rIns="228600" bIns="228600"/>
          <a:lstStyle>
            <a:lvl1pPr>
              <a:defRPr sz="1867">
                <a:solidFill>
                  <a:schemeClr val="bg2"/>
                </a:solidFill>
                <a:latin typeface="IBM Plex Sans SemiBold"/>
                <a:cs typeface="IBM Plex Sans SemiBold"/>
              </a:defRPr>
            </a:lvl1pPr>
            <a:lvl2pPr>
              <a:defRPr sz="1467">
                <a:solidFill>
                  <a:schemeClr val="bg2"/>
                </a:solidFill>
              </a:defRPr>
            </a:lvl2pPr>
            <a:lvl3pPr>
              <a:defRPr sz="1467">
                <a:solidFill>
                  <a:schemeClr val="bg2"/>
                </a:solidFill>
              </a:defRPr>
            </a:lvl3pPr>
            <a:lvl4pPr>
              <a:defRPr sz="1467">
                <a:solidFill>
                  <a:schemeClr val="bg2"/>
                </a:solidFill>
              </a:defRPr>
            </a:lvl4pPr>
            <a:lvl5pPr>
              <a:defRPr sz="1467">
                <a:solidFill>
                  <a:schemeClr val="bg2"/>
                </a:solidFill>
              </a:defRPr>
            </a:lvl5pPr>
          </a:lstStyle>
          <a:p>
            <a:pPr lvl="0"/>
            <a:r>
              <a:rPr lang="en-US" dirty="0"/>
              <a:t>Click to edit Master text styles</a:t>
            </a:r>
          </a:p>
        </p:txBody>
      </p:sp>
      <p:sp>
        <p:nvSpPr>
          <p:cNvPr id="17" name="Content Placeholder 16"/>
          <p:cNvSpPr>
            <a:spLocks noGrp="1"/>
          </p:cNvSpPr>
          <p:nvPr>
            <p:ph sz="quarter" idx="22"/>
          </p:nvPr>
        </p:nvSpPr>
        <p:spPr>
          <a:xfrm>
            <a:off x="9144000" y="0"/>
            <a:ext cx="3048000" cy="6858000"/>
          </a:xfrm>
          <a:solidFill>
            <a:srgbClr val="001690"/>
          </a:solidFill>
        </p:spPr>
        <p:txBody>
          <a:bodyPr lIns="228600" tIns="192024" rIns="228600" bIns="228600"/>
          <a:lstStyle>
            <a:lvl1pPr>
              <a:defRPr sz="1867">
                <a:solidFill>
                  <a:schemeClr val="bg2"/>
                </a:solidFill>
                <a:latin typeface="IBM Plex Sans SemiBold"/>
                <a:cs typeface="IBM Plex Sans SemiBold"/>
              </a:defRPr>
            </a:lvl1pPr>
            <a:lvl2pPr>
              <a:defRPr sz="1467">
                <a:solidFill>
                  <a:schemeClr val="bg2"/>
                </a:solidFill>
              </a:defRPr>
            </a:lvl2pPr>
            <a:lvl3pPr>
              <a:defRPr sz="1467">
                <a:solidFill>
                  <a:schemeClr val="bg2"/>
                </a:solidFill>
              </a:defRPr>
            </a:lvl3pPr>
            <a:lvl4pPr>
              <a:defRPr sz="1467">
                <a:solidFill>
                  <a:schemeClr val="bg2"/>
                </a:solidFill>
              </a:defRPr>
            </a:lvl4pPr>
            <a:lvl5pPr>
              <a:defRPr sz="1467">
                <a:solidFill>
                  <a:schemeClr val="bg2"/>
                </a:solidFill>
              </a:defRPr>
            </a:lvl5pPr>
          </a:lstStyle>
          <a:p>
            <a:pPr lvl="0"/>
            <a:r>
              <a:rPr lang="en-US" dirty="0"/>
              <a:t>Click to edit Master text styles</a:t>
            </a:r>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4" name="Footer Placeholder 3"/>
          <p:cNvSpPr>
            <a:spLocks noGrp="1"/>
          </p:cNvSpPr>
          <p:nvPr>
            <p:ph type="ftr" sz="quarter" idx="11"/>
          </p:nvPr>
        </p:nvSpPr>
        <p:spPr>
          <a:xfrm>
            <a:off x="304800" y="7024837"/>
            <a:ext cx="8534400" cy="182880"/>
          </a:xfrm>
          <a:prstGeom prst="rect">
            <a:avLst/>
          </a:prstGeom>
        </p:spPr>
        <p:txBody>
          <a:bodyPr/>
          <a:lstStyle>
            <a:lvl1pPr>
              <a:defRPr>
                <a:latin typeface="IBM Plex Sans"/>
              </a:defRPr>
            </a:lvl1pPr>
          </a:lstStyle>
          <a:p>
            <a:r>
              <a:rPr lang="en-US" dirty="0">
                <a:solidFill>
                  <a:srgbClr val="FFFFFF"/>
                </a:solidFill>
              </a:rPr>
              <a:t>Group Name / DOC ID / Month XX, 2017 / © 2017 IBM Corporation</a:t>
            </a:r>
          </a:p>
        </p:txBody>
      </p:sp>
      <p:pic>
        <p:nvPicPr>
          <p:cNvPr id="9" name="Picture 8">
            <a:hlinkClick r:id="rId2" action="ppaction://hlinksldjump"/>
            <a:extLst>
              <a:ext uri="{FF2B5EF4-FFF2-40B4-BE49-F238E27FC236}">
                <a16:creationId xmlns:a16="http://schemas.microsoft.com/office/drawing/2014/main" id="{7CA675F3-12B9-E540-8B45-A9F043C87C68}"/>
              </a:ext>
            </a:extLst>
          </p:cNvPr>
          <p:cNvPicPr>
            <a:picLocks noChangeAspect="1"/>
          </p:cNvPicPr>
          <p:nvPr userDrawn="1"/>
        </p:nvPicPr>
        <p:blipFill>
          <a:blip r:embed="rId3"/>
          <a:stretch>
            <a:fillRect/>
          </a:stretch>
        </p:blipFill>
        <p:spPr>
          <a:xfrm>
            <a:off x="12034033" y="6700033"/>
            <a:ext cx="94087" cy="9408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p:cSld name="case study 2: title, text (2/4), quote (2/4)">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93365"/>
          </a:xfrm>
        </p:spPr>
        <p:txBody>
          <a:bodyPr/>
          <a:lstStyle>
            <a:lvl1pPr>
              <a:defRPr>
                <a:latin typeface="IBM Plex Sans SemiBold"/>
                <a:cs typeface="IBM Plex Sans SemiBold"/>
              </a:defRPr>
            </a:lvl1pPr>
          </a:lstStyle>
          <a:p>
            <a:r>
              <a:rPr lang="en-US" dirty="0"/>
              <a:t>Click to edit Master title style</a:t>
            </a:r>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7" name="Text Placeholder 6"/>
          <p:cNvSpPr>
            <a:spLocks noGrp="1"/>
          </p:cNvSpPr>
          <p:nvPr>
            <p:ph type="body" sz="quarter" idx="12"/>
          </p:nvPr>
        </p:nvSpPr>
        <p:spPr>
          <a:xfrm>
            <a:off x="304800" y="1463040"/>
            <a:ext cx="2438400" cy="4669536"/>
          </a:xfrm>
        </p:spPr>
        <p:txBody>
          <a:bodyPr/>
          <a:lstStyle>
            <a:lvl1pPr>
              <a:defRPr sz="1867">
                <a:latin typeface="IBM Plex Sans SemiBold"/>
                <a:cs typeface="IBM Plex Sans SemiBold"/>
              </a:defRPr>
            </a:lvl1pPr>
            <a:lvl2pPr>
              <a:defRPr sz="1333"/>
            </a:lvl2pPr>
            <a:lvl3pPr>
              <a:defRPr sz="1467"/>
            </a:lvl3pPr>
            <a:lvl4pPr>
              <a:defRPr sz="1467"/>
            </a:lvl4pPr>
            <a:lvl5pPr>
              <a:defRPr sz="14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5"/>
          <p:cNvSpPr>
            <a:spLocks noGrp="1"/>
          </p:cNvSpPr>
          <p:nvPr>
            <p:ph type="body" sz="quarter" idx="13"/>
          </p:nvPr>
        </p:nvSpPr>
        <p:spPr>
          <a:xfrm>
            <a:off x="3352800" y="1488017"/>
            <a:ext cx="2438400" cy="4608576"/>
          </a:xfrm>
        </p:spPr>
        <p:txBody>
          <a:bodyPr/>
          <a:lstStyle>
            <a:lvl1pPr>
              <a:defRPr sz="1867">
                <a:latin typeface="IBM Plex Sans SemiBold"/>
                <a:cs typeface="IBM Plex Sans SemiBold"/>
              </a:defRPr>
            </a:lvl1pPr>
            <a:lvl2pPr marL="228594" indent="-228594">
              <a:buFont typeface="Arial"/>
              <a:buChar char="•"/>
              <a:defRPr sz="1333"/>
            </a:lvl2pPr>
            <a:lvl3pPr marL="461422" indent="-162980">
              <a:buFont typeface="Arial"/>
              <a:buChar char="•"/>
              <a:defRPr sz="1333"/>
            </a:lvl3pPr>
            <a:lvl4pPr marL="833946" indent="-224361">
              <a:buFont typeface="Arial"/>
              <a:buChar char="•"/>
              <a:defRPr sz="1333"/>
            </a:lvl4pPr>
            <a:lvl5pPr marL="1071007" indent="-230712">
              <a:buFont typeface="Arial"/>
              <a:buChar char="•"/>
              <a:defRPr sz="1333"/>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8"/>
          <p:cNvSpPr>
            <a:spLocks noGrp="1"/>
          </p:cNvSpPr>
          <p:nvPr>
            <p:ph type="body" sz="quarter" idx="14"/>
          </p:nvPr>
        </p:nvSpPr>
        <p:spPr>
          <a:xfrm>
            <a:off x="6267189" y="1402080"/>
            <a:ext cx="5620011" cy="4608576"/>
          </a:xfrm>
        </p:spPr>
        <p:txBody>
          <a:bodyPr/>
          <a:lstStyle>
            <a:lvl1pPr marL="156629" indent="-156629">
              <a:tabLst/>
              <a:defRPr sz="3200">
                <a:latin typeface="IBM Plex Sans SemiBold"/>
                <a:cs typeface="IBM Plex Sans SemiBold"/>
              </a:defRPr>
            </a:lvl1pPr>
            <a:lvl2pPr marL="0" indent="0">
              <a:buNone/>
              <a:defRPr sz="1467"/>
            </a:lvl2pPr>
            <a:lvl3pPr>
              <a:defRPr sz="1467"/>
            </a:lvl3pPr>
            <a:lvl4pPr>
              <a:defRPr sz="1467"/>
            </a:lvl4pPr>
            <a:lvl5pPr>
              <a:defRPr sz="14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3"/>
          <p:cNvSpPr txBox="1">
            <a:spLocks/>
          </p:cNvSpPr>
          <p:nvPr userDrawn="1"/>
        </p:nvSpPr>
        <p:spPr>
          <a:xfrm>
            <a:off x="304800" y="6526747"/>
            <a:ext cx="8534400" cy="182880"/>
          </a:xfrm>
          <a:prstGeom prst="rect">
            <a:avLst/>
          </a:prstGeom>
        </p:spPr>
        <p:txBody>
          <a:bodyPr anchor="ctr"/>
          <a:lstStyle>
            <a:defPPr>
              <a:defRPr lang="en-US"/>
            </a:defPPr>
            <a:lvl1pPr marL="0" algn="l" defTabSz="685800" rtl="0" eaLnBrk="1" latinLnBrk="0" hangingPunct="1">
              <a:defRPr sz="60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800" dirty="0">
                <a:solidFill>
                  <a:srgbClr val="FFFFFF"/>
                </a:solidFill>
              </a:rPr>
              <a:t>IBM </a:t>
            </a:r>
            <a:r>
              <a:rPr lang="en-US" sz="800" dirty="0">
                <a:solidFill>
                  <a:srgbClr val="FFFFFF"/>
                </a:solidFill>
                <a:cs typeface="IBM Plex Sans"/>
              </a:rPr>
              <a:t>Cloud</a:t>
            </a:r>
            <a:r>
              <a:rPr lang="en-US" sz="800" dirty="0">
                <a:solidFill>
                  <a:srgbClr val="FFFFFF"/>
                </a:solidFill>
              </a:rPr>
              <a:t>/ © 2018 IBM Corporation</a:t>
            </a:r>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p:cSld name="title, text (1/4), blank (3/4)">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93365"/>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4" name="Footer Placeholder 3"/>
          <p:cNvSpPr>
            <a:spLocks noGrp="1"/>
          </p:cNvSpPr>
          <p:nvPr>
            <p:ph type="ftr" sz="quarter" idx="11"/>
          </p:nvPr>
        </p:nvSpPr>
        <p:spPr>
          <a:xfrm>
            <a:off x="304800" y="7024837"/>
            <a:ext cx="8534400" cy="182880"/>
          </a:xfrm>
          <a:prstGeom prst="rect">
            <a:avLst/>
          </a:prstGeom>
        </p:spPr>
        <p:txBody>
          <a:bodyPr/>
          <a:lstStyle>
            <a:lvl1pPr>
              <a:defRPr>
                <a:latin typeface="IBM Plex Sans"/>
              </a:defRPr>
            </a:lvl1pPr>
          </a:lstStyle>
          <a:p>
            <a:r>
              <a:rPr lang="en-US" dirty="0">
                <a:solidFill>
                  <a:srgbClr val="FFFFFF"/>
                </a:solidFill>
              </a:rPr>
              <a:t>Group Name / DOC ID / Month XX, 2017 / © 2017 IBM Corporation</a:t>
            </a:r>
          </a:p>
        </p:txBody>
      </p:sp>
      <p:sp>
        <p:nvSpPr>
          <p:cNvPr id="7" name="Text Placeholder 6"/>
          <p:cNvSpPr>
            <a:spLocks noGrp="1"/>
          </p:cNvSpPr>
          <p:nvPr>
            <p:ph type="body" sz="quarter" idx="12"/>
          </p:nvPr>
        </p:nvSpPr>
        <p:spPr>
          <a:xfrm>
            <a:off x="304800" y="1488651"/>
            <a:ext cx="2438400" cy="4605867"/>
          </a:xfrm>
        </p:spPr>
        <p:txBody>
          <a:bodyPr/>
          <a:lstStyle>
            <a:lvl1pPr>
              <a:defRPr sz="1867"/>
            </a:lvl1pPr>
            <a:lvl2pPr>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Simple Title and Body">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40968"/>
          </a:xfrm>
        </p:spPr>
        <p:txBody>
          <a:bodyPr/>
          <a:lstStyle/>
          <a:p>
            <a:r>
              <a:rPr lang="en-US"/>
              <a:t>Click to edit Master title style</a:t>
            </a:r>
            <a:endParaRPr lang="en-US" dirty="0"/>
          </a:p>
        </p:txBody>
      </p:sp>
      <p:sp>
        <p:nvSpPr>
          <p:cNvPr id="6" name="Text Placeholder 5"/>
          <p:cNvSpPr>
            <a:spLocks noGrp="1"/>
          </p:cNvSpPr>
          <p:nvPr>
            <p:ph type="body" sz="quarter" idx="12"/>
          </p:nvPr>
        </p:nvSpPr>
        <p:spPr>
          <a:xfrm>
            <a:off x="304800" y="1524000"/>
            <a:ext cx="5486400" cy="4779264"/>
          </a:xfrm>
        </p:spPr>
        <p:txBody>
          <a:bodyPr/>
          <a:lstStyle>
            <a:lvl1pPr marL="0" indent="0">
              <a:spcBef>
                <a:spcPts val="0"/>
              </a:spcBef>
              <a:tabLst>
                <a:tab pos="5253435" algn="dec"/>
              </a:tabLst>
              <a:defRPr sz="1467"/>
            </a:lvl1pPr>
            <a:lvl2pPr marL="230712" indent="-230712">
              <a:spcBef>
                <a:spcPts val="0"/>
              </a:spcBef>
              <a:tabLst/>
              <a:defRPr/>
            </a:lvl2pPr>
            <a:lvl3pPr>
              <a:spcBef>
                <a:spcPts val="0"/>
              </a:spcBef>
              <a:defRPr/>
            </a:lvl3pPr>
            <a:lvl4pPr>
              <a:spcBef>
                <a:spcPts val="0"/>
              </a:spcBef>
              <a:defRPr/>
            </a:lvl4pPr>
            <a:lvl5pPr>
              <a:spcBef>
                <a:spcPts val="0"/>
              </a:spcBef>
              <a:defRPr/>
            </a:lvl5pPr>
          </a:lstStyle>
          <a:p>
            <a:pPr marL="0" marR="0" lvl="0" indent="0" algn="l" defTabSz="609585" rtl="0" eaLnBrk="1" fontAlgn="auto" latinLnBrk="0" hangingPunct="1">
              <a:lnSpc>
                <a:spcPct val="100000"/>
              </a:lnSpc>
              <a:spcBef>
                <a:spcPts val="0"/>
              </a:spcBef>
              <a:spcAft>
                <a:spcPts val="0"/>
              </a:spcAft>
              <a:buClrTx/>
              <a:buSzTx/>
              <a:buFont typeface="Arial"/>
              <a:buNone/>
              <a:tabLst>
                <a:tab pos="5364346" algn="r"/>
              </a:tabLst>
              <a:defRPr/>
            </a:pPr>
            <a:r>
              <a:rPr lang="en-US"/>
              <a:t>Click to edit Master text styles</a:t>
            </a:r>
          </a:p>
        </p:txBody>
      </p:sp>
      <p:sp>
        <p:nvSpPr>
          <p:cNvPr id="7" name="Footer Placeholder 3"/>
          <p:cNvSpPr txBox="1">
            <a:spLocks/>
          </p:cNvSpPr>
          <p:nvPr userDrawn="1"/>
        </p:nvSpPr>
        <p:spPr>
          <a:xfrm>
            <a:off x="304800" y="6526747"/>
            <a:ext cx="8534400" cy="182880"/>
          </a:xfrm>
          <a:prstGeom prst="rect">
            <a:avLst/>
          </a:prstGeom>
        </p:spPr>
        <p:txBody>
          <a:bodyPr anchor="ctr"/>
          <a:lstStyle>
            <a:defPPr>
              <a:defRPr lang="en-US"/>
            </a:defPPr>
            <a:lvl1pPr marL="0" algn="l" defTabSz="685800" rtl="0" eaLnBrk="1" latinLnBrk="0" hangingPunct="1">
              <a:defRPr sz="60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800" dirty="0">
                <a:solidFill>
                  <a:srgbClr val="FFFFFF"/>
                </a:solidFill>
              </a:rPr>
              <a:t>IBM </a:t>
            </a:r>
            <a:r>
              <a:rPr lang="en-US" sz="800" dirty="0">
                <a:solidFill>
                  <a:srgbClr val="FFFFFF"/>
                </a:solidFill>
                <a:cs typeface="IBM Plex Sans"/>
              </a:rPr>
              <a:t>Cloud</a:t>
            </a:r>
            <a:r>
              <a:rPr lang="en-US" sz="800" dirty="0">
                <a:solidFill>
                  <a:srgbClr val="FFFFFF"/>
                </a:solidFill>
              </a:rPr>
              <a:t>/© 2018 IBM Corporation</a:t>
            </a:r>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p:cSld name="case study: title, text (2/4), content (2/4)">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93365"/>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4" name="Footer Placeholder 3"/>
          <p:cNvSpPr>
            <a:spLocks noGrp="1"/>
          </p:cNvSpPr>
          <p:nvPr>
            <p:ph type="ftr" sz="quarter" idx="11"/>
          </p:nvPr>
        </p:nvSpPr>
        <p:spPr>
          <a:xfrm>
            <a:off x="304800" y="7024837"/>
            <a:ext cx="8534400" cy="182880"/>
          </a:xfrm>
          <a:prstGeom prst="rect">
            <a:avLst/>
          </a:prstGeom>
        </p:spPr>
        <p:txBody>
          <a:bodyPr/>
          <a:lstStyle>
            <a:lvl1pPr>
              <a:defRPr>
                <a:latin typeface="IBM Plex Sans"/>
              </a:defRPr>
            </a:lvl1pPr>
          </a:lstStyle>
          <a:p>
            <a:r>
              <a:rPr lang="en-US" dirty="0">
                <a:solidFill>
                  <a:srgbClr val="FFFFFF"/>
                </a:solidFill>
              </a:rPr>
              <a:t>Group Name / DOC ID / Month XX, 2017 / © 2017 IBM Corporation</a:t>
            </a:r>
          </a:p>
        </p:txBody>
      </p:sp>
      <p:sp>
        <p:nvSpPr>
          <p:cNvPr id="7" name="Text Placeholder 6"/>
          <p:cNvSpPr>
            <a:spLocks noGrp="1"/>
          </p:cNvSpPr>
          <p:nvPr>
            <p:ph type="body" sz="quarter" idx="12"/>
          </p:nvPr>
        </p:nvSpPr>
        <p:spPr>
          <a:xfrm>
            <a:off x="304800" y="1463040"/>
            <a:ext cx="2438400" cy="4669536"/>
          </a:xfrm>
        </p:spPr>
        <p:txBody>
          <a:bodyPr/>
          <a:lstStyle>
            <a:lvl1pPr>
              <a:defRPr sz="2133">
                <a:latin typeface="IBM Plex Sans SemiBold"/>
                <a:cs typeface="IBM Plex Sans SemiBold"/>
              </a:defRPr>
            </a:lvl1pPr>
            <a:lvl2pPr>
              <a:defRPr sz="1467"/>
            </a:lvl2pPr>
            <a:lvl3pPr>
              <a:defRPr sz="1467"/>
            </a:lvl3pPr>
            <a:lvl4pPr>
              <a:defRPr sz="1467"/>
            </a:lvl4pPr>
            <a:lvl5pPr>
              <a:defRPr sz="14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5"/>
          <p:cNvSpPr>
            <a:spLocks noGrp="1"/>
          </p:cNvSpPr>
          <p:nvPr>
            <p:ph type="body" sz="quarter" idx="13"/>
          </p:nvPr>
        </p:nvSpPr>
        <p:spPr>
          <a:xfrm>
            <a:off x="3352800" y="1499616"/>
            <a:ext cx="2438400" cy="4608576"/>
          </a:xfrm>
        </p:spPr>
        <p:txBody>
          <a:bodyPr/>
          <a:lstStyle>
            <a:lvl1pPr>
              <a:defRPr sz="1867">
                <a:latin typeface="IBM Plex Sans SemiBold"/>
                <a:cs typeface="IBM Plex Sans SemiBold"/>
              </a:defRPr>
            </a:lvl1pPr>
            <a:lvl2pPr marL="0" indent="0">
              <a:buNone/>
              <a:defRPr sz="1333"/>
            </a:lvl2pPr>
            <a:lvl3pPr>
              <a:defRPr sz="1333"/>
            </a:lvl3pPr>
            <a:lvl4pPr>
              <a:defRPr sz="1333"/>
            </a:lvl4pPr>
            <a:lvl5pPr>
              <a:defRPr sz="1333"/>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Picture Placeholder 11"/>
          <p:cNvSpPr>
            <a:spLocks noGrp="1"/>
          </p:cNvSpPr>
          <p:nvPr>
            <p:ph type="pic" sz="quarter" idx="14"/>
          </p:nvPr>
        </p:nvSpPr>
        <p:spPr>
          <a:xfrm>
            <a:off x="6096000" y="0"/>
            <a:ext cx="6096000" cy="6858000"/>
          </a:xfrm>
        </p:spPr>
        <p:txBody>
          <a:bodyPr/>
          <a:lstStyle/>
          <a:p>
            <a:r>
              <a:rPr lang="en-US" dirty="0"/>
              <a:t>Drag picture to placeholder or click icon to add</a:t>
            </a:r>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p:cSld name="blank (with footer)">
    <p:spTree>
      <p:nvGrpSpPr>
        <p:cNvPr id="1" name=""/>
        <p:cNvGrpSpPr/>
        <p:nvPr/>
      </p:nvGrpSpPr>
      <p:grpSpPr>
        <a:xfrm>
          <a:off x="0" y="0"/>
          <a:ext cx="0" cy="0"/>
          <a:chOff x="0" y="0"/>
          <a:chExt cx="0" cy="0"/>
        </a:xfrm>
      </p:grpSpPr>
      <p:sp>
        <p:nvSpPr>
          <p:cNvPr id="5" name="Footer Placeholder 3"/>
          <p:cNvSpPr>
            <a:spLocks noGrp="1"/>
          </p:cNvSpPr>
          <p:nvPr>
            <p:ph type="ftr" sz="quarter" idx="11"/>
          </p:nvPr>
        </p:nvSpPr>
        <p:spPr>
          <a:xfrm>
            <a:off x="304800" y="7046036"/>
            <a:ext cx="8534400" cy="182880"/>
          </a:xfrm>
        </p:spPr>
        <p:txBody>
          <a:bodyPr/>
          <a:lstStyle/>
          <a:p>
            <a:r>
              <a:rPr lang="en-US" dirty="0">
                <a:solidFill>
                  <a:srgbClr val="FFFFFF"/>
                </a:solidFill>
              </a:rPr>
              <a:t>IBM </a:t>
            </a:r>
            <a:r>
              <a:rPr lang="en-US" dirty="0">
                <a:solidFill>
                  <a:srgbClr val="FFFFFF"/>
                </a:solidFill>
                <a:cs typeface="IBM Plex Sans"/>
              </a:rPr>
              <a:t>Cloud</a:t>
            </a:r>
            <a:r>
              <a:rPr lang="en-US" dirty="0">
                <a:solidFill>
                  <a:srgbClr val="FFFFFF"/>
                </a:solidFill>
              </a:rPr>
              <a:t>/ DOC ID / Month XX, 2017 / © 2017 IBM Corporation</a:t>
            </a:r>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p:cSld name="1_blank (with footer)">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5" name="Footer Placeholder 3"/>
          <p:cNvSpPr>
            <a:spLocks noGrp="1"/>
          </p:cNvSpPr>
          <p:nvPr>
            <p:ph type="ftr" sz="quarter" idx="11"/>
          </p:nvPr>
        </p:nvSpPr>
        <p:spPr>
          <a:xfrm>
            <a:off x="304800" y="7046036"/>
            <a:ext cx="8534400" cy="182880"/>
          </a:xfrm>
        </p:spPr>
        <p:txBody>
          <a:bodyPr/>
          <a:lstStyle/>
          <a:p>
            <a:r>
              <a:rPr lang="en-US" dirty="0">
                <a:solidFill>
                  <a:srgbClr val="FFFFFF"/>
                </a:solidFill>
              </a:rPr>
              <a:t>IBM </a:t>
            </a:r>
            <a:r>
              <a:rPr lang="en-US" dirty="0">
                <a:solidFill>
                  <a:srgbClr val="FFFFFF"/>
                </a:solidFill>
                <a:cs typeface="IBM Plex Sans"/>
              </a:rPr>
              <a:t>Cloud</a:t>
            </a:r>
            <a:r>
              <a:rPr lang="en-US" dirty="0">
                <a:solidFill>
                  <a:srgbClr val="FFFFFF"/>
                </a:solidFill>
              </a:rPr>
              <a:t>/ DOC ID / Month XX, 2017 / © 2017 IBM Corporation</a:t>
            </a:r>
          </a:p>
        </p:txBody>
      </p:sp>
      <p:sp>
        <p:nvSpPr>
          <p:cNvPr id="2" name="Rectangle 1"/>
          <p:cNvSpPr/>
          <p:nvPr userDrawn="1"/>
        </p:nvSpPr>
        <p:spPr>
          <a:xfrm>
            <a:off x="0" y="-7970"/>
            <a:ext cx="3054096" cy="1715415"/>
          </a:xfrm>
          <a:prstGeom prst="rect">
            <a:avLst/>
          </a:prstGeom>
          <a:solidFill>
            <a:schemeClr val="bg1"/>
          </a:solidFill>
        </p:spPr>
        <p:txBody>
          <a:bodyPr wrap="square" lIns="0" tIns="0" rIns="0" bIns="0" rtlCol="0" anchor="ctr">
            <a:noAutofit/>
          </a:bodyPr>
          <a:lstStyle/>
          <a:p>
            <a:pPr algn="ctr" defTabSz="914377"/>
            <a:endParaRPr lang="en-US" sz="1600" dirty="0">
              <a:solidFill>
                <a:srgbClr val="FFFFFF"/>
              </a:solidFill>
              <a:latin typeface="Arial"/>
              <a:cs typeface="Arial"/>
            </a:endParaRPr>
          </a:p>
        </p:txBody>
      </p:sp>
      <p:sp>
        <p:nvSpPr>
          <p:cNvPr id="6" name="Rectangle 5"/>
          <p:cNvSpPr/>
          <p:nvPr userDrawn="1"/>
        </p:nvSpPr>
        <p:spPr>
          <a:xfrm>
            <a:off x="3045968" y="1707445"/>
            <a:ext cx="3054096" cy="1715415"/>
          </a:xfrm>
          <a:prstGeom prst="rect">
            <a:avLst/>
          </a:prstGeom>
          <a:solidFill>
            <a:schemeClr val="bg1"/>
          </a:solidFill>
        </p:spPr>
        <p:txBody>
          <a:bodyPr wrap="square" lIns="0" tIns="0" rIns="0" bIns="0" rtlCol="0" anchor="ctr">
            <a:noAutofit/>
          </a:bodyPr>
          <a:lstStyle/>
          <a:p>
            <a:pPr algn="ctr" defTabSz="914377"/>
            <a:endParaRPr lang="en-US" sz="1600" dirty="0">
              <a:solidFill>
                <a:srgbClr val="FFFFFF"/>
              </a:solidFill>
              <a:latin typeface="Arial"/>
              <a:cs typeface="Arial"/>
            </a:endParaRPr>
          </a:p>
        </p:txBody>
      </p:sp>
      <p:sp>
        <p:nvSpPr>
          <p:cNvPr id="7" name="Rectangle 6"/>
          <p:cNvSpPr/>
          <p:nvPr userDrawn="1"/>
        </p:nvSpPr>
        <p:spPr>
          <a:xfrm>
            <a:off x="6091936" y="3406919"/>
            <a:ext cx="3054096" cy="1715415"/>
          </a:xfrm>
          <a:prstGeom prst="rect">
            <a:avLst/>
          </a:prstGeom>
          <a:solidFill>
            <a:schemeClr val="bg1"/>
          </a:solidFill>
        </p:spPr>
        <p:txBody>
          <a:bodyPr wrap="square" lIns="0" tIns="0" rIns="0" bIns="0" rtlCol="0" anchor="ctr">
            <a:noAutofit/>
          </a:bodyPr>
          <a:lstStyle/>
          <a:p>
            <a:pPr algn="ctr" defTabSz="914377"/>
            <a:endParaRPr lang="en-US" sz="1600" dirty="0">
              <a:solidFill>
                <a:srgbClr val="FFFFFF"/>
              </a:solidFill>
              <a:latin typeface="Arial"/>
              <a:cs typeface="Arial"/>
            </a:endParaRPr>
          </a:p>
        </p:txBody>
      </p:sp>
      <p:sp>
        <p:nvSpPr>
          <p:cNvPr id="8" name="Rectangle 7"/>
          <p:cNvSpPr/>
          <p:nvPr userDrawn="1"/>
        </p:nvSpPr>
        <p:spPr>
          <a:xfrm>
            <a:off x="9137904" y="5122334"/>
            <a:ext cx="3054096" cy="1715415"/>
          </a:xfrm>
          <a:prstGeom prst="rect">
            <a:avLst/>
          </a:prstGeom>
          <a:solidFill>
            <a:schemeClr val="bg1"/>
          </a:solidFill>
        </p:spPr>
        <p:txBody>
          <a:bodyPr wrap="square" lIns="0" tIns="0" rIns="0" bIns="0" rtlCol="0" anchor="ctr">
            <a:noAutofit/>
          </a:bodyPr>
          <a:lstStyle/>
          <a:p>
            <a:pPr algn="ctr" defTabSz="914377"/>
            <a:endParaRPr lang="en-US" sz="1600" dirty="0">
              <a:solidFill>
                <a:srgbClr val="FFFFFF"/>
              </a:solidFill>
              <a:latin typeface="Arial"/>
              <a:cs typeface="Arial"/>
            </a:endParaRPr>
          </a:p>
        </p:txBody>
      </p:sp>
      <p:sp>
        <p:nvSpPr>
          <p:cNvPr id="10" name="Rectangle 9"/>
          <p:cNvSpPr/>
          <p:nvPr userDrawn="1"/>
        </p:nvSpPr>
        <p:spPr>
          <a:xfrm>
            <a:off x="0" y="1707445"/>
            <a:ext cx="3054096" cy="1715415"/>
          </a:xfrm>
          <a:prstGeom prst="rect">
            <a:avLst/>
          </a:prstGeom>
          <a:solidFill>
            <a:schemeClr val="accent4"/>
          </a:solidFill>
        </p:spPr>
        <p:txBody>
          <a:bodyPr wrap="square" lIns="0" tIns="0" rIns="0" bIns="0" rtlCol="0" anchor="ctr">
            <a:noAutofit/>
          </a:bodyPr>
          <a:lstStyle/>
          <a:p>
            <a:pPr algn="ctr" defTabSz="914377"/>
            <a:endParaRPr lang="en-US" sz="1600" dirty="0">
              <a:solidFill>
                <a:srgbClr val="FFFFFF"/>
              </a:solidFill>
              <a:latin typeface="Arial"/>
              <a:cs typeface="Arial"/>
            </a:endParaRPr>
          </a:p>
        </p:txBody>
      </p:sp>
      <p:sp>
        <p:nvSpPr>
          <p:cNvPr id="11" name="Rectangle 10"/>
          <p:cNvSpPr/>
          <p:nvPr userDrawn="1"/>
        </p:nvSpPr>
        <p:spPr>
          <a:xfrm>
            <a:off x="3045968" y="3406919"/>
            <a:ext cx="3054096" cy="1715415"/>
          </a:xfrm>
          <a:prstGeom prst="rect">
            <a:avLst/>
          </a:prstGeom>
          <a:solidFill>
            <a:schemeClr val="accent4"/>
          </a:solidFill>
        </p:spPr>
        <p:txBody>
          <a:bodyPr wrap="square" lIns="0" tIns="0" rIns="0" bIns="0" rtlCol="0" anchor="ctr">
            <a:noAutofit/>
          </a:bodyPr>
          <a:lstStyle/>
          <a:p>
            <a:pPr algn="ctr" defTabSz="914377"/>
            <a:endParaRPr lang="en-US" sz="1600" dirty="0">
              <a:solidFill>
                <a:srgbClr val="FFFFFF"/>
              </a:solidFill>
              <a:latin typeface="Arial"/>
              <a:cs typeface="Arial"/>
            </a:endParaRPr>
          </a:p>
        </p:txBody>
      </p:sp>
      <p:sp>
        <p:nvSpPr>
          <p:cNvPr id="12" name="Rectangle 11"/>
          <p:cNvSpPr/>
          <p:nvPr userDrawn="1"/>
        </p:nvSpPr>
        <p:spPr>
          <a:xfrm>
            <a:off x="6091936" y="5122334"/>
            <a:ext cx="3054096" cy="1715415"/>
          </a:xfrm>
          <a:prstGeom prst="rect">
            <a:avLst/>
          </a:prstGeom>
          <a:solidFill>
            <a:schemeClr val="accent4"/>
          </a:solidFill>
        </p:spPr>
        <p:txBody>
          <a:bodyPr wrap="square" lIns="0" tIns="0" rIns="0" bIns="0" rtlCol="0" anchor="ctr">
            <a:noAutofit/>
          </a:bodyPr>
          <a:lstStyle/>
          <a:p>
            <a:pPr algn="ctr" defTabSz="914377"/>
            <a:endParaRPr lang="en-US" sz="1600" dirty="0">
              <a:solidFill>
                <a:srgbClr val="FFFFFF"/>
              </a:solidFill>
              <a:latin typeface="Arial"/>
              <a:cs typeface="Arial"/>
            </a:endParaRPr>
          </a:p>
        </p:txBody>
      </p:sp>
      <p:sp>
        <p:nvSpPr>
          <p:cNvPr id="13" name="Rectangle 12"/>
          <p:cNvSpPr/>
          <p:nvPr userDrawn="1"/>
        </p:nvSpPr>
        <p:spPr>
          <a:xfrm>
            <a:off x="0" y="3406919"/>
            <a:ext cx="3054096" cy="1715415"/>
          </a:xfrm>
          <a:prstGeom prst="rect">
            <a:avLst/>
          </a:prstGeom>
          <a:solidFill>
            <a:schemeClr val="accent2"/>
          </a:solidFill>
        </p:spPr>
        <p:txBody>
          <a:bodyPr wrap="square" lIns="0" tIns="0" rIns="0" bIns="0" rtlCol="0" anchor="ctr">
            <a:noAutofit/>
          </a:bodyPr>
          <a:lstStyle/>
          <a:p>
            <a:pPr algn="ctr" defTabSz="914377"/>
            <a:endParaRPr lang="en-US" sz="1600" dirty="0">
              <a:solidFill>
                <a:srgbClr val="FFFFFF"/>
              </a:solidFill>
              <a:latin typeface="Arial"/>
              <a:cs typeface="Arial"/>
            </a:endParaRPr>
          </a:p>
        </p:txBody>
      </p:sp>
      <p:sp>
        <p:nvSpPr>
          <p:cNvPr id="14" name="Rectangle 13"/>
          <p:cNvSpPr/>
          <p:nvPr userDrawn="1"/>
        </p:nvSpPr>
        <p:spPr>
          <a:xfrm>
            <a:off x="3045968" y="5122334"/>
            <a:ext cx="3054096" cy="1715415"/>
          </a:xfrm>
          <a:prstGeom prst="rect">
            <a:avLst/>
          </a:prstGeom>
          <a:solidFill>
            <a:schemeClr val="accent2"/>
          </a:solidFill>
        </p:spPr>
        <p:txBody>
          <a:bodyPr wrap="square" lIns="0" tIns="0" rIns="0" bIns="0" rtlCol="0" anchor="ctr">
            <a:noAutofit/>
          </a:bodyPr>
          <a:lstStyle/>
          <a:p>
            <a:pPr algn="ctr" defTabSz="914377"/>
            <a:endParaRPr lang="en-US" sz="1600" dirty="0">
              <a:solidFill>
                <a:srgbClr val="FFFFFF"/>
              </a:solidFill>
              <a:latin typeface="Arial"/>
              <a:cs typeface="Arial"/>
            </a:endParaRPr>
          </a:p>
        </p:txBody>
      </p:sp>
      <p:sp>
        <p:nvSpPr>
          <p:cNvPr id="15" name="Rectangle 14"/>
          <p:cNvSpPr/>
          <p:nvPr userDrawn="1"/>
        </p:nvSpPr>
        <p:spPr>
          <a:xfrm>
            <a:off x="0" y="5122334"/>
            <a:ext cx="3054096" cy="1715415"/>
          </a:xfrm>
          <a:prstGeom prst="rect">
            <a:avLst/>
          </a:prstGeom>
          <a:solidFill>
            <a:schemeClr val="accent3"/>
          </a:solidFill>
        </p:spPr>
        <p:txBody>
          <a:bodyPr wrap="square" lIns="0" tIns="0" rIns="0" bIns="0" rtlCol="0" anchor="ctr">
            <a:noAutofit/>
          </a:bodyPr>
          <a:lstStyle/>
          <a:p>
            <a:pPr algn="ctr" defTabSz="914377"/>
            <a:endParaRPr lang="en-US" sz="1600" dirty="0">
              <a:solidFill>
                <a:srgbClr val="FFFFFF"/>
              </a:solidFill>
              <a:latin typeface="Arial"/>
              <a:cs typeface="Arial"/>
            </a:endParaRPr>
          </a:p>
        </p:txBody>
      </p:sp>
      <p:sp>
        <p:nvSpPr>
          <p:cNvPr id="16" name="Rectangle 15"/>
          <p:cNvSpPr/>
          <p:nvPr userDrawn="1"/>
        </p:nvSpPr>
        <p:spPr>
          <a:xfrm>
            <a:off x="3045968" y="-7970"/>
            <a:ext cx="3054096" cy="1715415"/>
          </a:xfrm>
          <a:prstGeom prst="rect">
            <a:avLst/>
          </a:prstGeom>
          <a:solidFill>
            <a:schemeClr val="accent3"/>
          </a:solidFill>
        </p:spPr>
        <p:txBody>
          <a:bodyPr wrap="square" lIns="0" tIns="0" rIns="0" bIns="0" rtlCol="0" anchor="ctr">
            <a:noAutofit/>
          </a:bodyPr>
          <a:lstStyle/>
          <a:p>
            <a:pPr algn="ctr" defTabSz="914377"/>
            <a:endParaRPr lang="en-US" sz="1600" dirty="0">
              <a:solidFill>
                <a:srgbClr val="FFFFFF"/>
              </a:solidFill>
              <a:latin typeface="Arial"/>
              <a:cs typeface="Arial"/>
            </a:endParaRPr>
          </a:p>
        </p:txBody>
      </p:sp>
      <p:sp>
        <p:nvSpPr>
          <p:cNvPr id="17" name="Rectangle 16"/>
          <p:cNvSpPr/>
          <p:nvPr userDrawn="1"/>
        </p:nvSpPr>
        <p:spPr>
          <a:xfrm>
            <a:off x="6091936" y="1707445"/>
            <a:ext cx="3054096" cy="1715415"/>
          </a:xfrm>
          <a:prstGeom prst="rect">
            <a:avLst/>
          </a:prstGeom>
          <a:solidFill>
            <a:schemeClr val="accent3"/>
          </a:solidFill>
        </p:spPr>
        <p:txBody>
          <a:bodyPr wrap="square" lIns="0" tIns="0" rIns="0" bIns="0" rtlCol="0" anchor="ctr">
            <a:noAutofit/>
          </a:bodyPr>
          <a:lstStyle/>
          <a:p>
            <a:pPr algn="ctr" defTabSz="914377"/>
            <a:endParaRPr lang="en-US" sz="1600" dirty="0">
              <a:solidFill>
                <a:srgbClr val="FFFFFF"/>
              </a:solidFill>
              <a:latin typeface="Arial"/>
              <a:cs typeface="Arial"/>
            </a:endParaRPr>
          </a:p>
        </p:txBody>
      </p:sp>
      <p:sp>
        <p:nvSpPr>
          <p:cNvPr id="18" name="Rectangle 17"/>
          <p:cNvSpPr/>
          <p:nvPr userDrawn="1"/>
        </p:nvSpPr>
        <p:spPr>
          <a:xfrm>
            <a:off x="9137904" y="3406919"/>
            <a:ext cx="3054096" cy="1715415"/>
          </a:xfrm>
          <a:prstGeom prst="rect">
            <a:avLst/>
          </a:prstGeom>
          <a:solidFill>
            <a:schemeClr val="accent3"/>
          </a:solidFill>
        </p:spPr>
        <p:txBody>
          <a:bodyPr wrap="square" lIns="0" tIns="0" rIns="0" bIns="0" rtlCol="0" anchor="ctr">
            <a:noAutofit/>
          </a:bodyPr>
          <a:lstStyle/>
          <a:p>
            <a:pPr algn="ctr" defTabSz="914377"/>
            <a:endParaRPr lang="en-US" sz="1600" dirty="0">
              <a:solidFill>
                <a:srgbClr val="FFFFFF"/>
              </a:solidFill>
              <a:latin typeface="Arial"/>
              <a:cs typeface="Arial"/>
            </a:endParaRPr>
          </a:p>
        </p:txBody>
      </p:sp>
      <p:sp>
        <p:nvSpPr>
          <p:cNvPr id="20" name="Rectangle 19"/>
          <p:cNvSpPr/>
          <p:nvPr userDrawn="1"/>
        </p:nvSpPr>
        <p:spPr>
          <a:xfrm>
            <a:off x="6091936" y="-7970"/>
            <a:ext cx="3054096" cy="1715415"/>
          </a:xfrm>
          <a:prstGeom prst="rect">
            <a:avLst/>
          </a:prstGeom>
          <a:solidFill>
            <a:schemeClr val="accent2"/>
          </a:solidFill>
        </p:spPr>
        <p:txBody>
          <a:bodyPr wrap="square" lIns="0" tIns="0" rIns="0" bIns="0" rtlCol="0" anchor="ctr">
            <a:noAutofit/>
          </a:bodyPr>
          <a:lstStyle/>
          <a:p>
            <a:pPr algn="ctr" defTabSz="914377"/>
            <a:endParaRPr lang="en-US" sz="1600" dirty="0">
              <a:solidFill>
                <a:srgbClr val="FFFFFF"/>
              </a:solidFill>
              <a:latin typeface="Arial"/>
              <a:cs typeface="Arial"/>
            </a:endParaRPr>
          </a:p>
        </p:txBody>
      </p:sp>
      <p:sp>
        <p:nvSpPr>
          <p:cNvPr id="21" name="Rectangle 20"/>
          <p:cNvSpPr/>
          <p:nvPr userDrawn="1"/>
        </p:nvSpPr>
        <p:spPr>
          <a:xfrm>
            <a:off x="9137904" y="1707445"/>
            <a:ext cx="3054096" cy="1715415"/>
          </a:xfrm>
          <a:prstGeom prst="rect">
            <a:avLst/>
          </a:prstGeom>
          <a:solidFill>
            <a:schemeClr val="accent2"/>
          </a:solidFill>
        </p:spPr>
        <p:txBody>
          <a:bodyPr wrap="square" lIns="0" tIns="0" rIns="0" bIns="0" rtlCol="0" anchor="ctr">
            <a:noAutofit/>
          </a:bodyPr>
          <a:lstStyle/>
          <a:p>
            <a:pPr algn="ctr" defTabSz="914377"/>
            <a:endParaRPr lang="en-US" sz="1600" dirty="0">
              <a:solidFill>
                <a:srgbClr val="FFFFFF"/>
              </a:solidFill>
              <a:latin typeface="Arial"/>
              <a:cs typeface="Arial"/>
            </a:endParaRPr>
          </a:p>
        </p:txBody>
      </p:sp>
      <p:sp>
        <p:nvSpPr>
          <p:cNvPr id="22" name="Rectangle 21"/>
          <p:cNvSpPr/>
          <p:nvPr userDrawn="1"/>
        </p:nvSpPr>
        <p:spPr>
          <a:xfrm>
            <a:off x="9137904" y="-7970"/>
            <a:ext cx="3054096" cy="1715415"/>
          </a:xfrm>
          <a:prstGeom prst="rect">
            <a:avLst/>
          </a:prstGeom>
          <a:solidFill>
            <a:schemeClr val="accent3"/>
          </a:solidFill>
        </p:spPr>
        <p:txBody>
          <a:bodyPr wrap="square" lIns="0" tIns="0" rIns="0" bIns="0" rtlCol="0" anchor="ctr">
            <a:noAutofit/>
          </a:bodyPr>
          <a:lstStyle/>
          <a:p>
            <a:pPr algn="ctr" defTabSz="914377"/>
            <a:endParaRPr lang="en-US" sz="1600" dirty="0">
              <a:solidFill>
                <a:srgbClr val="FFFFFF"/>
              </a:solidFill>
              <a:latin typeface="Arial"/>
              <a:cs typeface="Arial"/>
            </a:endParaRPr>
          </a:p>
        </p:txBody>
      </p:sp>
      <p:pic>
        <p:nvPicPr>
          <p:cNvPr id="24" name="Picture 23">
            <a:hlinkClick r:id="rId2" action="ppaction://hlinksldjump"/>
            <a:extLst>
              <a:ext uri="{FF2B5EF4-FFF2-40B4-BE49-F238E27FC236}">
                <a16:creationId xmlns:a16="http://schemas.microsoft.com/office/drawing/2014/main" id="{69DD4EB8-C670-4545-A1D2-ADE3BDE003ED}"/>
              </a:ext>
            </a:extLst>
          </p:cNvPr>
          <p:cNvPicPr>
            <a:picLocks noChangeAspect="1"/>
          </p:cNvPicPr>
          <p:nvPr userDrawn="1"/>
        </p:nvPicPr>
        <p:blipFill>
          <a:blip r:embed="rId3"/>
          <a:stretch>
            <a:fillRect/>
          </a:stretch>
        </p:blipFill>
        <p:spPr>
          <a:xfrm>
            <a:off x="12034033" y="6700033"/>
            <a:ext cx="94087" cy="9408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p:cSld name="blank (no footer)">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p:cSld name="ibm sign-off">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pic>
        <p:nvPicPr>
          <p:cNvPr id="7" name="Picture 6"/>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5234604" y="2914867"/>
            <a:ext cx="1722792" cy="701463"/>
          </a:xfrm>
          <a:prstGeom prst="rect">
            <a:avLst/>
          </a:prstGeom>
        </p:spPr>
      </p:pic>
      <p:sp>
        <p:nvSpPr>
          <p:cNvPr id="5" name="Footer Placeholder 3"/>
          <p:cNvSpPr>
            <a:spLocks noGrp="1"/>
          </p:cNvSpPr>
          <p:nvPr>
            <p:ph type="ftr" sz="quarter" idx="11"/>
          </p:nvPr>
        </p:nvSpPr>
        <p:spPr>
          <a:xfrm>
            <a:off x="304800" y="6526747"/>
            <a:ext cx="8534400" cy="182880"/>
          </a:xfrm>
        </p:spPr>
        <p:txBody>
          <a:bodyPr/>
          <a:lstStyle/>
          <a:p>
            <a:r>
              <a:rPr lang="en-US" dirty="0">
                <a:solidFill>
                  <a:srgbClr val="FFFFFF"/>
                </a:solidFill>
              </a:rPr>
              <a:t>IBM </a:t>
            </a:r>
            <a:r>
              <a:rPr lang="en-US" dirty="0">
                <a:solidFill>
                  <a:srgbClr val="FFFFFF"/>
                </a:solidFill>
                <a:cs typeface="IBM Plex Sans"/>
              </a:rPr>
              <a:t>Cloud</a:t>
            </a:r>
            <a:r>
              <a:rPr lang="en-US" dirty="0">
                <a:solidFill>
                  <a:srgbClr val="FFFFFF"/>
                </a:solidFill>
              </a:rPr>
              <a:t>/ DOC ID / Month XX, 2017 / © 2017 IBM Corporation</a:t>
            </a:r>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27.xml><?xml version="1.0" encoding="utf-8"?>
<p:sldLayout xmlns:a="http://schemas.openxmlformats.org/drawingml/2006/main" xmlns:r="http://schemas.openxmlformats.org/officeDocument/2006/relationships" xmlns:p="http://schemas.openxmlformats.org/presentationml/2006/main" userDrawn="1">
  <p:cSld name="Graphic slide">
    <p:bg>
      <p:bgPr>
        <a:solidFill>
          <a:srgbClr val="D8D8D8"/>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28.xml><?xml version="1.0" encoding="utf-8"?>
<p:sldLayout xmlns:a="http://schemas.openxmlformats.org/drawingml/2006/main" xmlns:r="http://schemas.openxmlformats.org/officeDocument/2006/relationships" xmlns:p="http://schemas.openxmlformats.org/presentationml/2006/main" type="tx">
  <p:cSld name="Title white slide">
    <p:bg>
      <p:bgPr>
        <a:solidFill>
          <a:srgbClr val="D8D8D8"/>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2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a:xfrm>
            <a:off x="304800" y="7024837"/>
            <a:ext cx="8534400" cy="182880"/>
          </a:xfrm>
          <a:prstGeom prst="rect">
            <a:avLst/>
          </a:prstGeom>
        </p:spPr>
        <p:txBody>
          <a:bodyPr/>
          <a:lstStyle>
            <a:lvl1pPr>
              <a:defRPr>
                <a:latin typeface="IBM Plex Sans"/>
              </a:defRPr>
            </a:lvl1pPr>
          </a:lstStyle>
          <a:p>
            <a:r>
              <a:rPr lang="en-US" dirty="0">
                <a:solidFill>
                  <a:srgbClr val="FFFFFF"/>
                </a:solidFill>
              </a:rPr>
              <a:t>IBM Confidential</a:t>
            </a:r>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304800" y="7024837"/>
            <a:ext cx="8534400" cy="182880"/>
          </a:xfrm>
          <a:prstGeom prst="rect">
            <a:avLst/>
          </a:prstGeom>
        </p:spPr>
        <p:txBody>
          <a:bodyPr/>
          <a:lstStyle>
            <a:lvl1pPr>
              <a:defRPr>
                <a:latin typeface="IBM Plex Sans"/>
              </a:defRPr>
            </a:lvl1pPr>
          </a:lstStyle>
          <a:p>
            <a:r>
              <a:rPr lang="en-US" dirty="0">
                <a:solidFill>
                  <a:srgbClr val="FFFFFF"/>
                </a:solidFill>
              </a:rPr>
              <a:t>Group Name / DOC ID / Month XX, 2017 / © 2017 IBM Corporation</a:t>
            </a:r>
          </a:p>
        </p:txBody>
      </p:sp>
      <p:sp>
        <p:nvSpPr>
          <p:cNvPr id="5" name="Title 4"/>
          <p:cNvSpPr>
            <a:spLocks noGrp="1"/>
          </p:cNvSpPr>
          <p:nvPr>
            <p:ph type="title"/>
          </p:nvPr>
        </p:nvSpPr>
        <p:spPr>
          <a:xfrm>
            <a:off x="304800" y="268225"/>
            <a:ext cx="5486400" cy="666496"/>
          </a:xfrm>
        </p:spPr>
        <p:txBody>
          <a:bodyPr/>
          <a:lstStyle/>
          <a:p>
            <a:r>
              <a:rPr lang="en-US" dirty="0"/>
              <a:t>Click to edit Master title style</a:t>
            </a:r>
          </a:p>
        </p:txBody>
      </p:sp>
      <p:sp>
        <p:nvSpPr>
          <p:cNvPr id="7" name="Text Placeholder 6"/>
          <p:cNvSpPr>
            <a:spLocks noGrp="1"/>
          </p:cNvSpPr>
          <p:nvPr>
            <p:ph type="body" sz="quarter" idx="12"/>
          </p:nvPr>
        </p:nvSpPr>
        <p:spPr>
          <a:xfrm>
            <a:off x="304800" y="1165013"/>
            <a:ext cx="5486400" cy="49712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31.xml><?xml version="1.0" encoding="utf-8"?>
<p:sldLayout xmlns:a="http://schemas.openxmlformats.org/drawingml/2006/main" xmlns:r="http://schemas.openxmlformats.org/officeDocument/2006/relationships" xmlns:p="http://schemas.openxmlformats.org/presentationml/2006/main" type="tx">
  <p:cSld name="Content 3">
    <p:spTree>
      <p:nvGrpSpPr>
        <p:cNvPr id="1" name=""/>
        <p:cNvGrpSpPr/>
        <p:nvPr/>
      </p:nvGrpSpPr>
      <p:grpSpPr>
        <a:xfrm>
          <a:off x="0" y="0"/>
          <a:ext cx="0" cy="0"/>
          <a:chOff x="0" y="0"/>
          <a:chExt cx="0" cy="0"/>
        </a:xfrm>
      </p:grpSpPr>
      <p:sp>
        <p:nvSpPr>
          <p:cNvPr id="1247" name="Shape 1247"/>
          <p:cNvSpPr>
            <a:spLocks noGrp="1"/>
          </p:cNvSpPr>
          <p:nvPr>
            <p:ph type="body" idx="1"/>
          </p:nvPr>
        </p:nvSpPr>
        <p:spPr>
          <a:xfrm>
            <a:off x="1643533" y="2400301"/>
            <a:ext cx="4000947" cy="4457700"/>
          </a:xfrm>
          <a:prstGeom prst="rect">
            <a:avLst/>
          </a:prstGeom>
        </p:spPr>
        <p:txBody>
          <a:bodyPr lIns="45718" tIns="45718" rIns="45718" bIns="45718">
            <a:normAutofit/>
          </a:bodyPr>
          <a:lstStyle>
            <a:lvl1pPr marL="195379" indent="-195379" defTabSz="412740">
              <a:lnSpc>
                <a:spcPct val="120000"/>
              </a:lnSpc>
              <a:spcBef>
                <a:spcPts val="2600"/>
              </a:spcBef>
              <a:defRPr sz="1600">
                <a:solidFill>
                  <a:srgbClr val="152835"/>
                </a:solidFill>
                <a:latin typeface="IBM Plex Sans"/>
                <a:ea typeface="IBM Plex Sans"/>
                <a:cs typeface="IBM Plex Sans"/>
                <a:sym typeface="Helvetica Light"/>
              </a:defRPr>
            </a:lvl1pPr>
            <a:lvl2pPr marL="512871" indent="-195379" defTabSz="412740">
              <a:lnSpc>
                <a:spcPct val="120000"/>
              </a:lnSpc>
              <a:spcBef>
                <a:spcPts val="2600"/>
              </a:spcBef>
              <a:buSzPct val="75000"/>
              <a:buChar char="•"/>
              <a:defRPr sz="1600">
                <a:solidFill>
                  <a:srgbClr val="152835"/>
                </a:solidFill>
                <a:latin typeface="IBM Plex Sans"/>
                <a:ea typeface="IBM Plex Sans"/>
                <a:cs typeface="IBM Plex Sans"/>
                <a:sym typeface="Helvetica Light"/>
              </a:defRPr>
            </a:lvl2pPr>
            <a:lvl3pPr marL="830363" indent="-195379" defTabSz="412740">
              <a:lnSpc>
                <a:spcPct val="120000"/>
              </a:lnSpc>
              <a:spcBef>
                <a:spcPts val="2600"/>
              </a:spcBef>
              <a:buSzPct val="75000"/>
              <a:defRPr sz="1600">
                <a:solidFill>
                  <a:srgbClr val="152835"/>
                </a:solidFill>
                <a:latin typeface="IBM Plex Sans"/>
                <a:ea typeface="IBM Plex Sans"/>
                <a:cs typeface="IBM Plex Sans"/>
                <a:sym typeface="Helvetica Light"/>
              </a:defRPr>
            </a:lvl3pPr>
            <a:lvl4pPr marL="1147855" indent="-195379" defTabSz="412740">
              <a:lnSpc>
                <a:spcPct val="120000"/>
              </a:lnSpc>
              <a:spcBef>
                <a:spcPts val="2600"/>
              </a:spcBef>
              <a:buSzPct val="75000"/>
              <a:buChar char="•"/>
              <a:defRPr sz="1600">
                <a:solidFill>
                  <a:srgbClr val="152835"/>
                </a:solidFill>
                <a:latin typeface="IBM Plex Sans"/>
                <a:ea typeface="IBM Plex Sans"/>
                <a:cs typeface="IBM Plex Sans"/>
                <a:sym typeface="Helvetica Light"/>
              </a:defRPr>
            </a:lvl4pPr>
            <a:lvl5pPr marL="1465347" indent="-195379" defTabSz="412740">
              <a:lnSpc>
                <a:spcPct val="120000"/>
              </a:lnSpc>
              <a:spcBef>
                <a:spcPts val="2600"/>
              </a:spcBef>
              <a:buSzPct val="75000"/>
              <a:buChar char="•"/>
              <a:defRPr sz="1600">
                <a:solidFill>
                  <a:srgbClr val="152835"/>
                </a:solidFill>
                <a:latin typeface="IBM Plex Sans"/>
                <a:ea typeface="IBM Plex Sans"/>
                <a:cs typeface="IBM Plex Sans"/>
                <a:sym typeface="Helvetica Light"/>
              </a:defRPr>
            </a:lvl5pPr>
          </a:lstStyle>
          <a:p>
            <a:pPr lvl="0">
              <a:defRPr sz="1800">
                <a:solidFill>
                  <a:srgbClr val="000000"/>
                </a:solidFill>
              </a:defRPr>
            </a:pPr>
            <a:r>
              <a:rPr sz="1600" dirty="0">
                <a:solidFill>
                  <a:srgbClr val="152835"/>
                </a:solidFill>
              </a:rPr>
              <a:t>Body Level One</a:t>
            </a:r>
          </a:p>
          <a:p>
            <a:pPr lvl="1">
              <a:defRPr sz="1800">
                <a:solidFill>
                  <a:srgbClr val="000000"/>
                </a:solidFill>
              </a:defRPr>
            </a:pPr>
            <a:r>
              <a:rPr sz="1600" dirty="0">
                <a:solidFill>
                  <a:srgbClr val="152835"/>
                </a:solidFill>
              </a:rPr>
              <a:t>Body Level Two</a:t>
            </a:r>
          </a:p>
          <a:p>
            <a:pPr lvl="2">
              <a:defRPr sz="1800">
                <a:solidFill>
                  <a:srgbClr val="000000"/>
                </a:solidFill>
              </a:defRPr>
            </a:pPr>
            <a:r>
              <a:rPr sz="1600" dirty="0">
                <a:solidFill>
                  <a:srgbClr val="152835"/>
                </a:solidFill>
              </a:rPr>
              <a:t>Body Level Three</a:t>
            </a:r>
          </a:p>
          <a:p>
            <a:pPr lvl="3">
              <a:defRPr sz="1800">
                <a:solidFill>
                  <a:srgbClr val="000000"/>
                </a:solidFill>
              </a:defRPr>
            </a:pPr>
            <a:r>
              <a:rPr sz="1600" dirty="0">
                <a:solidFill>
                  <a:srgbClr val="152835"/>
                </a:solidFill>
              </a:rPr>
              <a:t>Body Level Four</a:t>
            </a:r>
          </a:p>
          <a:p>
            <a:pPr lvl="4">
              <a:defRPr sz="1800">
                <a:solidFill>
                  <a:srgbClr val="000000"/>
                </a:solidFill>
              </a:defRPr>
            </a:pPr>
            <a:r>
              <a:rPr sz="1600" dirty="0">
                <a:solidFill>
                  <a:srgbClr val="152835"/>
                </a:solidFill>
              </a:rPr>
              <a:t>Body Level Five</a:t>
            </a:r>
          </a:p>
        </p:txBody>
      </p:sp>
      <p:sp>
        <p:nvSpPr>
          <p:cNvPr id="1248" name="Shape 1248"/>
          <p:cNvSpPr/>
          <p:nvPr/>
        </p:nvSpPr>
        <p:spPr>
          <a:xfrm>
            <a:off x="590902" y="528762"/>
            <a:ext cx="4028347" cy="508344"/>
          </a:xfrm>
          <a:prstGeom prst="rect">
            <a:avLst/>
          </a:prstGeom>
          <a:ln w="12700">
            <a:miter lim="400000"/>
          </a:ln>
          <a:extLst>
            <a:ext uri="{C572A759-6A51-4108-AA02-DFA0A04FC94B}">
              <ma14:wrappingTextBoxFlag xmlns:ma14="http://schemas.microsoft.com/office/mac/drawingml/2011/main" xmlns="" val="1"/>
            </a:ext>
          </a:extLst>
        </p:spPr>
        <p:txBody>
          <a:bodyPr wrap="none" lIns="25400" tIns="25400" rIns="25400" bIns="25400" anchor="ctr">
            <a:spAutoFit/>
          </a:bodyPr>
          <a:lstStyle>
            <a:lvl1pPr defTabSz="2438400">
              <a:lnSpc>
                <a:spcPct val="90000"/>
              </a:lnSpc>
              <a:defRPr sz="6600">
                <a:solidFill>
                  <a:srgbClr val="325C80"/>
                </a:solidFill>
                <a:latin typeface="HelvNeue Medium for IBM"/>
                <a:ea typeface="HelvNeue Medium for IBM"/>
                <a:cs typeface="HelvNeue Medium for IBM"/>
                <a:sym typeface="HelvNeue Medium for IBM"/>
              </a:defRPr>
            </a:lvl1pPr>
          </a:lstStyle>
          <a:p>
            <a:pPr>
              <a:defRPr sz="1800">
                <a:solidFill>
                  <a:srgbClr val="000000"/>
                </a:solidFill>
              </a:defRPr>
            </a:pPr>
            <a:r>
              <a:rPr sz="3300">
                <a:latin typeface="IBM Plex Sans"/>
                <a:ea typeface="IBM Plex Sans"/>
                <a:cs typeface="IBM Plex Sans"/>
              </a:rPr>
              <a:t>Slide Title Goes Here</a:t>
            </a:r>
          </a:p>
        </p:txBody>
      </p:sp>
      <p:sp>
        <p:nvSpPr>
          <p:cNvPr id="1249" name="Shape 1249"/>
          <p:cNvSpPr/>
          <p:nvPr/>
        </p:nvSpPr>
        <p:spPr>
          <a:xfrm>
            <a:off x="-2" y="-118533"/>
            <a:ext cx="12192003" cy="1681391"/>
          </a:xfrm>
          <a:prstGeom prst="rect">
            <a:avLst/>
          </a:prstGeom>
          <a:solidFill/>
          <a:ln w="12700">
            <a:miter lim="400000"/>
          </a:ln>
        </p:spPr>
        <p:txBody>
          <a:bodyPr lIns="0" tIns="0" rIns="0" bIns="0" anchor="ctr"/>
          <a:lstStyle/>
          <a:p>
            <a:pPr>
              <a:defRPr sz="3200">
                <a:solidFill>
                  <a:srgbClr val="FFFFFF"/>
                </a:solidFill>
                <a:latin typeface="Helvetica Light"/>
                <a:ea typeface="Helvetica Light"/>
                <a:cs typeface="Helvetica Light"/>
                <a:sym typeface="Helvetica Light"/>
              </a:defRPr>
            </a:pPr>
            <a:endParaRPr sz="1600">
              <a:solidFill>
                <a:srgbClr val="FFFFFF"/>
              </a:solidFill>
              <a:ea typeface="IBM Plex Sans"/>
              <a:cs typeface="IBM Plex Sans"/>
              <a:sym typeface="Helvetica Light"/>
            </a:endParaRPr>
          </a:p>
        </p:txBody>
      </p:sp>
      <p:sp>
        <p:nvSpPr>
          <p:cNvPr id="1250" name="Shape 1250"/>
          <p:cNvSpPr/>
          <p:nvPr/>
        </p:nvSpPr>
        <p:spPr>
          <a:xfrm>
            <a:off x="727806" y="1058652"/>
            <a:ext cx="451679" cy="1"/>
          </a:xfrm>
          <a:prstGeom prst="line">
            <a:avLst/>
          </a:prstGeom>
          <a:ln w="76200">
            <a:solidFill>
              <a:srgbClr val="5EA2F0"/>
            </a:solidFill>
            <a:miter lim="400000"/>
          </a:ln>
        </p:spPr>
        <p:txBody>
          <a:bodyPr lIns="0" tIns="0" rIns="0" bIns="0"/>
          <a:lstStyle/>
          <a:p>
            <a:pPr defTabSz="228594">
              <a:defRPr sz="1200">
                <a:latin typeface="+mj-lt"/>
                <a:ea typeface="+mj-ea"/>
                <a:cs typeface="+mj-cs"/>
                <a:sym typeface="Helvetica"/>
              </a:defRPr>
            </a:pPr>
            <a:endParaRPr sz="600">
              <a:solidFill>
                <a:srgbClr val="000000"/>
              </a:solidFill>
              <a:sym typeface="Helvetica"/>
            </a:endParaRPr>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32.xml><?xml version="1.0" encoding="utf-8"?>
<p:sldLayout xmlns:a="http://schemas.openxmlformats.org/drawingml/2006/main" xmlns:r="http://schemas.openxmlformats.org/officeDocument/2006/relationships" xmlns:p="http://schemas.openxmlformats.org/presentationml/2006/main">
  <p:cSld name="TextCloudEyebrow">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add title</a:t>
            </a:r>
          </a:p>
        </p:txBody>
      </p:sp>
      <p:sp>
        <p:nvSpPr>
          <p:cNvPr id="7" name="Text Placeholder 6"/>
          <p:cNvSpPr>
            <a:spLocks noGrp="1"/>
          </p:cNvSpPr>
          <p:nvPr>
            <p:ph type="body" sz="quarter" idx="10"/>
          </p:nvPr>
        </p:nvSpPr>
        <p:spPr>
          <a:xfrm>
            <a:off x="485424" y="1498601"/>
            <a:ext cx="11345333" cy="1500154"/>
          </a:xfrm>
        </p:spPr>
        <p:txBody>
          <a:bodyPr>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33.xml><?xml version="1.0" encoding="utf-8"?>
<p:sldLayout xmlns:a="http://schemas.openxmlformats.org/drawingml/2006/main" xmlns:r="http://schemas.openxmlformats.org/officeDocument/2006/relationships" xmlns:p="http://schemas.openxmlformats.org/presentationml/2006/main">
  <p:cSld name="table">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0BE6F14-FF48-0F4F-A8AA-2E3F25371E4A}" type="slidenum">
              <a:rPr lang="en-US" smtClean="0">
                <a:solidFill>
                  <a:srgbClr val="FFFFFF"/>
                </a:solidFill>
              </a:rPr>
              <a:pPr/>
              <a:t>‹#›</a:t>
            </a:fld>
            <a:endParaRPr lang="en-US" dirty="0">
              <a:solidFill>
                <a:srgbClr val="FFFFFF"/>
              </a:solidFill>
            </a:endParaRPr>
          </a:p>
        </p:txBody>
      </p:sp>
      <p:sp>
        <p:nvSpPr>
          <p:cNvPr id="4" name="Footer Placeholder 3"/>
          <p:cNvSpPr>
            <a:spLocks noGrp="1"/>
          </p:cNvSpPr>
          <p:nvPr>
            <p:ph type="ftr" sz="quarter" idx="11"/>
          </p:nvPr>
        </p:nvSpPr>
        <p:spPr/>
        <p:txBody>
          <a:bodyPr/>
          <a:lstStyle/>
          <a:p>
            <a:r>
              <a:rPr lang="de-DE" dirty="0">
                <a:solidFill>
                  <a:srgbClr val="FFFFFF"/>
                </a:solidFill>
              </a:rPr>
              <a:t>Group Name / DOC ID / Month XX, 2017 / © 2017 IBM Corporation</a:t>
            </a:r>
            <a:endParaRPr lang="en-US" dirty="0">
              <a:solidFill>
                <a:srgbClr val="FFFFFF"/>
              </a:solidFill>
            </a:endParaRPr>
          </a:p>
        </p:txBody>
      </p:sp>
      <p:sp>
        <p:nvSpPr>
          <p:cNvPr id="6" name="Text Placeholder 5"/>
          <p:cNvSpPr>
            <a:spLocks noGrp="1"/>
          </p:cNvSpPr>
          <p:nvPr>
            <p:ph type="body" sz="quarter" idx="12"/>
          </p:nvPr>
        </p:nvSpPr>
        <p:spPr>
          <a:xfrm>
            <a:off x="304800" y="256033"/>
            <a:ext cx="2438400" cy="5878660"/>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able Placeholder 6"/>
          <p:cNvSpPr>
            <a:spLocks noGrp="1"/>
          </p:cNvSpPr>
          <p:nvPr>
            <p:ph type="tbl" sz="quarter" idx="13"/>
          </p:nvPr>
        </p:nvSpPr>
        <p:spPr>
          <a:xfrm>
            <a:off x="3352800" y="300567"/>
            <a:ext cx="8534400" cy="6129867"/>
          </a:xfrm>
        </p:spPr>
        <p:txBody>
          <a:bodyPr/>
          <a:lstStyle/>
          <a:p>
            <a:r>
              <a:rPr lang="en-US" dirty="0"/>
              <a:t>Click icon to add table</a:t>
            </a:r>
          </a:p>
        </p:txBody>
      </p:sp>
    </p:spTree>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p:cSld name="1_section, title, text (four columns)">
    <p:spTree>
      <p:nvGrpSpPr>
        <p:cNvPr id="1" name=""/>
        <p:cNvGrpSpPr/>
        <p:nvPr/>
      </p:nvGrpSpPr>
      <p:grpSpPr>
        <a:xfrm>
          <a:off x="0" y="0"/>
          <a:ext cx="0" cy="0"/>
          <a:chOff x="0" y="0"/>
          <a:chExt cx="0" cy="0"/>
        </a:xfrm>
      </p:grpSpPr>
      <p:sp>
        <p:nvSpPr>
          <p:cNvPr id="2" name="Title 1"/>
          <p:cNvSpPr>
            <a:spLocks noGrp="1"/>
          </p:cNvSpPr>
          <p:nvPr>
            <p:ph type="title"/>
          </p:nvPr>
        </p:nvSpPr>
        <p:spPr>
          <a:xfrm>
            <a:off x="304800" y="548640"/>
            <a:ext cx="8534400" cy="853440"/>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4" name="Footer Placeholder 3"/>
          <p:cNvSpPr>
            <a:spLocks noGrp="1"/>
          </p:cNvSpPr>
          <p:nvPr>
            <p:ph type="ftr" sz="quarter" idx="11"/>
          </p:nvPr>
        </p:nvSpPr>
        <p:spPr/>
        <p:txBody>
          <a:bodyPr/>
          <a:lstStyle/>
          <a:p>
            <a:r>
              <a:rPr lang="en-US" dirty="0">
                <a:solidFill>
                  <a:srgbClr val="FFFFFF"/>
                </a:solidFill>
              </a:rPr>
              <a:t>Group Name / DOC ID / Month XX, 2017 / © 2017 IBM Corporation</a:t>
            </a:r>
          </a:p>
        </p:txBody>
      </p:sp>
      <p:sp>
        <p:nvSpPr>
          <p:cNvPr id="6" name="Text Placeholder 5"/>
          <p:cNvSpPr>
            <a:spLocks noGrp="1"/>
          </p:cNvSpPr>
          <p:nvPr>
            <p:ph type="body" sz="quarter" idx="12"/>
          </p:nvPr>
        </p:nvSpPr>
        <p:spPr>
          <a:xfrm>
            <a:off x="6400800" y="1457959"/>
            <a:ext cx="2438400" cy="4786207"/>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1"/>
          <p:cNvSpPr>
            <a:spLocks noGrp="1"/>
          </p:cNvSpPr>
          <p:nvPr>
            <p:ph type="body" sz="quarter" idx="13"/>
          </p:nvPr>
        </p:nvSpPr>
        <p:spPr>
          <a:xfrm>
            <a:off x="304800" y="268225"/>
            <a:ext cx="5486400" cy="400049"/>
          </a:xfrm>
        </p:spPr>
        <p:txBody>
          <a:bodyPr/>
          <a:lstStyle>
            <a:lvl1pPr>
              <a:defRPr sz="1467"/>
            </a:lvl1pPr>
          </a:lstStyle>
          <a:p>
            <a:pPr lvl="0"/>
            <a:r>
              <a:rPr lang="en-US"/>
              <a:t>Click to edit Master text styles</a:t>
            </a:r>
          </a:p>
        </p:txBody>
      </p:sp>
      <p:sp>
        <p:nvSpPr>
          <p:cNvPr id="7" name="Text Placeholder 6"/>
          <p:cNvSpPr>
            <a:spLocks noGrp="1"/>
          </p:cNvSpPr>
          <p:nvPr>
            <p:ph type="body" sz="quarter" idx="14"/>
          </p:nvPr>
        </p:nvSpPr>
        <p:spPr>
          <a:xfrm>
            <a:off x="304800" y="1457959"/>
            <a:ext cx="2438400" cy="4786207"/>
          </a:xfrm>
        </p:spPr>
        <p:txBody>
          <a:bodyPr/>
          <a:lstStyle>
            <a:lvl1pPr>
              <a:spcBef>
                <a:spcPts val="1467"/>
              </a:spcBef>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7"/>
          <p:cNvSpPr>
            <a:spLocks noGrp="1"/>
          </p:cNvSpPr>
          <p:nvPr>
            <p:ph type="body" sz="quarter" idx="15"/>
          </p:nvPr>
        </p:nvSpPr>
        <p:spPr>
          <a:xfrm>
            <a:off x="3352800" y="1457959"/>
            <a:ext cx="2438400" cy="4786207"/>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9"/>
          <p:cNvSpPr>
            <a:spLocks noGrp="1"/>
          </p:cNvSpPr>
          <p:nvPr>
            <p:ph type="body" sz="quarter" idx="16"/>
          </p:nvPr>
        </p:nvSpPr>
        <p:spPr>
          <a:xfrm>
            <a:off x="9448800" y="1457959"/>
            <a:ext cx="2438400" cy="4786207"/>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p:cSld name="TextPlai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add title</a:t>
            </a:r>
          </a:p>
        </p:txBody>
      </p:sp>
      <p:sp>
        <p:nvSpPr>
          <p:cNvPr id="5" name="TextBox 4"/>
          <p:cNvSpPr txBox="1"/>
          <p:nvPr/>
        </p:nvSpPr>
        <p:spPr>
          <a:xfrm>
            <a:off x="417690" y="1185335"/>
            <a:ext cx="9493956" cy="276999"/>
          </a:xfrm>
          <a:prstGeom prst="rect">
            <a:avLst/>
          </a:prstGeom>
          <a:noFill/>
        </p:spPr>
        <p:txBody>
          <a:bodyPr wrap="square" rtlCol="0">
            <a:spAutoFit/>
          </a:bodyPr>
          <a:lstStyle/>
          <a:p>
            <a:pPr defTabSz="914377"/>
            <a:r>
              <a:rPr lang="en-US" sz="1200" kern="0" spc="-31" dirty="0">
                <a:solidFill>
                  <a:srgbClr val="FFFFFF"/>
                </a:solidFill>
                <a:latin typeface="Arial"/>
                <a:cs typeface="Arial"/>
              </a:rPr>
              <a:t>text</a:t>
            </a:r>
          </a:p>
        </p:txBody>
      </p:sp>
      <p:sp>
        <p:nvSpPr>
          <p:cNvPr id="7" name="Text Placeholder 6"/>
          <p:cNvSpPr>
            <a:spLocks noGrp="1"/>
          </p:cNvSpPr>
          <p:nvPr>
            <p:ph type="body" sz="quarter" idx="10"/>
          </p:nvPr>
        </p:nvSpPr>
        <p:spPr>
          <a:xfrm>
            <a:off x="485424" y="1498601"/>
            <a:ext cx="11345333" cy="1499897"/>
          </a:xfrm>
        </p:spPr>
        <p:txBody>
          <a:bodyPr>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Gradient Title">
    <p:spTree>
      <p:nvGrpSpPr>
        <p:cNvPr id="1" name=""/>
        <p:cNvGrpSpPr/>
        <p:nvPr/>
      </p:nvGrpSpPr>
      <p:grpSpPr>
        <a:xfrm>
          <a:off x="0" y="0"/>
          <a:ext cx="0" cy="0"/>
          <a:chOff x="0" y="0"/>
          <a:chExt cx="0" cy="0"/>
        </a:xfrm>
      </p:grpSpPr>
      <p:sp>
        <p:nvSpPr>
          <p:cNvPr id="5" name="Rectangle 4"/>
          <p:cNvSpPr/>
          <p:nvPr userDrawn="1"/>
        </p:nvSpPr>
        <p:spPr>
          <a:xfrm>
            <a:off x="0" y="0"/>
            <a:ext cx="12192000" cy="6858000"/>
          </a:xfrm>
          <a:prstGeom prst="rect">
            <a:avLst/>
          </a:prstGeom>
          <a:gradFill flip="none" rotWithShape="1">
            <a:gsLst>
              <a:gs pos="1000">
                <a:srgbClr val="0F6DFF"/>
              </a:gs>
              <a:gs pos="100000">
                <a:prstClr val="white">
                  <a:alpha val="0"/>
                </a:prstClr>
              </a:gs>
            </a:gsLst>
            <a:lin ang="16200000" scaled="0"/>
            <a:tileRect/>
          </a:gradFill>
        </p:spPr>
        <p:txBody>
          <a:bodyPr wrap="square" lIns="0" tIns="0" rIns="0" bIns="0" rtlCol="0" anchor="ctr">
            <a:noAutofit/>
          </a:bodyPr>
          <a:lstStyle/>
          <a:p>
            <a:pPr algn="ctr" defTabSz="914377"/>
            <a:endParaRPr lang="en-US" sz="1600" dirty="0">
              <a:solidFill>
                <a:srgbClr val="FFFFFF"/>
              </a:solidFill>
              <a:cs typeface="IBM Plex Sans"/>
            </a:endParaRPr>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7" name="Title 6"/>
          <p:cNvSpPr>
            <a:spLocks noGrp="1"/>
          </p:cNvSpPr>
          <p:nvPr>
            <p:ph type="title"/>
          </p:nvPr>
        </p:nvSpPr>
        <p:spPr>
          <a:xfrm>
            <a:off x="304800" y="2668804"/>
            <a:ext cx="4775200" cy="652949"/>
          </a:xfrm>
        </p:spPr>
        <p:txBody>
          <a:bodyPr anchor="b"/>
          <a:lstStyle>
            <a:lvl1pPr>
              <a:defRPr sz="3733"/>
            </a:lvl1pPr>
          </a:lstStyle>
          <a:p>
            <a:r>
              <a:rPr lang="en-US" dirty="0"/>
              <a:t>Click to edit Master title style</a:t>
            </a:r>
          </a:p>
        </p:txBody>
      </p:sp>
      <p:sp>
        <p:nvSpPr>
          <p:cNvPr id="9" name="Text Placeholder 8"/>
          <p:cNvSpPr>
            <a:spLocks noGrp="1"/>
          </p:cNvSpPr>
          <p:nvPr>
            <p:ph type="body" sz="quarter" idx="11"/>
          </p:nvPr>
        </p:nvSpPr>
        <p:spPr>
          <a:xfrm>
            <a:off x="304800" y="3525520"/>
            <a:ext cx="5655733" cy="300122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a:t>
            </a:r>
            <a:r>
              <a:rPr lang="en-US" dirty="0" err="1"/>
              <a:t>levelv</a:t>
            </a:r>
            <a:endParaRPr lang="en-US" dirty="0"/>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1_Gradient Title">
    <p:spTree>
      <p:nvGrpSpPr>
        <p:cNvPr id="1" name=""/>
        <p:cNvGrpSpPr/>
        <p:nvPr/>
      </p:nvGrpSpPr>
      <p:grpSpPr>
        <a:xfrm>
          <a:off x="0" y="0"/>
          <a:ext cx="0" cy="0"/>
          <a:chOff x="0" y="0"/>
          <a:chExt cx="0" cy="0"/>
        </a:xfrm>
      </p:grpSpPr>
      <p:sp>
        <p:nvSpPr>
          <p:cNvPr id="5" name="Rectangle 4"/>
          <p:cNvSpPr/>
          <p:nvPr userDrawn="1"/>
        </p:nvSpPr>
        <p:spPr>
          <a:xfrm>
            <a:off x="0" y="0"/>
            <a:ext cx="12192000" cy="6858000"/>
          </a:xfrm>
          <a:prstGeom prst="rect">
            <a:avLst/>
          </a:prstGeom>
          <a:gradFill flip="none" rotWithShape="1">
            <a:gsLst>
              <a:gs pos="0">
                <a:srgbClr val="0F6DFF"/>
              </a:gs>
              <a:gs pos="95000">
                <a:srgbClr val="7EDDD3"/>
              </a:gs>
            </a:gsLst>
            <a:lin ang="16200000" scaled="0"/>
            <a:tileRect/>
          </a:gradFill>
        </p:spPr>
        <p:txBody>
          <a:bodyPr wrap="square" lIns="0" tIns="0" rIns="0" bIns="0" rtlCol="0" anchor="ctr">
            <a:noAutofit/>
          </a:bodyPr>
          <a:lstStyle/>
          <a:p>
            <a:pPr algn="ctr" defTabSz="914377"/>
            <a:endParaRPr lang="en-US" sz="1600" dirty="0">
              <a:solidFill>
                <a:srgbClr val="FFFFFF"/>
              </a:solidFill>
              <a:cs typeface="IBM Plex Sans"/>
            </a:endParaRPr>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7" name="Title 6"/>
          <p:cNvSpPr>
            <a:spLocks noGrp="1"/>
          </p:cNvSpPr>
          <p:nvPr>
            <p:ph type="title"/>
          </p:nvPr>
        </p:nvSpPr>
        <p:spPr>
          <a:xfrm>
            <a:off x="304800" y="2664292"/>
            <a:ext cx="4732867" cy="652949"/>
          </a:xfrm>
        </p:spPr>
        <p:txBody>
          <a:bodyPr anchor="b"/>
          <a:lstStyle>
            <a:lvl1pPr>
              <a:defRPr sz="3733"/>
            </a:lvl1pPr>
          </a:lstStyle>
          <a:p>
            <a:r>
              <a:rPr lang="en-US" dirty="0"/>
              <a:t>Click to edit Master title style</a:t>
            </a:r>
          </a:p>
        </p:txBody>
      </p:sp>
      <p:sp>
        <p:nvSpPr>
          <p:cNvPr id="9" name="Text Placeholder 8"/>
          <p:cNvSpPr>
            <a:spLocks noGrp="1"/>
          </p:cNvSpPr>
          <p:nvPr>
            <p:ph type="body" sz="quarter" idx="11"/>
          </p:nvPr>
        </p:nvSpPr>
        <p:spPr>
          <a:xfrm>
            <a:off x="304800" y="3532293"/>
            <a:ext cx="5655733" cy="300122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a:t>
            </a:r>
            <a:r>
              <a:rPr lang="en-US" dirty="0" err="1"/>
              <a:t>levelv</a:t>
            </a:r>
            <a:endParaRPr lang="en-US" dirty="0"/>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p:cSld name="Title, blank">
    <p:spTree>
      <p:nvGrpSpPr>
        <p:cNvPr id="1" name=""/>
        <p:cNvGrpSpPr/>
        <p:nvPr/>
      </p:nvGrpSpPr>
      <p:grpSpPr>
        <a:xfrm>
          <a:off x="0" y="0"/>
          <a:ext cx="0" cy="0"/>
          <a:chOff x="0" y="0"/>
          <a:chExt cx="0" cy="0"/>
        </a:xfrm>
      </p:grpSpPr>
      <p:sp>
        <p:nvSpPr>
          <p:cNvPr id="2" name="Title 1"/>
          <p:cNvSpPr>
            <a:spLocks noGrp="1"/>
          </p:cNvSpPr>
          <p:nvPr>
            <p:ph type="title"/>
          </p:nvPr>
        </p:nvSpPr>
        <p:spPr>
          <a:xfrm>
            <a:off x="304800" y="304800"/>
            <a:ext cx="5486400" cy="508000"/>
          </a:xfrm>
        </p:spPr>
        <p:txBody>
          <a:bodyPr/>
          <a:lstStyle/>
          <a:p>
            <a:r>
              <a:rPr lang="en-US" dirty="0"/>
              <a:t>Click to edit Master title style</a:t>
            </a:r>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6" name="Footer Placeholder 3"/>
          <p:cNvSpPr txBox="1">
            <a:spLocks/>
          </p:cNvSpPr>
          <p:nvPr userDrawn="1"/>
        </p:nvSpPr>
        <p:spPr>
          <a:xfrm>
            <a:off x="304800" y="6526747"/>
            <a:ext cx="8534400" cy="182880"/>
          </a:xfrm>
          <a:prstGeom prst="rect">
            <a:avLst/>
          </a:prstGeom>
        </p:spPr>
        <p:txBody>
          <a:bodyPr anchor="ctr"/>
          <a:lstStyle>
            <a:defPPr>
              <a:defRPr lang="en-US"/>
            </a:defPPr>
            <a:lvl1pPr marL="0" algn="l" defTabSz="685800" rtl="0" eaLnBrk="1" latinLnBrk="0" hangingPunct="1">
              <a:defRPr sz="60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800" dirty="0">
                <a:solidFill>
                  <a:srgbClr val="FFFFFF"/>
                </a:solidFill>
              </a:rPr>
              <a:t>IBM </a:t>
            </a:r>
            <a:r>
              <a:rPr lang="en-US" sz="800" dirty="0">
                <a:solidFill>
                  <a:srgbClr val="FFFFFF"/>
                </a:solidFill>
                <a:cs typeface="IBM Plex Sans"/>
              </a:rPr>
              <a:t>Cloud</a:t>
            </a:r>
            <a:r>
              <a:rPr lang="en-US" sz="800" dirty="0">
                <a:solidFill>
                  <a:srgbClr val="FFFFFF"/>
                </a:solidFill>
              </a:rPr>
              <a:t>/ © 2018 IBM Corporation</a:t>
            </a:r>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p:cSld name="Title and 2 text columns">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5"/>
            <a:ext cx="5486400" cy="894532"/>
          </a:xfrm>
        </p:spPr>
        <p:txBody>
          <a:bodyPr/>
          <a:lstStyle/>
          <a:p>
            <a:r>
              <a:rPr lang="en-US"/>
              <a:t>Click to edit Master title style</a:t>
            </a:r>
            <a:endParaRPr lang="en-US" dirty="0"/>
          </a:p>
        </p:txBody>
      </p:sp>
      <p:sp>
        <p:nvSpPr>
          <p:cNvPr id="8" name="Text Placeholder 7"/>
          <p:cNvSpPr>
            <a:spLocks noGrp="1"/>
          </p:cNvSpPr>
          <p:nvPr>
            <p:ph type="body" sz="quarter" idx="12"/>
          </p:nvPr>
        </p:nvSpPr>
        <p:spPr>
          <a:xfrm>
            <a:off x="304800" y="1499617"/>
            <a:ext cx="5486400" cy="4781127"/>
          </a:xfrm>
        </p:spPr>
        <p:txBody>
          <a:bodyPr/>
          <a:lstStyle>
            <a:lvl1pPr>
              <a:spcBef>
                <a:spcPts val="0"/>
              </a:spcBef>
              <a:defRPr sz="1867" b="0" i="0">
                <a:latin typeface="IBM Plex Sans"/>
                <a:cs typeface="IBM Plex Sans"/>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9"/>
          <p:cNvSpPr>
            <a:spLocks noGrp="1"/>
          </p:cNvSpPr>
          <p:nvPr>
            <p:ph type="body" sz="quarter" idx="13"/>
          </p:nvPr>
        </p:nvSpPr>
        <p:spPr>
          <a:xfrm>
            <a:off x="6400800" y="1499617"/>
            <a:ext cx="5486400" cy="4781127"/>
          </a:xfrm>
        </p:spPr>
        <p:txBody>
          <a:bodyPr/>
          <a:lstStyle>
            <a:lvl1pPr>
              <a:spcBef>
                <a:spcPts val="0"/>
              </a:spcBef>
              <a:defRPr sz="1867" b="0" i="0">
                <a:latin typeface="IBM Plex Sans"/>
                <a:cs typeface="IBM Plex Sans"/>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3"/>
          <p:cNvSpPr txBox="1">
            <a:spLocks/>
          </p:cNvSpPr>
          <p:nvPr userDrawn="1"/>
        </p:nvSpPr>
        <p:spPr>
          <a:xfrm>
            <a:off x="304800" y="6526747"/>
            <a:ext cx="8534400" cy="182880"/>
          </a:xfrm>
          <a:prstGeom prst="rect">
            <a:avLst/>
          </a:prstGeom>
        </p:spPr>
        <p:txBody>
          <a:bodyPr anchor="ctr"/>
          <a:lstStyle>
            <a:defPPr>
              <a:defRPr lang="en-US"/>
            </a:defPPr>
            <a:lvl1pPr marL="0" algn="l" defTabSz="685800" rtl="0" eaLnBrk="1" latinLnBrk="0" hangingPunct="1">
              <a:defRPr sz="60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800" dirty="0">
                <a:solidFill>
                  <a:srgbClr val="FFFFFF"/>
                </a:solidFill>
              </a:rPr>
              <a:t>IBM </a:t>
            </a:r>
            <a:r>
              <a:rPr lang="en-US" sz="800" dirty="0">
                <a:solidFill>
                  <a:srgbClr val="FFFFFF"/>
                </a:solidFill>
                <a:cs typeface="IBM Plex Sans"/>
              </a:rPr>
              <a:t>Cloud</a:t>
            </a:r>
            <a:r>
              <a:rPr lang="en-US" sz="800" dirty="0">
                <a:solidFill>
                  <a:srgbClr val="FFFFFF"/>
                </a:solidFill>
              </a:rPr>
              <a:t>/ © 2018 IBM Corporation</a:t>
            </a:r>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Title and 1 text">
    <p:spTree>
      <p:nvGrpSpPr>
        <p:cNvPr id="1" name=""/>
        <p:cNvGrpSpPr/>
        <p:nvPr/>
      </p:nvGrpSpPr>
      <p:grpSpPr>
        <a:xfrm>
          <a:off x="0" y="0"/>
          <a:ext cx="0" cy="0"/>
          <a:chOff x="0" y="0"/>
          <a:chExt cx="0" cy="0"/>
        </a:xfrm>
      </p:grpSpPr>
      <p:sp>
        <p:nvSpPr>
          <p:cNvPr id="2" name="Title 1"/>
          <p:cNvSpPr>
            <a:spLocks noGrp="1"/>
          </p:cNvSpPr>
          <p:nvPr>
            <p:ph type="title"/>
          </p:nvPr>
        </p:nvSpPr>
        <p:spPr>
          <a:xfrm>
            <a:off x="304800" y="304800"/>
            <a:ext cx="5486400" cy="544576"/>
          </a:xfrm>
        </p:spPr>
        <p:txBody>
          <a:bodyPr/>
          <a:lstStyle/>
          <a:p>
            <a:r>
              <a:rPr lang="en-US"/>
              <a:t>Click to edit Master title style</a:t>
            </a:r>
            <a:endParaRPr lang="en-US" dirty="0"/>
          </a:p>
        </p:txBody>
      </p:sp>
      <p:sp>
        <p:nvSpPr>
          <p:cNvPr id="8" name="Text Placeholder 7"/>
          <p:cNvSpPr>
            <a:spLocks noGrp="1"/>
          </p:cNvSpPr>
          <p:nvPr>
            <p:ph type="body" sz="quarter" idx="12"/>
          </p:nvPr>
        </p:nvSpPr>
        <p:spPr>
          <a:xfrm>
            <a:off x="304800" y="1881718"/>
            <a:ext cx="5486400" cy="4399025"/>
          </a:xfrm>
        </p:spPr>
        <p:txBody>
          <a:bodyPr/>
          <a:lstStyle>
            <a:lvl1pPr>
              <a:spcBef>
                <a:spcPts val="0"/>
              </a:spcBef>
              <a:defRPr sz="1867" b="0" i="0">
                <a:latin typeface="IBM Plex Sans"/>
                <a:cs typeface="IBM Plex Sans"/>
              </a:defRPr>
            </a:lvl1pPr>
          </a:lstStyle>
          <a:p>
            <a:pPr lvl="0"/>
            <a:r>
              <a:rPr lang="en-US" dirty="0"/>
              <a:t>Click to edit Master text styles</a:t>
            </a:r>
          </a:p>
          <a:p>
            <a:pPr lvl="1"/>
            <a:r>
              <a:rPr lang="en-US" dirty="0"/>
              <a:t>Second level</a:t>
            </a:r>
          </a:p>
          <a:p>
            <a:pPr lvl="2"/>
            <a:r>
              <a:rPr lang="en-US" dirty="0"/>
              <a:t>Third level</a:t>
            </a:r>
          </a:p>
        </p:txBody>
      </p:sp>
      <p:sp>
        <p:nvSpPr>
          <p:cNvPr id="7" name="Footer Placeholder 3"/>
          <p:cNvSpPr txBox="1">
            <a:spLocks/>
          </p:cNvSpPr>
          <p:nvPr userDrawn="1"/>
        </p:nvSpPr>
        <p:spPr>
          <a:xfrm>
            <a:off x="304800" y="6526747"/>
            <a:ext cx="8534400" cy="182880"/>
          </a:xfrm>
          <a:prstGeom prst="rect">
            <a:avLst/>
          </a:prstGeom>
        </p:spPr>
        <p:txBody>
          <a:bodyPr anchor="ctr"/>
          <a:lstStyle>
            <a:defPPr>
              <a:defRPr lang="en-US"/>
            </a:defPPr>
            <a:lvl1pPr marL="0" algn="l" defTabSz="685800" rtl="0" eaLnBrk="1" latinLnBrk="0" hangingPunct="1">
              <a:defRPr sz="60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800" dirty="0">
                <a:solidFill>
                  <a:srgbClr val="FFFFFF"/>
                </a:solidFill>
              </a:rPr>
              <a:t>IBM </a:t>
            </a:r>
            <a:r>
              <a:rPr lang="en-US" sz="800" dirty="0">
                <a:solidFill>
                  <a:srgbClr val="FFFFFF"/>
                </a:solidFill>
                <a:cs typeface="IBM Plex Sans"/>
              </a:rPr>
              <a:t>Cloud</a:t>
            </a:r>
            <a:r>
              <a:rPr lang="en-US" sz="800" dirty="0">
                <a:solidFill>
                  <a:srgbClr val="FFFFFF"/>
                </a:solidFill>
              </a:rPr>
              <a:t>/© 2018 IBM Corporation</a:t>
            </a:r>
          </a:p>
        </p:txBody>
      </p:sp>
      <p:sp>
        <p:nvSpPr>
          <p:cNvPr id="5" name="Text Placeholder 4"/>
          <p:cNvSpPr>
            <a:spLocks noGrp="1"/>
          </p:cNvSpPr>
          <p:nvPr>
            <p:ph type="body" sz="quarter" idx="13"/>
          </p:nvPr>
        </p:nvSpPr>
        <p:spPr>
          <a:xfrm>
            <a:off x="304800" y="812800"/>
            <a:ext cx="5486400" cy="620184"/>
          </a:xfrm>
        </p:spPr>
        <p:txBody>
          <a:bodyPr/>
          <a:lstStyle/>
          <a:p>
            <a:pPr lvl="0"/>
            <a:r>
              <a:rPr lang="en-US" dirty="0"/>
              <a:t>Click to edit Master text </a:t>
            </a:r>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section, title, text (two columns)">
    <p:spTree>
      <p:nvGrpSpPr>
        <p:cNvPr id="1" name=""/>
        <p:cNvGrpSpPr/>
        <p:nvPr/>
      </p:nvGrpSpPr>
      <p:grpSpPr>
        <a:xfrm>
          <a:off x="0" y="0"/>
          <a:ext cx="0" cy="0"/>
          <a:chOff x="0" y="0"/>
          <a:chExt cx="0" cy="0"/>
        </a:xfrm>
      </p:grpSpPr>
      <p:sp>
        <p:nvSpPr>
          <p:cNvPr id="2" name="Title 1"/>
          <p:cNvSpPr>
            <a:spLocks noGrp="1"/>
          </p:cNvSpPr>
          <p:nvPr>
            <p:ph type="title"/>
          </p:nvPr>
        </p:nvSpPr>
        <p:spPr>
          <a:xfrm>
            <a:off x="304800" y="304800"/>
            <a:ext cx="5793317" cy="853440"/>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6" name="Text Placeholder 5"/>
          <p:cNvSpPr>
            <a:spLocks noGrp="1"/>
          </p:cNvSpPr>
          <p:nvPr>
            <p:ph type="body" sz="quarter" idx="12"/>
          </p:nvPr>
        </p:nvSpPr>
        <p:spPr>
          <a:xfrm>
            <a:off x="6400800" y="1457960"/>
            <a:ext cx="5486400" cy="4786208"/>
          </a:xfrm>
        </p:spPr>
        <p:txBody>
          <a:bodyPr/>
          <a:lstStyle>
            <a:lvl1pPr>
              <a:defRPr sz="2133"/>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6"/>
          <p:cNvSpPr>
            <a:spLocks noGrp="1"/>
          </p:cNvSpPr>
          <p:nvPr>
            <p:ph type="body" sz="quarter" idx="14"/>
          </p:nvPr>
        </p:nvSpPr>
        <p:spPr>
          <a:xfrm>
            <a:off x="304799" y="1457961"/>
            <a:ext cx="5644444" cy="4786207"/>
          </a:xfrm>
        </p:spPr>
        <p:txBody>
          <a:bodyPr/>
          <a:lstStyle>
            <a:lvl1pPr>
              <a:defRPr sz="2133"/>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3"/>
          <p:cNvSpPr>
            <a:spLocks noGrp="1"/>
          </p:cNvSpPr>
          <p:nvPr>
            <p:ph type="ftr" sz="quarter" idx="11"/>
          </p:nvPr>
        </p:nvSpPr>
        <p:spPr>
          <a:xfrm>
            <a:off x="304800" y="6526747"/>
            <a:ext cx="8534400" cy="182880"/>
          </a:xfrm>
        </p:spPr>
        <p:txBody>
          <a:bodyPr/>
          <a:lstStyle/>
          <a:p>
            <a:r>
              <a:rPr lang="en-US" dirty="0">
                <a:solidFill>
                  <a:srgbClr val="FFFFFF"/>
                </a:solidFill>
              </a:rPr>
              <a:t>IBM </a:t>
            </a:r>
            <a:r>
              <a:rPr lang="en-US" dirty="0">
                <a:solidFill>
                  <a:srgbClr val="FFFFFF"/>
                </a:solidFill>
                <a:cs typeface="IBM Plex Sans"/>
              </a:rPr>
              <a:t>Cloud</a:t>
            </a:r>
            <a:r>
              <a:rPr lang="en-US" dirty="0">
                <a:solidFill>
                  <a:srgbClr val="FFFFFF"/>
                </a:solidFill>
              </a:rPr>
              <a:t>/ DOC ID / Month XX, 2017 / © 2017 IBM Corporation</a:t>
            </a:r>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section, title, text (four columns)">
    <p:spTree>
      <p:nvGrpSpPr>
        <p:cNvPr id="1" name=""/>
        <p:cNvGrpSpPr/>
        <p:nvPr/>
      </p:nvGrpSpPr>
      <p:grpSpPr>
        <a:xfrm>
          <a:off x="0" y="0"/>
          <a:ext cx="0" cy="0"/>
          <a:chOff x="0" y="0"/>
          <a:chExt cx="0" cy="0"/>
        </a:xfrm>
      </p:grpSpPr>
      <p:sp>
        <p:nvSpPr>
          <p:cNvPr id="2" name="Title 1"/>
          <p:cNvSpPr>
            <a:spLocks noGrp="1"/>
          </p:cNvSpPr>
          <p:nvPr>
            <p:ph type="title"/>
          </p:nvPr>
        </p:nvSpPr>
        <p:spPr>
          <a:xfrm>
            <a:off x="304800" y="548640"/>
            <a:ext cx="8534400" cy="853440"/>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6" name="Text Placeholder 5"/>
          <p:cNvSpPr>
            <a:spLocks noGrp="1"/>
          </p:cNvSpPr>
          <p:nvPr>
            <p:ph type="body" sz="quarter" idx="12"/>
          </p:nvPr>
        </p:nvSpPr>
        <p:spPr>
          <a:xfrm>
            <a:off x="6400800" y="1457959"/>
            <a:ext cx="2438400" cy="4786207"/>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6"/>
          <p:cNvSpPr>
            <a:spLocks noGrp="1"/>
          </p:cNvSpPr>
          <p:nvPr>
            <p:ph type="body" sz="quarter" idx="14"/>
          </p:nvPr>
        </p:nvSpPr>
        <p:spPr>
          <a:xfrm>
            <a:off x="304800" y="1457959"/>
            <a:ext cx="2438400" cy="4786207"/>
          </a:xfrm>
        </p:spPr>
        <p:txBody>
          <a:bodyPr/>
          <a:lstStyle>
            <a:lvl1pPr>
              <a:spcBef>
                <a:spcPts val="1467"/>
              </a:spcBef>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7"/>
          <p:cNvSpPr>
            <a:spLocks noGrp="1"/>
          </p:cNvSpPr>
          <p:nvPr>
            <p:ph type="body" sz="quarter" idx="15"/>
          </p:nvPr>
        </p:nvSpPr>
        <p:spPr>
          <a:xfrm>
            <a:off x="3352800" y="1457959"/>
            <a:ext cx="2438400" cy="4786207"/>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9"/>
          <p:cNvSpPr>
            <a:spLocks noGrp="1"/>
          </p:cNvSpPr>
          <p:nvPr>
            <p:ph type="body" sz="quarter" idx="16"/>
          </p:nvPr>
        </p:nvSpPr>
        <p:spPr>
          <a:xfrm>
            <a:off x="9448800" y="1457959"/>
            <a:ext cx="2438400" cy="4786207"/>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3"/>
          <p:cNvSpPr>
            <a:spLocks noGrp="1"/>
          </p:cNvSpPr>
          <p:nvPr>
            <p:ph type="ftr" sz="quarter" idx="11"/>
          </p:nvPr>
        </p:nvSpPr>
        <p:spPr>
          <a:xfrm>
            <a:off x="304800" y="6526747"/>
            <a:ext cx="8534400" cy="182880"/>
          </a:xfrm>
        </p:spPr>
        <p:txBody>
          <a:bodyPr/>
          <a:lstStyle/>
          <a:p>
            <a:r>
              <a:rPr lang="en-US" dirty="0">
                <a:solidFill>
                  <a:srgbClr val="FFFFFF"/>
                </a:solidFill>
              </a:rPr>
              <a:t>IBM </a:t>
            </a:r>
            <a:r>
              <a:rPr lang="en-US" dirty="0">
                <a:solidFill>
                  <a:srgbClr val="FFFFFF"/>
                </a:solidFill>
                <a:cs typeface="IBM Plex Sans"/>
              </a:rPr>
              <a:t>Cloud</a:t>
            </a:r>
            <a:r>
              <a:rPr lang="en-US" dirty="0">
                <a:solidFill>
                  <a:srgbClr val="FFFFFF"/>
                </a:solidFill>
              </a:rPr>
              <a:t>/ DOC ID / Month XX, 2017 / © 2017 IBM Corporation</a:t>
            </a:r>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p:cSld name="section, title, text (dark background)">
    <p:spTree>
      <p:nvGrpSpPr>
        <p:cNvPr id="1" name=""/>
        <p:cNvGrpSpPr/>
        <p:nvPr/>
      </p:nvGrpSpPr>
      <p:grpSpPr>
        <a:xfrm>
          <a:off x="0" y="0"/>
          <a:ext cx="0" cy="0"/>
          <a:chOff x="0" y="0"/>
          <a:chExt cx="0" cy="0"/>
        </a:xfrm>
      </p:grpSpPr>
      <p:sp>
        <p:nvSpPr>
          <p:cNvPr id="5" name="Rectangle 4"/>
          <p:cNvSpPr/>
          <p:nvPr/>
        </p:nvSpPr>
        <p:spPr>
          <a:xfrm>
            <a:off x="6096000" y="0"/>
            <a:ext cx="6096000" cy="6858000"/>
          </a:xfrm>
          <a:prstGeom prst="rect">
            <a:avLst/>
          </a:prstGeom>
          <a:solidFill>
            <a:schemeClr val="tx1"/>
          </a:solidFill>
        </p:spPr>
        <p:txBody>
          <a:bodyPr wrap="square" lIns="0" tIns="0" rIns="0" bIns="0" rtlCol="0" anchor="ctr">
            <a:noAutofit/>
          </a:bodyPr>
          <a:lstStyle/>
          <a:p>
            <a:pPr algn="ctr" defTabSz="914377"/>
            <a:endParaRPr lang="en-US" sz="1600" dirty="0">
              <a:solidFill>
                <a:srgbClr val="FFFFFF"/>
              </a:solidFill>
              <a:cs typeface="IBM Plex Sans"/>
            </a:endParaRPr>
          </a:p>
        </p:txBody>
      </p:sp>
      <p:sp>
        <p:nvSpPr>
          <p:cNvPr id="2" name="Title 1"/>
          <p:cNvSpPr>
            <a:spLocks noGrp="1"/>
          </p:cNvSpPr>
          <p:nvPr>
            <p:ph type="title"/>
          </p:nvPr>
        </p:nvSpPr>
        <p:spPr>
          <a:xfrm>
            <a:off x="304800" y="1377696"/>
            <a:ext cx="5486400" cy="4754880"/>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6" name="Text Placeholder 5"/>
          <p:cNvSpPr>
            <a:spLocks noGrp="1"/>
          </p:cNvSpPr>
          <p:nvPr>
            <p:ph type="body" sz="quarter" idx="12"/>
          </p:nvPr>
        </p:nvSpPr>
        <p:spPr>
          <a:xfrm>
            <a:off x="6400800" y="1499617"/>
            <a:ext cx="5486400" cy="4668593"/>
          </a:xfrm>
        </p:spPr>
        <p:txBody>
          <a:bodyPr/>
          <a:lstStyle>
            <a:lvl1pPr>
              <a:defRPr>
                <a:solidFill>
                  <a:schemeClr val="bg2"/>
                </a:solidFill>
              </a:defRPr>
            </a:lvl1pPr>
            <a:lvl2pPr marL="0" indent="0">
              <a:spcBef>
                <a:spcPts val="1467"/>
              </a:spcBef>
              <a:buFontTx/>
              <a:buNone/>
              <a:defRPr sz="1467">
                <a:solidFill>
                  <a:schemeClr val="bg2"/>
                </a:solidFill>
              </a:defRPr>
            </a:lvl2pPr>
            <a:lvl3pPr>
              <a:defRPr sz="1467">
                <a:solidFill>
                  <a:schemeClr val="bg2"/>
                </a:solidFill>
              </a:defRPr>
            </a:lvl3pPr>
            <a:lvl4pPr>
              <a:defRPr sz="1467">
                <a:solidFill>
                  <a:schemeClr val="bg2"/>
                </a:solidFill>
              </a:defRPr>
            </a:lvl4pPr>
            <a:lvl5pPr>
              <a:defRPr sz="1467">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1"/>
          <p:cNvSpPr>
            <a:spLocks noGrp="1"/>
          </p:cNvSpPr>
          <p:nvPr>
            <p:ph type="body" sz="quarter" idx="13"/>
          </p:nvPr>
        </p:nvSpPr>
        <p:spPr>
          <a:xfrm>
            <a:off x="304800" y="268225"/>
            <a:ext cx="5486400" cy="400049"/>
          </a:xfrm>
        </p:spPr>
        <p:txBody>
          <a:bodyPr/>
          <a:lstStyle>
            <a:lvl1pPr>
              <a:defRPr sz="1467"/>
            </a:lvl1pPr>
          </a:lstStyle>
          <a:p>
            <a:pPr lvl="0"/>
            <a:r>
              <a:rPr lang="en-US"/>
              <a:t>Click to edit Master text styles</a:t>
            </a:r>
          </a:p>
        </p:txBody>
      </p:sp>
      <p:sp>
        <p:nvSpPr>
          <p:cNvPr id="8" name="Footer Placeholder 3"/>
          <p:cNvSpPr txBox="1">
            <a:spLocks/>
          </p:cNvSpPr>
          <p:nvPr userDrawn="1"/>
        </p:nvSpPr>
        <p:spPr>
          <a:xfrm>
            <a:off x="304800" y="6526747"/>
            <a:ext cx="8534400" cy="182880"/>
          </a:xfrm>
          <a:prstGeom prst="rect">
            <a:avLst/>
          </a:prstGeom>
        </p:spPr>
        <p:txBody>
          <a:bodyPr anchor="ctr"/>
          <a:lstStyle>
            <a:defPPr>
              <a:defRPr lang="en-US"/>
            </a:defPPr>
            <a:lvl1pPr marL="0" algn="l" defTabSz="685800" rtl="0" eaLnBrk="1" latinLnBrk="0" hangingPunct="1">
              <a:defRPr sz="60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800" dirty="0">
                <a:solidFill>
                  <a:srgbClr val="FFFFFF"/>
                </a:solidFill>
              </a:rPr>
              <a:t>IBM </a:t>
            </a:r>
            <a:r>
              <a:rPr lang="en-US" sz="800" dirty="0">
                <a:solidFill>
                  <a:srgbClr val="FFFFFF"/>
                </a:solidFill>
                <a:cs typeface="IBM Plex Sans"/>
              </a:rPr>
              <a:t>Cloud</a:t>
            </a:r>
            <a:r>
              <a:rPr lang="en-US" sz="800" dirty="0">
                <a:solidFill>
                  <a:srgbClr val="FFFFFF"/>
                </a:solidFill>
              </a:rPr>
              <a:t>/ DOC ID / Month XX, 2017 / © 2017 IBM Corporation</a:t>
            </a:r>
          </a:p>
        </p:txBody>
      </p:sp>
      <p:pic>
        <p:nvPicPr>
          <p:cNvPr id="10" name="Picture 9">
            <a:hlinkClick r:id="rId2" action="ppaction://hlinksldjump"/>
            <a:extLst>
              <a:ext uri="{FF2B5EF4-FFF2-40B4-BE49-F238E27FC236}">
                <a16:creationId xmlns:a16="http://schemas.microsoft.com/office/drawing/2014/main" id="{08DF82EC-B117-5047-BAC8-0D93BBE49349}"/>
              </a:ext>
            </a:extLst>
          </p:cNvPr>
          <p:cNvPicPr>
            <a:picLocks noChangeAspect="1"/>
          </p:cNvPicPr>
          <p:nvPr userDrawn="1"/>
        </p:nvPicPr>
        <p:blipFill>
          <a:blip r:embed="rId3"/>
          <a:stretch>
            <a:fillRect/>
          </a:stretch>
        </p:blipFill>
        <p:spPr>
          <a:xfrm>
            <a:off x="12034033" y="6700033"/>
            <a:ext cx="94087" cy="9408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p:cSld name="title, image">
    <p:spTree>
      <p:nvGrpSpPr>
        <p:cNvPr id="1" name=""/>
        <p:cNvGrpSpPr/>
        <p:nvPr/>
      </p:nvGrpSpPr>
      <p:grpSpPr>
        <a:xfrm>
          <a:off x="0" y="0"/>
          <a:ext cx="0" cy="0"/>
          <a:chOff x="0" y="0"/>
          <a:chExt cx="0" cy="0"/>
        </a:xfrm>
      </p:grpSpPr>
      <p:sp>
        <p:nvSpPr>
          <p:cNvPr id="8" name="Picture Placeholder 7"/>
          <p:cNvSpPr>
            <a:spLocks noGrp="1"/>
          </p:cNvSpPr>
          <p:nvPr>
            <p:ph type="pic" sz="quarter" idx="15"/>
          </p:nvPr>
        </p:nvSpPr>
        <p:spPr>
          <a:xfrm>
            <a:off x="6096000" y="0"/>
            <a:ext cx="6096000" cy="6858000"/>
          </a:xfrm>
        </p:spPr>
        <p:txBody>
          <a:bodyPr/>
          <a:lstStyle/>
          <a:p>
            <a:r>
              <a:rPr lang="en-US" dirty="0"/>
              <a:t>Drag picture to placeholder or click icon to add</a:t>
            </a:r>
          </a:p>
        </p:txBody>
      </p:sp>
      <p:sp>
        <p:nvSpPr>
          <p:cNvPr id="2" name="Title 1"/>
          <p:cNvSpPr>
            <a:spLocks noGrp="1"/>
          </p:cNvSpPr>
          <p:nvPr>
            <p:ph type="title"/>
          </p:nvPr>
        </p:nvSpPr>
        <p:spPr>
          <a:xfrm>
            <a:off x="304800" y="268225"/>
            <a:ext cx="5486400" cy="5870532"/>
          </a:xfrm>
        </p:spPr>
        <p:txBody>
          <a:bodyPr/>
          <a:lstStyle/>
          <a:p>
            <a:r>
              <a:rPr lang="en-US" dirty="0"/>
              <a:t>Click to edit Master title style</a:t>
            </a:r>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6" name="Footer Placeholder 3"/>
          <p:cNvSpPr txBox="1">
            <a:spLocks/>
          </p:cNvSpPr>
          <p:nvPr userDrawn="1"/>
        </p:nvSpPr>
        <p:spPr>
          <a:xfrm>
            <a:off x="304800" y="6526747"/>
            <a:ext cx="8534400" cy="182880"/>
          </a:xfrm>
          <a:prstGeom prst="rect">
            <a:avLst/>
          </a:prstGeom>
        </p:spPr>
        <p:txBody>
          <a:bodyPr anchor="ctr"/>
          <a:lstStyle>
            <a:defPPr>
              <a:defRPr lang="en-US"/>
            </a:defPPr>
            <a:lvl1pPr marL="0" algn="l" defTabSz="685800" rtl="0" eaLnBrk="1" latinLnBrk="0" hangingPunct="1">
              <a:defRPr sz="60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800" dirty="0">
                <a:solidFill>
                  <a:srgbClr val="FFFFFF"/>
                </a:solidFill>
              </a:rPr>
              <a:t>IBM </a:t>
            </a:r>
            <a:r>
              <a:rPr lang="en-US" sz="800" dirty="0">
                <a:solidFill>
                  <a:srgbClr val="FFFFFF"/>
                </a:solidFill>
                <a:cs typeface="IBM Plex Sans"/>
              </a:rPr>
              <a:t>Cloud</a:t>
            </a:r>
            <a:r>
              <a:rPr lang="en-US" sz="800" dirty="0">
                <a:solidFill>
                  <a:srgbClr val="FFFFFF"/>
                </a:solidFill>
              </a:rPr>
              <a:t>/ DOC ID / Month XX, 2017 / © 2017 IBM Corporation</a:t>
            </a:r>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insight, text, boxes">
    <p:spTree>
      <p:nvGrpSpPr>
        <p:cNvPr id="1" name=""/>
        <p:cNvGrpSpPr/>
        <p:nvPr/>
      </p:nvGrpSpPr>
      <p:grpSpPr>
        <a:xfrm>
          <a:off x="0" y="0"/>
          <a:ext cx="0" cy="0"/>
          <a:chOff x="0" y="0"/>
          <a:chExt cx="0" cy="0"/>
        </a:xfrm>
      </p:grpSpPr>
      <p:sp>
        <p:nvSpPr>
          <p:cNvPr id="14" name="Content Placeholder 13"/>
          <p:cNvSpPr>
            <a:spLocks noGrp="1"/>
          </p:cNvSpPr>
          <p:nvPr>
            <p:ph sz="quarter" idx="17"/>
          </p:nvPr>
        </p:nvSpPr>
        <p:spPr>
          <a:xfrm>
            <a:off x="6096001" y="3429000"/>
            <a:ext cx="6096000" cy="3429000"/>
          </a:xfrm>
          <a:solidFill>
            <a:srgbClr val="0064FF"/>
          </a:solidFill>
        </p:spPr>
        <p:txBody>
          <a:bodyPr lIns="228600" tIns="192024" rIns="228600" bIns="228600"/>
          <a:lstStyle>
            <a:lvl1pPr>
              <a:defRPr sz="1867">
                <a:solidFill>
                  <a:schemeClr val="bg2"/>
                </a:solidFill>
                <a:latin typeface="IBM Plex Sans SemiBold"/>
                <a:cs typeface="IBM Plex Sans SemiBold"/>
              </a:defRPr>
            </a:lvl1pPr>
          </a:lstStyle>
          <a:p>
            <a:pPr lvl="0"/>
            <a:r>
              <a:rPr lang="en-US" dirty="0"/>
              <a:t>Click to edit Master text styles</a:t>
            </a:r>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7" name="Text Placeholder 6"/>
          <p:cNvSpPr>
            <a:spLocks noGrp="1"/>
          </p:cNvSpPr>
          <p:nvPr>
            <p:ph type="body" sz="quarter" idx="14"/>
          </p:nvPr>
        </p:nvSpPr>
        <p:spPr>
          <a:xfrm>
            <a:off x="304800" y="1463041"/>
            <a:ext cx="5486400" cy="4651641"/>
          </a:xfrm>
        </p:spPr>
        <p:txBody>
          <a:bodyPr/>
          <a:lstStyle>
            <a:lvl1pPr>
              <a:defRPr sz="2133"/>
            </a:lvl1pPr>
            <a:lvl2pPr>
              <a:defRPr sz="1867"/>
            </a:lvl2pPr>
            <a:lvl3pPr>
              <a:defRPr sz="1867"/>
            </a:lvl3pPr>
            <a:lvl4pPr>
              <a:defRPr sz="1867"/>
            </a:lvl4pPr>
            <a:lvl5pPr>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7"/>
          <p:cNvSpPr>
            <a:spLocks noGrp="1"/>
          </p:cNvSpPr>
          <p:nvPr>
            <p:ph sz="quarter" idx="15"/>
          </p:nvPr>
        </p:nvSpPr>
        <p:spPr>
          <a:xfrm>
            <a:off x="9144000" y="0"/>
            <a:ext cx="3048000" cy="3429000"/>
          </a:xfrm>
          <a:solidFill>
            <a:srgbClr val="393939"/>
          </a:solidFill>
        </p:spPr>
        <p:txBody>
          <a:bodyPr lIns="228600" tIns="192024" rIns="228600" bIns="228600"/>
          <a:lstStyle>
            <a:lvl1pPr>
              <a:defRPr sz="1867">
                <a:solidFill>
                  <a:schemeClr val="bg2"/>
                </a:solidFill>
                <a:latin typeface="IBM Plex Sans SemiBold"/>
                <a:cs typeface="IBM Plex Sans SemiBold"/>
              </a:defRPr>
            </a:lvl1pPr>
          </a:lstStyle>
          <a:p>
            <a:pPr lvl="0"/>
            <a:r>
              <a:rPr lang="en-US" dirty="0"/>
              <a:t>Click to edit Master text styles</a:t>
            </a:r>
          </a:p>
        </p:txBody>
      </p:sp>
      <p:sp>
        <p:nvSpPr>
          <p:cNvPr id="10" name="Content Placeholder 9"/>
          <p:cNvSpPr>
            <a:spLocks noGrp="1"/>
          </p:cNvSpPr>
          <p:nvPr>
            <p:ph sz="quarter" idx="16"/>
          </p:nvPr>
        </p:nvSpPr>
        <p:spPr>
          <a:xfrm>
            <a:off x="6096000" y="0"/>
            <a:ext cx="3048000" cy="3429000"/>
          </a:xfrm>
          <a:solidFill>
            <a:srgbClr val="001689"/>
          </a:solidFill>
        </p:spPr>
        <p:txBody>
          <a:bodyPr lIns="228600" tIns="192024" rIns="228600" bIns="228600"/>
          <a:lstStyle>
            <a:lvl1pPr>
              <a:defRPr sz="1867">
                <a:solidFill>
                  <a:schemeClr val="bg2"/>
                </a:solidFill>
                <a:latin typeface="IBM Plex Sans SemiBold"/>
                <a:cs typeface="IBM Plex Sans SemiBold"/>
              </a:defRPr>
            </a:lvl1pPr>
          </a:lstStyle>
          <a:p>
            <a:pPr lvl="0"/>
            <a:r>
              <a:rPr lang="en-US" dirty="0"/>
              <a:t>Click to edit Master text styles</a:t>
            </a:r>
          </a:p>
        </p:txBody>
      </p:sp>
      <p:sp>
        <p:nvSpPr>
          <p:cNvPr id="9" name="Footer Placeholder 3"/>
          <p:cNvSpPr txBox="1">
            <a:spLocks/>
          </p:cNvSpPr>
          <p:nvPr userDrawn="1"/>
        </p:nvSpPr>
        <p:spPr>
          <a:xfrm>
            <a:off x="304800" y="6526747"/>
            <a:ext cx="8534400" cy="182880"/>
          </a:xfrm>
          <a:prstGeom prst="rect">
            <a:avLst/>
          </a:prstGeom>
        </p:spPr>
        <p:txBody>
          <a:bodyPr anchor="ctr"/>
          <a:lstStyle>
            <a:defPPr>
              <a:defRPr lang="en-US"/>
            </a:defPPr>
            <a:lvl1pPr marL="0" algn="l" defTabSz="685800" rtl="0" eaLnBrk="1" latinLnBrk="0" hangingPunct="1">
              <a:defRPr sz="60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800" dirty="0">
                <a:solidFill>
                  <a:srgbClr val="FFFFFF"/>
                </a:solidFill>
              </a:rPr>
              <a:t>IBM </a:t>
            </a:r>
            <a:r>
              <a:rPr lang="en-US" sz="800" dirty="0">
                <a:solidFill>
                  <a:srgbClr val="FFFFFF"/>
                </a:solidFill>
                <a:cs typeface="IBM Plex Sans"/>
              </a:rPr>
              <a:t>Cloud</a:t>
            </a:r>
            <a:r>
              <a:rPr lang="en-US" sz="800" dirty="0">
                <a:solidFill>
                  <a:srgbClr val="FFFFFF"/>
                </a:solidFill>
              </a:rPr>
              <a:t>/ © 2018 IBM Corporation</a:t>
            </a:r>
          </a:p>
        </p:txBody>
      </p:sp>
      <p:sp>
        <p:nvSpPr>
          <p:cNvPr id="11" name="Title Placeholder 1"/>
          <p:cNvSpPr>
            <a:spLocks noGrp="1"/>
          </p:cNvSpPr>
          <p:nvPr>
            <p:ph type="title"/>
          </p:nvPr>
        </p:nvSpPr>
        <p:spPr>
          <a:xfrm>
            <a:off x="304800" y="304801"/>
            <a:ext cx="5486400" cy="476841"/>
          </a:xfrm>
          <a:prstGeom prst="rect">
            <a:avLst/>
          </a:prstGeom>
        </p:spPr>
        <p:txBody>
          <a:bodyPr vert="horz" lIns="0" tIns="0" rIns="0" bIns="0" rtlCol="0" anchor="t" anchorCtr="0">
            <a:noAutofit/>
          </a:bodyPr>
          <a:lstStyle/>
          <a:p>
            <a:r>
              <a:rPr lang="en-US" noProof="0" dirty="0"/>
              <a:t>Click to edit Master title style</a:t>
            </a:r>
          </a:p>
        </p:txBody>
      </p:sp>
      <p:pic>
        <p:nvPicPr>
          <p:cNvPr id="13" name="Picture 12">
            <a:hlinkClick r:id="rId2" action="ppaction://hlinksldjump"/>
            <a:extLst>
              <a:ext uri="{FF2B5EF4-FFF2-40B4-BE49-F238E27FC236}">
                <a16:creationId xmlns:a16="http://schemas.microsoft.com/office/drawing/2014/main" id="{AD9E5F20-704D-E647-A10E-418097434130}"/>
              </a:ext>
            </a:extLst>
          </p:cNvPr>
          <p:cNvPicPr>
            <a:picLocks noChangeAspect="1"/>
          </p:cNvPicPr>
          <p:nvPr userDrawn="1"/>
        </p:nvPicPr>
        <p:blipFill>
          <a:blip r:embed="rId3"/>
          <a:stretch>
            <a:fillRect/>
          </a:stretch>
        </p:blipFill>
        <p:spPr>
          <a:xfrm>
            <a:off x="12034033" y="6700033"/>
            <a:ext cx="94087" cy="9408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1_insight, text, boxes">
    <p:spTree>
      <p:nvGrpSpPr>
        <p:cNvPr id="1" name=""/>
        <p:cNvGrpSpPr/>
        <p:nvPr/>
      </p:nvGrpSpPr>
      <p:grpSpPr>
        <a:xfrm>
          <a:off x="0" y="0"/>
          <a:ext cx="0" cy="0"/>
          <a:chOff x="0" y="0"/>
          <a:chExt cx="0" cy="0"/>
        </a:xfrm>
      </p:grpSpPr>
      <p:sp>
        <p:nvSpPr>
          <p:cNvPr id="14" name="Content Placeholder 13"/>
          <p:cNvSpPr>
            <a:spLocks noGrp="1"/>
          </p:cNvSpPr>
          <p:nvPr>
            <p:ph sz="quarter" idx="17"/>
          </p:nvPr>
        </p:nvSpPr>
        <p:spPr>
          <a:xfrm>
            <a:off x="6096002" y="3429000"/>
            <a:ext cx="3047999" cy="3429000"/>
          </a:xfrm>
          <a:solidFill>
            <a:srgbClr val="393939"/>
          </a:solidFill>
        </p:spPr>
        <p:txBody>
          <a:bodyPr lIns="228600" tIns="192024" rIns="228600" bIns="228600"/>
          <a:lstStyle>
            <a:lvl1pPr>
              <a:defRPr sz="1867">
                <a:solidFill>
                  <a:schemeClr val="bg2"/>
                </a:solidFill>
              </a:defRPr>
            </a:lvl1pPr>
          </a:lstStyle>
          <a:p>
            <a:pPr lvl="0"/>
            <a:r>
              <a:rPr lang="en-US"/>
              <a:t>Click to edit Master text styles</a:t>
            </a:r>
          </a:p>
        </p:txBody>
      </p:sp>
      <p:sp>
        <p:nvSpPr>
          <p:cNvPr id="8" name="Content Placeholder 7"/>
          <p:cNvSpPr>
            <a:spLocks noGrp="1"/>
          </p:cNvSpPr>
          <p:nvPr>
            <p:ph sz="quarter" idx="15"/>
          </p:nvPr>
        </p:nvSpPr>
        <p:spPr>
          <a:xfrm>
            <a:off x="9144000" y="3429000"/>
            <a:ext cx="3048000" cy="3429000"/>
          </a:xfrm>
          <a:solidFill>
            <a:srgbClr val="0064FF"/>
          </a:solidFill>
        </p:spPr>
        <p:txBody>
          <a:bodyPr lIns="228600" tIns="192024" rIns="228600" bIns="228600"/>
          <a:lstStyle>
            <a:lvl1pPr>
              <a:defRPr sz="1867">
                <a:solidFill>
                  <a:schemeClr val="bg2"/>
                </a:solidFill>
              </a:defRPr>
            </a:lvl1pPr>
          </a:lstStyle>
          <a:p>
            <a:pPr lvl="0"/>
            <a:r>
              <a:rPr lang="en-US"/>
              <a:t>Click to edit Master text styles</a:t>
            </a:r>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7" name="Text Placeholder 6"/>
          <p:cNvSpPr>
            <a:spLocks noGrp="1"/>
          </p:cNvSpPr>
          <p:nvPr>
            <p:ph type="body" sz="quarter" idx="14"/>
          </p:nvPr>
        </p:nvSpPr>
        <p:spPr>
          <a:xfrm>
            <a:off x="304800" y="1463041"/>
            <a:ext cx="5486400" cy="4651641"/>
          </a:xfrm>
        </p:spPr>
        <p:txBody>
          <a:bodyPr/>
          <a:lstStyle>
            <a:lvl1pPr>
              <a:defRPr sz="2133"/>
            </a:lvl1pPr>
            <a:lvl2pPr>
              <a:defRPr sz="1867"/>
            </a:lvl2pPr>
            <a:lvl3pPr>
              <a:defRPr sz="1867"/>
            </a:lvl3pPr>
            <a:lvl4pPr>
              <a:defRPr sz="1867"/>
            </a:lvl4pPr>
            <a:lvl5pPr>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9"/>
          <p:cNvSpPr>
            <a:spLocks noGrp="1"/>
          </p:cNvSpPr>
          <p:nvPr>
            <p:ph sz="quarter" idx="16"/>
          </p:nvPr>
        </p:nvSpPr>
        <p:spPr>
          <a:xfrm>
            <a:off x="6096000" y="0"/>
            <a:ext cx="6096000" cy="3429000"/>
          </a:xfrm>
          <a:solidFill>
            <a:srgbClr val="000F5E"/>
          </a:solidFill>
        </p:spPr>
        <p:txBody>
          <a:bodyPr lIns="228600" tIns="192024" rIns="228600" bIns="228600"/>
          <a:lstStyle>
            <a:lvl1pPr>
              <a:defRPr sz="1867">
                <a:solidFill>
                  <a:srgbClr val="FFFFFF"/>
                </a:solidFill>
                <a:latin typeface="IBM Plex Sans SemiBold"/>
                <a:cs typeface="IBM Plex Sans SemiBold"/>
              </a:defRPr>
            </a:lvl1pPr>
          </a:lstStyle>
          <a:p>
            <a:pPr lvl="0"/>
            <a:r>
              <a:rPr lang="en-US" dirty="0"/>
              <a:t>Click to edit Master text styles</a:t>
            </a:r>
          </a:p>
        </p:txBody>
      </p:sp>
      <p:sp>
        <p:nvSpPr>
          <p:cNvPr id="9" name="Footer Placeholder 3"/>
          <p:cNvSpPr txBox="1">
            <a:spLocks/>
          </p:cNvSpPr>
          <p:nvPr userDrawn="1"/>
        </p:nvSpPr>
        <p:spPr>
          <a:xfrm>
            <a:off x="304800" y="6526747"/>
            <a:ext cx="8534400" cy="182880"/>
          </a:xfrm>
          <a:prstGeom prst="rect">
            <a:avLst/>
          </a:prstGeom>
        </p:spPr>
        <p:txBody>
          <a:bodyPr anchor="ctr"/>
          <a:lstStyle>
            <a:defPPr>
              <a:defRPr lang="en-US"/>
            </a:defPPr>
            <a:lvl1pPr marL="0" algn="l" defTabSz="685800" rtl="0" eaLnBrk="1" latinLnBrk="0" hangingPunct="1">
              <a:defRPr sz="60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800" dirty="0">
                <a:solidFill>
                  <a:srgbClr val="FFFFFF"/>
                </a:solidFill>
              </a:rPr>
              <a:t>IBM </a:t>
            </a:r>
            <a:r>
              <a:rPr lang="en-US" sz="800" dirty="0">
                <a:solidFill>
                  <a:srgbClr val="FFFFFF"/>
                </a:solidFill>
                <a:cs typeface="IBM Plex Sans"/>
              </a:rPr>
              <a:t>Cloud</a:t>
            </a:r>
            <a:r>
              <a:rPr lang="en-US" sz="800" dirty="0">
                <a:solidFill>
                  <a:srgbClr val="FFFFFF"/>
                </a:solidFill>
              </a:rPr>
              <a:t>/ DOC ID / Month XX, 2017 / © 2017 IBM Corporation</a:t>
            </a:r>
          </a:p>
        </p:txBody>
      </p:sp>
      <p:sp>
        <p:nvSpPr>
          <p:cNvPr id="11" name="Title Placeholder 1"/>
          <p:cNvSpPr>
            <a:spLocks noGrp="1"/>
          </p:cNvSpPr>
          <p:nvPr>
            <p:ph type="title"/>
          </p:nvPr>
        </p:nvSpPr>
        <p:spPr>
          <a:xfrm>
            <a:off x="304800" y="304801"/>
            <a:ext cx="5486400" cy="476841"/>
          </a:xfrm>
          <a:prstGeom prst="rect">
            <a:avLst/>
          </a:prstGeom>
        </p:spPr>
        <p:txBody>
          <a:bodyPr vert="horz" lIns="0" tIns="0" rIns="0" bIns="0" rtlCol="0" anchor="t" anchorCtr="0">
            <a:noAutofit/>
          </a:bodyPr>
          <a:lstStyle/>
          <a:p>
            <a:r>
              <a:rPr lang="en-US" noProof="0" dirty="0"/>
              <a:t>Click to edit Master title style</a:t>
            </a:r>
          </a:p>
        </p:txBody>
      </p:sp>
      <p:pic>
        <p:nvPicPr>
          <p:cNvPr id="13" name="Picture 12">
            <a:hlinkClick r:id="rId2" action="ppaction://hlinksldjump"/>
            <a:extLst>
              <a:ext uri="{FF2B5EF4-FFF2-40B4-BE49-F238E27FC236}">
                <a16:creationId xmlns:a16="http://schemas.microsoft.com/office/drawing/2014/main" id="{B304BAE2-6D95-3641-96C5-E0E06A46B9BE}"/>
              </a:ext>
            </a:extLst>
          </p:cNvPr>
          <p:cNvPicPr>
            <a:picLocks noChangeAspect="1"/>
          </p:cNvPicPr>
          <p:nvPr userDrawn="1"/>
        </p:nvPicPr>
        <p:blipFill>
          <a:blip r:embed="rId3"/>
          <a:stretch>
            <a:fillRect/>
          </a:stretch>
        </p:blipFill>
        <p:spPr>
          <a:xfrm>
            <a:off x="12034033" y="6700033"/>
            <a:ext cx="94087" cy="9408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Title and two text boxes, two colored boxes">
    <p:spTree>
      <p:nvGrpSpPr>
        <p:cNvPr id="1" name=""/>
        <p:cNvGrpSpPr/>
        <p:nvPr/>
      </p:nvGrpSpPr>
      <p:grpSpPr>
        <a:xfrm>
          <a:off x="0" y="0"/>
          <a:ext cx="0" cy="0"/>
          <a:chOff x="0" y="0"/>
          <a:chExt cx="0" cy="0"/>
        </a:xfrm>
      </p:grpSpPr>
      <p:sp>
        <p:nvSpPr>
          <p:cNvPr id="2" name="Rectangle 1"/>
          <p:cNvSpPr/>
          <p:nvPr userDrawn="1"/>
        </p:nvSpPr>
        <p:spPr>
          <a:xfrm>
            <a:off x="6096001" y="1"/>
            <a:ext cx="6096001" cy="3428999"/>
          </a:xfrm>
          <a:prstGeom prst="rect">
            <a:avLst/>
          </a:prstGeom>
          <a:solidFill>
            <a:srgbClr val="0066FF"/>
          </a:solidFill>
        </p:spPr>
        <p:txBody>
          <a:bodyPr wrap="square" lIns="0" tIns="0" rIns="0" bIns="0" rtlCol="0" anchor="ctr">
            <a:noAutofit/>
          </a:bodyPr>
          <a:lstStyle/>
          <a:p>
            <a:pPr algn="ctr" defTabSz="914377"/>
            <a:endParaRPr lang="en-US" sz="1600" dirty="0">
              <a:solidFill>
                <a:srgbClr val="FFFFFF"/>
              </a:solidFill>
              <a:cs typeface="IBM Plex Sans"/>
            </a:endParaRPr>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12" name="Text Placeholder 11"/>
          <p:cNvSpPr>
            <a:spLocks noGrp="1"/>
          </p:cNvSpPr>
          <p:nvPr>
            <p:ph type="body" sz="quarter" idx="13"/>
          </p:nvPr>
        </p:nvSpPr>
        <p:spPr>
          <a:xfrm>
            <a:off x="304800" y="304801"/>
            <a:ext cx="5486400" cy="400049"/>
          </a:xfrm>
        </p:spPr>
        <p:txBody>
          <a:bodyPr/>
          <a:lstStyle>
            <a:lvl1pPr>
              <a:defRPr sz="3200">
                <a:latin typeface="IBM Plex Sans SemiBold"/>
                <a:cs typeface="IBM Plex Sans SemiBold"/>
              </a:defRPr>
            </a:lvl1pPr>
          </a:lstStyle>
          <a:p>
            <a:pPr lvl="0"/>
            <a:r>
              <a:rPr lang="en-US" dirty="0"/>
              <a:t>Click to edit Master text styles</a:t>
            </a:r>
          </a:p>
        </p:txBody>
      </p:sp>
      <p:sp>
        <p:nvSpPr>
          <p:cNvPr id="7" name="Text Placeholder 6"/>
          <p:cNvSpPr>
            <a:spLocks noGrp="1"/>
          </p:cNvSpPr>
          <p:nvPr>
            <p:ph type="body" sz="quarter" idx="14"/>
          </p:nvPr>
        </p:nvSpPr>
        <p:spPr>
          <a:xfrm>
            <a:off x="304800" y="1061157"/>
            <a:ext cx="5486400" cy="2367843"/>
          </a:xfrm>
        </p:spPr>
        <p:txBody>
          <a:bodyPr/>
          <a:lstStyle>
            <a:lvl1pPr>
              <a:defRPr sz="1867"/>
            </a:lvl1pPr>
            <a:lvl2pPr>
              <a:defRPr sz="1467"/>
            </a:lvl2pPr>
            <a:lvl3pPr>
              <a:defRPr sz="1467"/>
            </a:lvl3pPr>
            <a:lvl4pPr>
              <a:defRPr sz="1467"/>
            </a:lvl4pPr>
            <a:lvl5pPr>
              <a:defRPr sz="14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Rectangle 10"/>
          <p:cNvSpPr/>
          <p:nvPr userDrawn="1"/>
        </p:nvSpPr>
        <p:spPr>
          <a:xfrm>
            <a:off x="6096001" y="3429001"/>
            <a:ext cx="6096001" cy="3428999"/>
          </a:xfrm>
          <a:prstGeom prst="rect">
            <a:avLst/>
          </a:prstGeom>
          <a:solidFill>
            <a:srgbClr val="000F5E"/>
          </a:solidFill>
          <a:ln>
            <a:noFill/>
          </a:ln>
        </p:spPr>
        <p:txBody>
          <a:bodyPr wrap="square" lIns="0" tIns="0" rIns="0" bIns="0" rtlCol="0" anchor="ctr">
            <a:noAutofit/>
          </a:bodyPr>
          <a:lstStyle/>
          <a:p>
            <a:pPr algn="ctr" defTabSz="914377"/>
            <a:endParaRPr lang="en-US" sz="1600" dirty="0">
              <a:solidFill>
                <a:srgbClr val="FFFFFF"/>
              </a:solidFill>
              <a:cs typeface="IBM Plex Sans"/>
            </a:endParaRPr>
          </a:p>
        </p:txBody>
      </p:sp>
      <p:sp>
        <p:nvSpPr>
          <p:cNvPr id="13" name="Text Placeholder 6"/>
          <p:cNvSpPr>
            <a:spLocks noGrp="1"/>
          </p:cNvSpPr>
          <p:nvPr>
            <p:ph type="body" sz="quarter" idx="15"/>
          </p:nvPr>
        </p:nvSpPr>
        <p:spPr>
          <a:xfrm>
            <a:off x="304800" y="3733800"/>
            <a:ext cx="5486400" cy="2367843"/>
          </a:xfrm>
        </p:spPr>
        <p:txBody>
          <a:bodyPr/>
          <a:lstStyle>
            <a:lvl1pPr>
              <a:defRPr sz="1867"/>
            </a:lvl1pPr>
            <a:lvl2pPr>
              <a:defRPr sz="1467"/>
            </a:lvl2pPr>
            <a:lvl3pPr>
              <a:defRPr sz="1467"/>
            </a:lvl3pPr>
            <a:lvl4pPr>
              <a:defRPr sz="1467"/>
            </a:lvl4pPr>
            <a:lvl5pPr>
              <a:defRPr sz="14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3"/>
          <p:cNvSpPr>
            <a:spLocks noGrp="1"/>
          </p:cNvSpPr>
          <p:nvPr>
            <p:ph type="ftr" sz="quarter" idx="11"/>
          </p:nvPr>
        </p:nvSpPr>
        <p:spPr>
          <a:xfrm>
            <a:off x="304800" y="6526747"/>
            <a:ext cx="8534400" cy="182880"/>
          </a:xfrm>
        </p:spPr>
        <p:txBody>
          <a:bodyPr/>
          <a:lstStyle/>
          <a:p>
            <a:r>
              <a:rPr lang="en-US" dirty="0">
                <a:solidFill>
                  <a:srgbClr val="FFFFFF"/>
                </a:solidFill>
              </a:rPr>
              <a:t>IBM </a:t>
            </a:r>
            <a:r>
              <a:rPr lang="en-US" dirty="0">
                <a:solidFill>
                  <a:srgbClr val="FFFFFF"/>
                </a:solidFill>
                <a:cs typeface="IBM Plex Sans"/>
              </a:rPr>
              <a:t>Cloud</a:t>
            </a:r>
            <a:r>
              <a:rPr lang="en-US" dirty="0">
                <a:solidFill>
                  <a:srgbClr val="FFFFFF"/>
                </a:solidFill>
              </a:rPr>
              <a:t>/ DOC ID / Month XX, 2017 / © 2017 IBM Corporation</a:t>
            </a:r>
          </a:p>
        </p:txBody>
      </p:sp>
      <p:pic>
        <p:nvPicPr>
          <p:cNvPr id="14" name="Picture 13">
            <a:hlinkClick r:id="rId2" action="ppaction://hlinksldjump"/>
            <a:extLst>
              <a:ext uri="{FF2B5EF4-FFF2-40B4-BE49-F238E27FC236}">
                <a16:creationId xmlns:a16="http://schemas.microsoft.com/office/drawing/2014/main" id="{AAE5E8BC-13BC-494A-9819-8878D177A0E8}"/>
              </a:ext>
            </a:extLst>
          </p:cNvPr>
          <p:cNvPicPr>
            <a:picLocks noChangeAspect="1"/>
          </p:cNvPicPr>
          <p:nvPr userDrawn="1"/>
        </p:nvPicPr>
        <p:blipFill>
          <a:blip r:embed="rId3"/>
          <a:stretch>
            <a:fillRect/>
          </a:stretch>
        </p:blipFill>
        <p:spPr>
          <a:xfrm>
            <a:off x="12034033" y="6700033"/>
            <a:ext cx="94087" cy="9408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5_Title and two text boxes, two colored boxes">
    <p:bg>
      <p:bgPr>
        <a:solidFill>
          <a:schemeClr val="bg2"/>
        </a:solidFill>
        <a:effectLst/>
      </p:bgPr>
    </p:bg>
    <p:spTree>
      <p:nvGrpSpPr>
        <p:cNvPr id="1" name=""/>
        <p:cNvGrpSpPr/>
        <p:nvPr/>
      </p:nvGrpSpPr>
      <p:grpSpPr>
        <a:xfrm>
          <a:off x="0" y="0"/>
          <a:ext cx="0" cy="0"/>
          <a:chOff x="0" y="0"/>
          <a:chExt cx="0" cy="0"/>
        </a:xfrm>
      </p:grpSpPr>
      <p:sp>
        <p:nvSpPr>
          <p:cNvPr id="2" name="Rectangle 1"/>
          <p:cNvSpPr/>
          <p:nvPr userDrawn="1"/>
        </p:nvSpPr>
        <p:spPr>
          <a:xfrm>
            <a:off x="6096001" y="1"/>
            <a:ext cx="6096001" cy="3428999"/>
          </a:xfrm>
          <a:prstGeom prst="rect">
            <a:avLst/>
          </a:prstGeom>
          <a:solidFill>
            <a:srgbClr val="0066FF"/>
          </a:solidFill>
        </p:spPr>
        <p:txBody>
          <a:bodyPr wrap="square" lIns="0" tIns="0" rIns="0" bIns="0" rtlCol="0" anchor="ctr">
            <a:noAutofit/>
          </a:bodyPr>
          <a:lstStyle/>
          <a:p>
            <a:pPr algn="ctr" defTabSz="914377"/>
            <a:endParaRPr lang="en-US" sz="1600" dirty="0">
              <a:solidFill>
                <a:srgbClr val="FFFFFF"/>
              </a:solidFill>
              <a:cs typeface="IBM Plex Sans"/>
            </a:endParaRPr>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12" name="Text Placeholder 11"/>
          <p:cNvSpPr>
            <a:spLocks noGrp="1"/>
          </p:cNvSpPr>
          <p:nvPr>
            <p:ph type="body" sz="quarter" idx="13"/>
          </p:nvPr>
        </p:nvSpPr>
        <p:spPr>
          <a:xfrm>
            <a:off x="304800" y="304801"/>
            <a:ext cx="5486400" cy="400049"/>
          </a:xfrm>
        </p:spPr>
        <p:txBody>
          <a:bodyPr/>
          <a:lstStyle>
            <a:lvl1pPr>
              <a:defRPr sz="3200">
                <a:solidFill>
                  <a:srgbClr val="000000"/>
                </a:solidFill>
                <a:latin typeface="IBM Plex Sans SemiBold"/>
                <a:cs typeface="IBM Plex Sans SemiBold"/>
              </a:defRPr>
            </a:lvl1pPr>
          </a:lstStyle>
          <a:p>
            <a:pPr lvl="0"/>
            <a:r>
              <a:rPr lang="en-US" dirty="0"/>
              <a:t>Click to edit Master text styles</a:t>
            </a:r>
          </a:p>
        </p:txBody>
      </p:sp>
      <p:sp>
        <p:nvSpPr>
          <p:cNvPr id="7" name="Text Placeholder 6"/>
          <p:cNvSpPr>
            <a:spLocks noGrp="1"/>
          </p:cNvSpPr>
          <p:nvPr>
            <p:ph type="body" sz="quarter" idx="14"/>
          </p:nvPr>
        </p:nvSpPr>
        <p:spPr>
          <a:xfrm>
            <a:off x="6400800" y="448801"/>
            <a:ext cx="5486400" cy="2304191"/>
          </a:xfrm>
        </p:spPr>
        <p:txBody>
          <a:bodyPr/>
          <a:lstStyle>
            <a:lvl1pPr>
              <a:defRPr sz="1867"/>
            </a:lvl1pPr>
            <a:lvl2pPr>
              <a:defRPr sz="1467"/>
            </a:lvl2pPr>
            <a:lvl3pPr>
              <a:defRPr sz="1467"/>
            </a:lvl3pPr>
            <a:lvl4pPr>
              <a:defRPr sz="1467"/>
            </a:lvl4pPr>
            <a:lvl5pPr>
              <a:defRPr sz="14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Rectangle 10"/>
          <p:cNvSpPr/>
          <p:nvPr userDrawn="1"/>
        </p:nvSpPr>
        <p:spPr>
          <a:xfrm>
            <a:off x="6096001" y="3429001"/>
            <a:ext cx="6096001" cy="3428999"/>
          </a:xfrm>
          <a:prstGeom prst="rect">
            <a:avLst/>
          </a:prstGeom>
          <a:solidFill>
            <a:srgbClr val="000F5E"/>
          </a:solidFill>
          <a:ln>
            <a:noFill/>
          </a:ln>
        </p:spPr>
        <p:txBody>
          <a:bodyPr wrap="square" lIns="0" tIns="0" rIns="0" bIns="0" rtlCol="0" anchor="ctr">
            <a:noAutofit/>
          </a:bodyPr>
          <a:lstStyle/>
          <a:p>
            <a:pPr algn="ctr" defTabSz="914377"/>
            <a:endParaRPr lang="en-US" sz="1600" dirty="0">
              <a:solidFill>
                <a:srgbClr val="FFFFFF"/>
              </a:solidFill>
              <a:cs typeface="IBM Plex Sans"/>
            </a:endParaRPr>
          </a:p>
        </p:txBody>
      </p:sp>
      <p:sp>
        <p:nvSpPr>
          <p:cNvPr id="13" name="Text Placeholder 6"/>
          <p:cNvSpPr>
            <a:spLocks noGrp="1"/>
          </p:cNvSpPr>
          <p:nvPr>
            <p:ph type="body" sz="quarter" idx="15"/>
          </p:nvPr>
        </p:nvSpPr>
        <p:spPr>
          <a:xfrm>
            <a:off x="6400800" y="3879512"/>
            <a:ext cx="5486400" cy="2018109"/>
          </a:xfrm>
        </p:spPr>
        <p:txBody>
          <a:bodyPr/>
          <a:lstStyle>
            <a:lvl1pPr>
              <a:defRPr sz="1867"/>
            </a:lvl1pPr>
            <a:lvl2pPr>
              <a:defRPr sz="1467"/>
            </a:lvl2pPr>
            <a:lvl3pPr>
              <a:defRPr sz="1467"/>
            </a:lvl3pPr>
            <a:lvl4pPr>
              <a:defRPr sz="1467"/>
            </a:lvl4pPr>
            <a:lvl5pPr>
              <a:defRPr sz="14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3"/>
          <p:cNvSpPr>
            <a:spLocks noGrp="1"/>
          </p:cNvSpPr>
          <p:nvPr>
            <p:ph type="ftr" sz="quarter" idx="11"/>
          </p:nvPr>
        </p:nvSpPr>
        <p:spPr>
          <a:xfrm>
            <a:off x="304800" y="6526747"/>
            <a:ext cx="8534400" cy="182880"/>
          </a:xfrm>
        </p:spPr>
        <p:txBody>
          <a:bodyPr/>
          <a:lstStyle/>
          <a:p>
            <a:r>
              <a:rPr lang="en-US" dirty="0">
                <a:solidFill>
                  <a:srgbClr val="FFFFFF"/>
                </a:solidFill>
              </a:rPr>
              <a:t>IBM </a:t>
            </a:r>
            <a:r>
              <a:rPr lang="en-US" dirty="0">
                <a:solidFill>
                  <a:srgbClr val="FFFFFF"/>
                </a:solidFill>
                <a:cs typeface="IBM Plex Sans"/>
              </a:rPr>
              <a:t>Cloud</a:t>
            </a:r>
            <a:r>
              <a:rPr lang="en-US" dirty="0">
                <a:solidFill>
                  <a:srgbClr val="FFFFFF"/>
                </a:solidFill>
              </a:rPr>
              <a:t>/ DOC ID / Month XX, 2017 / © 2017 IBM Corporation</a:t>
            </a:r>
          </a:p>
        </p:txBody>
      </p:sp>
      <p:pic>
        <p:nvPicPr>
          <p:cNvPr id="14" name="Picture 13">
            <a:hlinkClick r:id="rId2" action="ppaction://hlinksldjump"/>
            <a:extLst>
              <a:ext uri="{FF2B5EF4-FFF2-40B4-BE49-F238E27FC236}">
                <a16:creationId xmlns:a16="http://schemas.microsoft.com/office/drawing/2014/main" id="{47C118DA-B7D9-7C43-AA35-65B47FD79803}"/>
              </a:ext>
            </a:extLst>
          </p:cNvPr>
          <p:cNvPicPr>
            <a:picLocks noChangeAspect="1"/>
          </p:cNvPicPr>
          <p:nvPr userDrawn="1"/>
        </p:nvPicPr>
        <p:blipFill>
          <a:blip r:embed="rId3"/>
          <a:stretch>
            <a:fillRect/>
          </a:stretch>
        </p:blipFill>
        <p:spPr>
          <a:xfrm>
            <a:off x="12034033" y="6700033"/>
            <a:ext cx="94087" cy="9408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1_Title and two text boxes, two colored boxes">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12" name="Text Placeholder 11"/>
          <p:cNvSpPr>
            <a:spLocks noGrp="1"/>
          </p:cNvSpPr>
          <p:nvPr>
            <p:ph type="body" sz="quarter" idx="13"/>
          </p:nvPr>
        </p:nvSpPr>
        <p:spPr>
          <a:xfrm>
            <a:off x="304800" y="304801"/>
            <a:ext cx="5486400" cy="400049"/>
          </a:xfrm>
        </p:spPr>
        <p:txBody>
          <a:bodyPr/>
          <a:lstStyle>
            <a:lvl1pPr>
              <a:defRPr sz="3200">
                <a:latin typeface="IBM Plex Sans SemiBold"/>
                <a:cs typeface="IBM Plex Sans SemiBold"/>
              </a:defRPr>
            </a:lvl1pPr>
          </a:lstStyle>
          <a:p>
            <a:pPr lvl="0"/>
            <a:r>
              <a:rPr lang="en-US" dirty="0"/>
              <a:t>Click to edit Master text styles</a:t>
            </a:r>
          </a:p>
        </p:txBody>
      </p:sp>
      <p:sp>
        <p:nvSpPr>
          <p:cNvPr id="7" name="Text Placeholder 6"/>
          <p:cNvSpPr>
            <a:spLocks noGrp="1"/>
          </p:cNvSpPr>
          <p:nvPr>
            <p:ph type="body" sz="quarter" idx="14"/>
          </p:nvPr>
        </p:nvSpPr>
        <p:spPr>
          <a:xfrm>
            <a:off x="304800" y="1061157"/>
            <a:ext cx="5486400" cy="2367843"/>
          </a:xfrm>
        </p:spPr>
        <p:txBody>
          <a:bodyPr/>
          <a:lstStyle>
            <a:lvl1pPr>
              <a:defRPr sz="1867"/>
            </a:lvl1pPr>
            <a:lvl2pPr>
              <a:defRPr sz="1467"/>
            </a:lvl2pPr>
            <a:lvl3pPr>
              <a:defRPr sz="1467"/>
            </a:lvl3pPr>
            <a:lvl4pPr>
              <a:defRPr sz="1467"/>
            </a:lvl4pPr>
            <a:lvl5pPr>
              <a:defRPr sz="14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Rectangle 10"/>
          <p:cNvSpPr/>
          <p:nvPr userDrawn="1"/>
        </p:nvSpPr>
        <p:spPr>
          <a:xfrm>
            <a:off x="6096001" y="1"/>
            <a:ext cx="6096001" cy="6857999"/>
          </a:xfrm>
          <a:prstGeom prst="rect">
            <a:avLst/>
          </a:prstGeom>
          <a:solidFill>
            <a:srgbClr val="000F5E"/>
          </a:solidFill>
        </p:spPr>
        <p:txBody>
          <a:bodyPr wrap="square" lIns="0" tIns="0" rIns="0" bIns="0" rtlCol="0" anchor="ctr">
            <a:noAutofit/>
          </a:bodyPr>
          <a:lstStyle/>
          <a:p>
            <a:pPr algn="ctr" defTabSz="914377"/>
            <a:endParaRPr lang="en-US" sz="1600" dirty="0">
              <a:solidFill>
                <a:srgbClr val="FFFFFF"/>
              </a:solidFill>
              <a:cs typeface="IBM Plex Sans"/>
            </a:endParaRPr>
          </a:p>
        </p:txBody>
      </p:sp>
      <p:sp>
        <p:nvSpPr>
          <p:cNvPr id="13" name="Text Placeholder 6"/>
          <p:cNvSpPr>
            <a:spLocks noGrp="1"/>
          </p:cNvSpPr>
          <p:nvPr>
            <p:ph type="body" sz="quarter" idx="15"/>
          </p:nvPr>
        </p:nvSpPr>
        <p:spPr>
          <a:xfrm>
            <a:off x="304800" y="3733800"/>
            <a:ext cx="5486400" cy="2367843"/>
          </a:xfrm>
        </p:spPr>
        <p:txBody>
          <a:bodyPr/>
          <a:lstStyle>
            <a:lvl1pPr>
              <a:defRPr sz="1867"/>
            </a:lvl1pPr>
            <a:lvl2pPr>
              <a:defRPr sz="1467"/>
            </a:lvl2pPr>
            <a:lvl3pPr>
              <a:defRPr sz="1467"/>
            </a:lvl3pPr>
            <a:lvl4pPr>
              <a:defRPr sz="1467"/>
            </a:lvl4pPr>
            <a:lvl5pPr>
              <a:defRPr sz="14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3"/>
          <p:cNvSpPr>
            <a:spLocks noGrp="1"/>
          </p:cNvSpPr>
          <p:nvPr>
            <p:ph type="ftr" sz="quarter" idx="11"/>
          </p:nvPr>
        </p:nvSpPr>
        <p:spPr>
          <a:xfrm>
            <a:off x="304800" y="6526747"/>
            <a:ext cx="8534400" cy="182880"/>
          </a:xfrm>
        </p:spPr>
        <p:txBody>
          <a:bodyPr/>
          <a:lstStyle/>
          <a:p>
            <a:r>
              <a:rPr lang="en-US" dirty="0">
                <a:solidFill>
                  <a:srgbClr val="FFFFFF"/>
                </a:solidFill>
              </a:rPr>
              <a:t>IBM </a:t>
            </a:r>
            <a:r>
              <a:rPr lang="en-US" dirty="0">
                <a:solidFill>
                  <a:srgbClr val="FFFFFF"/>
                </a:solidFill>
                <a:cs typeface="IBM Plex Sans"/>
              </a:rPr>
              <a:t>Cloud</a:t>
            </a:r>
            <a:r>
              <a:rPr lang="en-US" dirty="0">
                <a:solidFill>
                  <a:srgbClr val="FFFFFF"/>
                </a:solidFill>
              </a:rPr>
              <a:t>/ © 2018 IBM Corporation</a:t>
            </a:r>
          </a:p>
        </p:txBody>
      </p:sp>
      <p:pic>
        <p:nvPicPr>
          <p:cNvPr id="14" name="Picture 13">
            <a:hlinkClick r:id="rId2" action="ppaction://hlinksldjump"/>
            <a:extLst>
              <a:ext uri="{FF2B5EF4-FFF2-40B4-BE49-F238E27FC236}">
                <a16:creationId xmlns:a16="http://schemas.microsoft.com/office/drawing/2014/main" id="{CDE4D4D9-3B7C-144C-B132-866A9366FC0C}"/>
              </a:ext>
            </a:extLst>
          </p:cNvPr>
          <p:cNvPicPr>
            <a:picLocks noChangeAspect="1"/>
          </p:cNvPicPr>
          <p:nvPr userDrawn="1"/>
        </p:nvPicPr>
        <p:blipFill>
          <a:blip r:embed="rId3"/>
          <a:stretch>
            <a:fillRect/>
          </a:stretch>
        </p:blipFill>
        <p:spPr>
          <a:xfrm>
            <a:off x="12034033" y="6700033"/>
            <a:ext cx="94087" cy="9408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3_Title and two text boxes, two colored boxes">
    <p:spTree>
      <p:nvGrpSpPr>
        <p:cNvPr id="1" name=""/>
        <p:cNvGrpSpPr/>
        <p:nvPr/>
      </p:nvGrpSpPr>
      <p:grpSpPr>
        <a:xfrm>
          <a:off x="0" y="0"/>
          <a:ext cx="0" cy="0"/>
          <a:chOff x="0" y="0"/>
          <a:chExt cx="0" cy="0"/>
        </a:xfrm>
      </p:grpSpPr>
      <p:sp>
        <p:nvSpPr>
          <p:cNvPr id="11" name="Rectangle 10"/>
          <p:cNvSpPr/>
          <p:nvPr userDrawn="1"/>
        </p:nvSpPr>
        <p:spPr>
          <a:xfrm>
            <a:off x="6096001" y="1"/>
            <a:ext cx="6096001" cy="6857999"/>
          </a:xfrm>
          <a:prstGeom prst="rect">
            <a:avLst/>
          </a:prstGeom>
          <a:solidFill>
            <a:schemeClr val="bg2"/>
          </a:solidFill>
        </p:spPr>
        <p:txBody>
          <a:bodyPr wrap="square" lIns="0" tIns="0" rIns="0" bIns="0" rtlCol="0" anchor="ctr">
            <a:noAutofit/>
          </a:bodyPr>
          <a:lstStyle/>
          <a:p>
            <a:pPr algn="ctr" defTabSz="914377"/>
            <a:endParaRPr lang="en-US" sz="1600" dirty="0">
              <a:solidFill>
                <a:srgbClr val="FFFFFF"/>
              </a:solidFill>
              <a:cs typeface="IBM Plex Sans"/>
            </a:endParaRPr>
          </a:p>
        </p:txBody>
      </p:sp>
      <p:sp>
        <p:nvSpPr>
          <p:cNvPr id="3" name="Slide Number Placeholder 2"/>
          <p:cNvSpPr>
            <a:spLocks noGrp="1"/>
          </p:cNvSpPr>
          <p:nvPr>
            <p:ph type="sldNum" sz="quarter" idx="10"/>
          </p:nvPr>
        </p:nvSpPr>
        <p:spPr/>
        <p:txBody>
          <a:bodyPr/>
          <a:lstStyle>
            <a:lvl1pPr>
              <a:defRPr>
                <a:solidFill>
                  <a:schemeClr val="tx1"/>
                </a:solidFill>
              </a:defRPr>
            </a:lvl1pPr>
          </a:lstStyle>
          <a:p>
            <a:fld id="{3FD999D4-B456-9943-89B7-30D56181CE18}" type="slidenum">
              <a:rPr lang="en-US" smtClean="0">
                <a:solidFill>
                  <a:srgbClr val="000000"/>
                </a:solidFill>
              </a:rPr>
              <a:pPr/>
              <a:t>‹#›</a:t>
            </a:fld>
            <a:endParaRPr lang="en-US" dirty="0">
              <a:solidFill>
                <a:srgbClr val="000000"/>
              </a:solidFill>
            </a:endParaRPr>
          </a:p>
        </p:txBody>
      </p:sp>
      <p:sp>
        <p:nvSpPr>
          <p:cNvPr id="12" name="Text Placeholder 11"/>
          <p:cNvSpPr>
            <a:spLocks noGrp="1"/>
          </p:cNvSpPr>
          <p:nvPr>
            <p:ph type="body" sz="quarter" idx="13"/>
          </p:nvPr>
        </p:nvSpPr>
        <p:spPr>
          <a:xfrm>
            <a:off x="304800" y="304801"/>
            <a:ext cx="5486400" cy="400049"/>
          </a:xfrm>
        </p:spPr>
        <p:txBody>
          <a:bodyPr/>
          <a:lstStyle>
            <a:lvl1pPr>
              <a:defRPr sz="3200">
                <a:latin typeface="IBM Plex Sans SemiBold"/>
                <a:cs typeface="IBM Plex Sans SemiBold"/>
              </a:defRPr>
            </a:lvl1pPr>
          </a:lstStyle>
          <a:p>
            <a:pPr lvl="0"/>
            <a:r>
              <a:rPr lang="en-US" dirty="0"/>
              <a:t>Click to edit Master text styles</a:t>
            </a:r>
          </a:p>
        </p:txBody>
      </p:sp>
      <p:sp>
        <p:nvSpPr>
          <p:cNvPr id="7" name="Text Placeholder 6"/>
          <p:cNvSpPr>
            <a:spLocks noGrp="1"/>
          </p:cNvSpPr>
          <p:nvPr>
            <p:ph type="body" sz="quarter" idx="14"/>
          </p:nvPr>
        </p:nvSpPr>
        <p:spPr>
          <a:xfrm>
            <a:off x="304800" y="1061157"/>
            <a:ext cx="5486400" cy="2367843"/>
          </a:xfrm>
        </p:spPr>
        <p:txBody>
          <a:bodyPr/>
          <a:lstStyle>
            <a:lvl1pPr>
              <a:defRPr sz="1867"/>
            </a:lvl1pPr>
            <a:lvl2pPr>
              <a:defRPr sz="1467"/>
            </a:lvl2pPr>
            <a:lvl3pPr>
              <a:defRPr sz="1467"/>
            </a:lvl3pPr>
            <a:lvl4pPr>
              <a:defRPr sz="1467"/>
            </a:lvl4pPr>
            <a:lvl5pPr>
              <a:defRPr sz="14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6"/>
          <p:cNvSpPr>
            <a:spLocks noGrp="1"/>
          </p:cNvSpPr>
          <p:nvPr>
            <p:ph type="body" sz="quarter" idx="15"/>
          </p:nvPr>
        </p:nvSpPr>
        <p:spPr>
          <a:xfrm>
            <a:off x="304800" y="3733800"/>
            <a:ext cx="5486400" cy="2367843"/>
          </a:xfrm>
        </p:spPr>
        <p:txBody>
          <a:bodyPr/>
          <a:lstStyle>
            <a:lvl1pPr>
              <a:defRPr sz="1867"/>
            </a:lvl1pPr>
            <a:lvl2pPr>
              <a:defRPr sz="1467"/>
            </a:lvl2pPr>
            <a:lvl3pPr>
              <a:defRPr sz="1467"/>
            </a:lvl3pPr>
            <a:lvl4pPr>
              <a:defRPr sz="1467"/>
            </a:lvl4pPr>
            <a:lvl5pPr>
              <a:defRPr sz="14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3"/>
          <p:cNvSpPr>
            <a:spLocks noGrp="1"/>
          </p:cNvSpPr>
          <p:nvPr>
            <p:ph type="ftr" sz="quarter" idx="11"/>
          </p:nvPr>
        </p:nvSpPr>
        <p:spPr>
          <a:xfrm>
            <a:off x="304800" y="6526747"/>
            <a:ext cx="8534400" cy="182880"/>
          </a:xfrm>
        </p:spPr>
        <p:txBody>
          <a:bodyPr/>
          <a:lstStyle/>
          <a:p>
            <a:r>
              <a:rPr lang="en-US" dirty="0">
                <a:solidFill>
                  <a:srgbClr val="FFFFFF"/>
                </a:solidFill>
              </a:rPr>
              <a:t>IBM </a:t>
            </a:r>
            <a:r>
              <a:rPr lang="en-US" dirty="0">
                <a:solidFill>
                  <a:srgbClr val="FFFFFF"/>
                </a:solidFill>
                <a:cs typeface="IBM Plex Sans"/>
              </a:rPr>
              <a:t>Cloud</a:t>
            </a:r>
            <a:r>
              <a:rPr lang="en-US" dirty="0">
                <a:solidFill>
                  <a:srgbClr val="FFFFFF"/>
                </a:solidFill>
              </a:rPr>
              <a:t>/ DOC ID / Month XX, 2017 / © 2017 IBM Corporation</a:t>
            </a:r>
          </a:p>
        </p:txBody>
      </p:sp>
      <p:sp>
        <p:nvSpPr>
          <p:cNvPr id="2" name="Rectangle 1"/>
          <p:cNvSpPr/>
          <p:nvPr userDrawn="1"/>
        </p:nvSpPr>
        <p:spPr>
          <a:xfrm>
            <a:off x="6096000" y="0"/>
            <a:ext cx="6245245" cy="6858000"/>
          </a:xfrm>
          <a:prstGeom prst="rect">
            <a:avLst/>
          </a:prstGeom>
        </p:spPr>
        <p:txBody>
          <a:bodyPr wrap="square" lIns="0" tIns="0" rIns="0" bIns="0" rtlCol="0" anchor="ctr">
            <a:noAutofit/>
          </a:bodyPr>
          <a:lstStyle/>
          <a:p>
            <a:pPr algn="ctr" defTabSz="914377"/>
            <a:endParaRPr lang="en-US" sz="1600" dirty="0">
              <a:solidFill>
                <a:srgbClr val="FFFFFF"/>
              </a:solidFill>
              <a:latin typeface="Arial"/>
              <a:cs typeface="Arial"/>
            </a:endParaRPr>
          </a:p>
        </p:txBody>
      </p:sp>
      <p:pic>
        <p:nvPicPr>
          <p:cNvPr id="15" name="Picture 14">
            <a:hlinkClick r:id="rId2" action="ppaction://hlinksldjump"/>
            <a:extLst>
              <a:ext uri="{FF2B5EF4-FFF2-40B4-BE49-F238E27FC236}">
                <a16:creationId xmlns:a16="http://schemas.microsoft.com/office/drawing/2014/main" id="{9CB01794-7CC3-804C-92D8-DAF0724C86BB}"/>
              </a:ext>
            </a:extLst>
          </p:cNvPr>
          <p:cNvPicPr>
            <a:picLocks noChangeAspect="1"/>
          </p:cNvPicPr>
          <p:nvPr userDrawn="1"/>
        </p:nvPicPr>
        <p:blipFill>
          <a:blip r:embed="rId3"/>
          <a:stretch>
            <a:fillRect/>
          </a:stretch>
        </p:blipFill>
        <p:spPr>
          <a:xfrm>
            <a:off x="12034033" y="6700033"/>
            <a:ext cx="94087" cy="9408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userDrawn="1">
  <p:cSld name="4_Title and two text boxes, two colored boxes">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12" name="Text Placeholder 11"/>
          <p:cNvSpPr>
            <a:spLocks noGrp="1"/>
          </p:cNvSpPr>
          <p:nvPr>
            <p:ph type="body" sz="quarter" idx="13"/>
          </p:nvPr>
        </p:nvSpPr>
        <p:spPr>
          <a:xfrm>
            <a:off x="6400800" y="304801"/>
            <a:ext cx="5486400" cy="400049"/>
          </a:xfrm>
        </p:spPr>
        <p:txBody>
          <a:bodyPr/>
          <a:lstStyle>
            <a:lvl1pPr>
              <a:defRPr sz="3200">
                <a:latin typeface="IBM Plex Sans SemiBold"/>
                <a:cs typeface="IBM Plex Sans SemiBold"/>
              </a:defRPr>
            </a:lvl1pPr>
          </a:lstStyle>
          <a:p>
            <a:pPr lvl="0"/>
            <a:r>
              <a:rPr lang="en-US" dirty="0"/>
              <a:t>Click to edit Master text styles</a:t>
            </a:r>
          </a:p>
        </p:txBody>
      </p:sp>
      <p:sp>
        <p:nvSpPr>
          <p:cNvPr id="7" name="Text Placeholder 6"/>
          <p:cNvSpPr>
            <a:spLocks noGrp="1"/>
          </p:cNvSpPr>
          <p:nvPr>
            <p:ph type="body" sz="quarter" idx="14"/>
          </p:nvPr>
        </p:nvSpPr>
        <p:spPr>
          <a:xfrm>
            <a:off x="6400800" y="1061157"/>
            <a:ext cx="5486400" cy="2367843"/>
          </a:xfrm>
        </p:spPr>
        <p:txBody>
          <a:bodyPr/>
          <a:lstStyle>
            <a:lvl1pPr>
              <a:defRPr sz="1867"/>
            </a:lvl1pPr>
            <a:lvl2pPr>
              <a:defRPr sz="1467"/>
            </a:lvl2pPr>
            <a:lvl3pPr>
              <a:defRPr sz="1467"/>
            </a:lvl3pPr>
            <a:lvl4pPr>
              <a:defRPr sz="1467"/>
            </a:lvl4pPr>
            <a:lvl5pPr>
              <a:defRPr sz="14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Rectangle 10"/>
          <p:cNvSpPr/>
          <p:nvPr userDrawn="1"/>
        </p:nvSpPr>
        <p:spPr>
          <a:xfrm>
            <a:off x="-2" y="1"/>
            <a:ext cx="6096001" cy="6857999"/>
          </a:xfrm>
          <a:prstGeom prst="rect">
            <a:avLst/>
          </a:prstGeom>
          <a:solidFill>
            <a:srgbClr val="FFFFFF"/>
          </a:solidFill>
        </p:spPr>
        <p:txBody>
          <a:bodyPr wrap="square" lIns="0" tIns="0" rIns="0" bIns="0" rtlCol="0" anchor="ctr">
            <a:noAutofit/>
          </a:bodyPr>
          <a:lstStyle/>
          <a:p>
            <a:pPr algn="ctr" defTabSz="914377"/>
            <a:endParaRPr lang="en-US" sz="1600" dirty="0">
              <a:solidFill>
                <a:srgbClr val="FFFFFF"/>
              </a:solidFill>
              <a:cs typeface="IBM Plex Sans"/>
            </a:endParaRPr>
          </a:p>
        </p:txBody>
      </p:sp>
      <p:sp>
        <p:nvSpPr>
          <p:cNvPr id="13" name="Text Placeholder 6"/>
          <p:cNvSpPr>
            <a:spLocks noGrp="1"/>
          </p:cNvSpPr>
          <p:nvPr>
            <p:ph type="body" sz="quarter" idx="15"/>
          </p:nvPr>
        </p:nvSpPr>
        <p:spPr>
          <a:xfrm>
            <a:off x="6400800" y="3733800"/>
            <a:ext cx="5486400" cy="2367843"/>
          </a:xfrm>
        </p:spPr>
        <p:txBody>
          <a:bodyPr/>
          <a:lstStyle>
            <a:lvl1pPr>
              <a:defRPr sz="1867"/>
            </a:lvl1pPr>
            <a:lvl2pPr>
              <a:defRPr sz="1467"/>
            </a:lvl2pPr>
            <a:lvl3pPr>
              <a:defRPr sz="1467"/>
            </a:lvl3pPr>
            <a:lvl4pPr>
              <a:defRPr sz="1467"/>
            </a:lvl4pPr>
            <a:lvl5pPr>
              <a:defRPr sz="14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3"/>
          <p:cNvSpPr>
            <a:spLocks noGrp="1"/>
          </p:cNvSpPr>
          <p:nvPr>
            <p:ph type="ftr" sz="quarter" idx="11"/>
          </p:nvPr>
        </p:nvSpPr>
        <p:spPr>
          <a:xfrm>
            <a:off x="304800" y="6526747"/>
            <a:ext cx="8534400" cy="182880"/>
          </a:xfrm>
        </p:spPr>
        <p:txBody>
          <a:bodyPr/>
          <a:lstStyle>
            <a:lvl1pPr>
              <a:defRPr>
                <a:solidFill>
                  <a:schemeClr val="tx1"/>
                </a:solidFill>
              </a:defRPr>
            </a:lvl1pPr>
          </a:lstStyle>
          <a:p>
            <a:r>
              <a:rPr lang="en-US" dirty="0">
                <a:solidFill>
                  <a:srgbClr val="000000"/>
                </a:solidFill>
              </a:rPr>
              <a:t>IBM </a:t>
            </a:r>
            <a:r>
              <a:rPr lang="en-US" dirty="0">
                <a:solidFill>
                  <a:srgbClr val="000000"/>
                </a:solidFill>
                <a:cs typeface="IBM Plex Sans"/>
              </a:rPr>
              <a:t>Cloud</a:t>
            </a:r>
            <a:r>
              <a:rPr lang="en-US" dirty="0">
                <a:solidFill>
                  <a:srgbClr val="000000"/>
                </a:solidFill>
              </a:rPr>
              <a:t>/ DOC ID / Month XX, 2017 / © 2017 IBM Corporation</a:t>
            </a:r>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52.xml><?xml version="1.0" encoding="utf-8"?>
<p:sldLayout xmlns:a="http://schemas.openxmlformats.org/drawingml/2006/main" xmlns:r="http://schemas.openxmlformats.org/officeDocument/2006/relationships" xmlns:p="http://schemas.openxmlformats.org/presentationml/2006/main" preserve="1" userDrawn="1">
  <p:cSld name="2_Title and two text boxes, two colored boxes">
    <p:spTree>
      <p:nvGrpSpPr>
        <p:cNvPr id="1" name=""/>
        <p:cNvGrpSpPr/>
        <p:nvPr/>
      </p:nvGrpSpPr>
      <p:grpSpPr>
        <a:xfrm>
          <a:off x="0" y="0"/>
          <a:ext cx="0" cy="0"/>
          <a:chOff x="0" y="0"/>
          <a:chExt cx="0" cy="0"/>
        </a:xfrm>
      </p:grpSpPr>
      <p:sp>
        <p:nvSpPr>
          <p:cNvPr id="11" name="Rectangle 10"/>
          <p:cNvSpPr/>
          <p:nvPr userDrawn="1"/>
        </p:nvSpPr>
        <p:spPr>
          <a:xfrm>
            <a:off x="1" y="1"/>
            <a:ext cx="6096001" cy="6857999"/>
          </a:xfrm>
          <a:prstGeom prst="rect">
            <a:avLst/>
          </a:prstGeom>
          <a:solidFill>
            <a:srgbClr val="000F5E"/>
          </a:solidFill>
        </p:spPr>
        <p:txBody>
          <a:bodyPr wrap="square" lIns="0" tIns="0" rIns="0" bIns="0" rtlCol="0" anchor="ctr">
            <a:noAutofit/>
          </a:bodyPr>
          <a:lstStyle/>
          <a:p>
            <a:pPr algn="ctr" defTabSz="914377"/>
            <a:endParaRPr lang="en-US" sz="1600" dirty="0">
              <a:solidFill>
                <a:srgbClr val="FFFFFF"/>
              </a:solidFill>
              <a:cs typeface="IBM Plex Sans"/>
            </a:endParaRPr>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12" name="Text Placeholder 11"/>
          <p:cNvSpPr>
            <a:spLocks noGrp="1"/>
          </p:cNvSpPr>
          <p:nvPr>
            <p:ph type="body" sz="quarter" idx="13"/>
          </p:nvPr>
        </p:nvSpPr>
        <p:spPr>
          <a:xfrm>
            <a:off x="304800" y="304801"/>
            <a:ext cx="5486400" cy="400049"/>
          </a:xfrm>
        </p:spPr>
        <p:txBody>
          <a:bodyPr/>
          <a:lstStyle>
            <a:lvl1pPr>
              <a:defRPr sz="3200">
                <a:latin typeface="IBM Plex Sans SemiBold"/>
                <a:cs typeface="IBM Plex Sans SemiBold"/>
              </a:defRPr>
            </a:lvl1pPr>
          </a:lstStyle>
          <a:p>
            <a:pPr lvl="0"/>
            <a:r>
              <a:rPr lang="en-US" dirty="0"/>
              <a:t>Click to edit Master text styles</a:t>
            </a:r>
          </a:p>
        </p:txBody>
      </p:sp>
      <p:sp>
        <p:nvSpPr>
          <p:cNvPr id="7" name="Text Placeholder 6"/>
          <p:cNvSpPr>
            <a:spLocks noGrp="1"/>
          </p:cNvSpPr>
          <p:nvPr>
            <p:ph type="body" sz="quarter" idx="14"/>
          </p:nvPr>
        </p:nvSpPr>
        <p:spPr>
          <a:xfrm>
            <a:off x="304800" y="1061157"/>
            <a:ext cx="5486400" cy="2367843"/>
          </a:xfrm>
        </p:spPr>
        <p:txBody>
          <a:bodyPr/>
          <a:lstStyle>
            <a:lvl1pPr>
              <a:defRPr sz="1867"/>
            </a:lvl1pPr>
            <a:lvl2pPr>
              <a:defRPr sz="1467"/>
            </a:lvl2pPr>
            <a:lvl3pPr>
              <a:defRPr sz="1467"/>
            </a:lvl3pPr>
            <a:lvl4pPr>
              <a:defRPr sz="1467"/>
            </a:lvl4pPr>
            <a:lvl5pPr>
              <a:defRPr sz="14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6"/>
          <p:cNvSpPr>
            <a:spLocks noGrp="1"/>
          </p:cNvSpPr>
          <p:nvPr>
            <p:ph type="body" sz="quarter" idx="15"/>
          </p:nvPr>
        </p:nvSpPr>
        <p:spPr>
          <a:xfrm>
            <a:off x="304800" y="3733800"/>
            <a:ext cx="5486400" cy="2367843"/>
          </a:xfrm>
        </p:spPr>
        <p:txBody>
          <a:bodyPr/>
          <a:lstStyle>
            <a:lvl1pPr>
              <a:defRPr sz="1867"/>
            </a:lvl1pPr>
            <a:lvl2pPr>
              <a:defRPr sz="1467"/>
            </a:lvl2pPr>
            <a:lvl3pPr>
              <a:defRPr sz="1467"/>
            </a:lvl3pPr>
            <a:lvl4pPr>
              <a:defRPr sz="1467"/>
            </a:lvl4pPr>
            <a:lvl5pPr>
              <a:defRPr sz="14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3"/>
          <p:cNvSpPr>
            <a:spLocks noGrp="1"/>
          </p:cNvSpPr>
          <p:nvPr>
            <p:ph type="ftr" sz="quarter" idx="11"/>
          </p:nvPr>
        </p:nvSpPr>
        <p:spPr>
          <a:xfrm>
            <a:off x="304800" y="6526747"/>
            <a:ext cx="8534400" cy="182880"/>
          </a:xfrm>
        </p:spPr>
        <p:txBody>
          <a:bodyPr/>
          <a:lstStyle/>
          <a:p>
            <a:r>
              <a:rPr lang="en-US" dirty="0">
                <a:solidFill>
                  <a:srgbClr val="FFFFFF"/>
                </a:solidFill>
              </a:rPr>
              <a:t>IBM </a:t>
            </a:r>
            <a:r>
              <a:rPr lang="en-US" dirty="0">
                <a:solidFill>
                  <a:srgbClr val="FFFFFF"/>
                </a:solidFill>
                <a:cs typeface="IBM Plex Sans"/>
              </a:rPr>
              <a:t>Cloud</a:t>
            </a:r>
            <a:r>
              <a:rPr lang="en-US" dirty="0">
                <a:solidFill>
                  <a:srgbClr val="FFFFFF"/>
                </a:solidFill>
              </a:rPr>
              <a:t>/ DOC ID / Month XX, 2017 / © 2017 IBM Corporation</a:t>
            </a:r>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53.xml><?xml version="1.0" encoding="utf-8"?>
<p:sldLayout xmlns:a="http://schemas.openxmlformats.org/drawingml/2006/main" xmlns:r="http://schemas.openxmlformats.org/officeDocument/2006/relationships" xmlns:p="http://schemas.openxmlformats.org/presentationml/2006/main" preserve="1">
  <p:cSld name="boxes (3 med, 2 small)">
    <p:spTree>
      <p:nvGrpSpPr>
        <p:cNvPr id="1" name=""/>
        <p:cNvGrpSpPr/>
        <p:nvPr/>
      </p:nvGrpSpPr>
      <p:grpSpPr>
        <a:xfrm>
          <a:off x="0" y="0"/>
          <a:ext cx="0" cy="0"/>
          <a:chOff x="0" y="0"/>
          <a:chExt cx="0" cy="0"/>
        </a:xfrm>
      </p:grpSpPr>
      <p:sp>
        <p:nvSpPr>
          <p:cNvPr id="14" name="Content Placeholder 13"/>
          <p:cNvSpPr>
            <a:spLocks noGrp="1"/>
          </p:cNvSpPr>
          <p:nvPr>
            <p:ph sz="quarter" idx="17"/>
          </p:nvPr>
        </p:nvSpPr>
        <p:spPr>
          <a:xfrm>
            <a:off x="6096001" y="3429000"/>
            <a:ext cx="6096000" cy="3429000"/>
          </a:xfrm>
          <a:solidFill>
            <a:srgbClr val="0064FF"/>
          </a:solidFill>
        </p:spPr>
        <p:txBody>
          <a:bodyPr lIns="228600" tIns="192024" rIns="228600" bIns="228600"/>
          <a:lstStyle>
            <a:lvl1pPr>
              <a:defRPr sz="1867">
                <a:solidFill>
                  <a:schemeClr val="bg2"/>
                </a:solidFill>
              </a:defRPr>
            </a:lvl1pPr>
          </a:lstStyle>
          <a:p>
            <a:pPr lvl="0"/>
            <a:r>
              <a:rPr lang="en-US"/>
              <a:t>Click to edit Master text styles</a:t>
            </a:r>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8" name="Content Placeholder 7"/>
          <p:cNvSpPr>
            <a:spLocks noGrp="1"/>
          </p:cNvSpPr>
          <p:nvPr>
            <p:ph sz="quarter" idx="15"/>
          </p:nvPr>
        </p:nvSpPr>
        <p:spPr>
          <a:xfrm>
            <a:off x="9144000" y="0"/>
            <a:ext cx="3048000" cy="3429000"/>
          </a:xfrm>
          <a:solidFill>
            <a:srgbClr val="393939"/>
          </a:solidFill>
        </p:spPr>
        <p:txBody>
          <a:bodyPr lIns="228600" tIns="192024" rIns="228600" bIns="228600"/>
          <a:lstStyle>
            <a:lvl1pPr>
              <a:defRPr sz="1867">
                <a:solidFill>
                  <a:schemeClr val="bg2"/>
                </a:solidFill>
              </a:defRPr>
            </a:lvl1pPr>
          </a:lstStyle>
          <a:p>
            <a:pPr lvl="0"/>
            <a:r>
              <a:rPr lang="en-US"/>
              <a:t>Click to edit Master text styles</a:t>
            </a:r>
          </a:p>
        </p:txBody>
      </p:sp>
      <p:sp>
        <p:nvSpPr>
          <p:cNvPr id="10" name="Content Placeholder 9"/>
          <p:cNvSpPr>
            <a:spLocks noGrp="1"/>
          </p:cNvSpPr>
          <p:nvPr>
            <p:ph sz="quarter" idx="16"/>
          </p:nvPr>
        </p:nvSpPr>
        <p:spPr>
          <a:xfrm>
            <a:off x="6096000" y="0"/>
            <a:ext cx="3048000" cy="3429000"/>
          </a:xfrm>
          <a:solidFill>
            <a:srgbClr val="000F5E"/>
          </a:solidFill>
        </p:spPr>
        <p:txBody>
          <a:bodyPr lIns="228600" tIns="192024" rIns="228600" bIns="228600"/>
          <a:lstStyle>
            <a:lvl1pPr>
              <a:defRPr sz="1867">
                <a:solidFill>
                  <a:schemeClr val="bg2"/>
                </a:solidFill>
              </a:defRPr>
            </a:lvl1pPr>
          </a:lstStyle>
          <a:p>
            <a:pPr lvl="0"/>
            <a:r>
              <a:rPr lang="en-US" dirty="0"/>
              <a:t>Click to edit Master text styles</a:t>
            </a:r>
          </a:p>
        </p:txBody>
      </p:sp>
      <p:sp>
        <p:nvSpPr>
          <p:cNvPr id="5" name="Content Placeholder 4"/>
          <p:cNvSpPr>
            <a:spLocks noGrp="1"/>
          </p:cNvSpPr>
          <p:nvPr>
            <p:ph sz="quarter" idx="18"/>
          </p:nvPr>
        </p:nvSpPr>
        <p:spPr>
          <a:xfrm>
            <a:off x="0" y="3429001"/>
            <a:ext cx="6096000" cy="2815167"/>
          </a:xfrm>
          <a:solidFill>
            <a:schemeClr val="tx1"/>
          </a:solidFill>
        </p:spPr>
        <p:txBody>
          <a:bodyPr lIns="228600" tIns="192024" rIns="228600" bIns="228600"/>
          <a:lstStyle>
            <a:lvl1pPr>
              <a:defRPr sz="1867">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p:txBody>
      </p:sp>
      <p:sp>
        <p:nvSpPr>
          <p:cNvPr id="6" name="Title 5"/>
          <p:cNvSpPr>
            <a:spLocks noGrp="1"/>
          </p:cNvSpPr>
          <p:nvPr>
            <p:ph type="title"/>
          </p:nvPr>
        </p:nvSpPr>
        <p:spPr>
          <a:xfrm>
            <a:off x="-1" y="-1"/>
            <a:ext cx="6095999" cy="3429001"/>
          </a:xfrm>
          <a:solidFill>
            <a:srgbClr val="0064FF"/>
          </a:solidFill>
        </p:spPr>
        <p:txBody>
          <a:bodyPr lIns="228600" tIns="201168" rIns="228600" bIns="228600"/>
          <a:lstStyle>
            <a:lvl1pPr>
              <a:defRPr>
                <a:solidFill>
                  <a:schemeClr val="bg2"/>
                </a:solidFill>
              </a:defRPr>
            </a:lvl1pPr>
          </a:lstStyle>
          <a:p>
            <a:r>
              <a:rPr lang="en-US" dirty="0"/>
              <a:t>Click to edit Master title style</a:t>
            </a:r>
          </a:p>
        </p:txBody>
      </p:sp>
      <p:sp>
        <p:nvSpPr>
          <p:cNvPr id="9" name="Footer Placeholder 3"/>
          <p:cNvSpPr>
            <a:spLocks noGrp="1"/>
          </p:cNvSpPr>
          <p:nvPr>
            <p:ph type="ftr" sz="quarter" idx="11"/>
          </p:nvPr>
        </p:nvSpPr>
        <p:spPr>
          <a:xfrm>
            <a:off x="304800" y="6526747"/>
            <a:ext cx="8534400" cy="182880"/>
          </a:xfrm>
        </p:spPr>
        <p:txBody>
          <a:bodyPr/>
          <a:lstStyle/>
          <a:p>
            <a:r>
              <a:rPr lang="en-US" dirty="0">
                <a:solidFill>
                  <a:srgbClr val="FFFFFF"/>
                </a:solidFill>
              </a:rPr>
              <a:t>IBM </a:t>
            </a:r>
            <a:r>
              <a:rPr lang="en-US" dirty="0">
                <a:solidFill>
                  <a:srgbClr val="FFFFFF"/>
                </a:solidFill>
                <a:cs typeface="IBM Plex Sans"/>
              </a:rPr>
              <a:t>Cloud</a:t>
            </a:r>
            <a:r>
              <a:rPr lang="en-US" dirty="0">
                <a:solidFill>
                  <a:srgbClr val="FFFFFF"/>
                </a:solidFill>
              </a:rPr>
              <a:t>/ DOC ID / Month XX, 2017 / © 2017 IBM Corporation</a:t>
            </a:r>
          </a:p>
        </p:txBody>
      </p:sp>
      <p:pic>
        <p:nvPicPr>
          <p:cNvPr id="12" name="Picture 11">
            <a:hlinkClick r:id="rId2" action="ppaction://hlinksldjump"/>
            <a:extLst>
              <a:ext uri="{FF2B5EF4-FFF2-40B4-BE49-F238E27FC236}">
                <a16:creationId xmlns:a16="http://schemas.microsoft.com/office/drawing/2014/main" id="{4F252098-ACFF-CF41-8F29-7A0FD53BDA01}"/>
              </a:ext>
            </a:extLst>
          </p:cNvPr>
          <p:cNvPicPr>
            <a:picLocks noChangeAspect="1"/>
          </p:cNvPicPr>
          <p:nvPr userDrawn="1"/>
        </p:nvPicPr>
        <p:blipFill>
          <a:blip r:embed="rId3"/>
          <a:stretch>
            <a:fillRect/>
          </a:stretch>
        </p:blipFill>
        <p:spPr>
          <a:xfrm>
            <a:off x="12034033" y="6700033"/>
            <a:ext cx="94087" cy="9408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54.xml><?xml version="1.0" encoding="utf-8"?>
<p:sldLayout xmlns:a="http://schemas.openxmlformats.org/drawingml/2006/main" xmlns:r="http://schemas.openxmlformats.org/officeDocument/2006/relationships" xmlns:p="http://schemas.openxmlformats.org/presentationml/2006/main" preserve="1" userDrawn="1">
  <p:cSld name="BIG BLUE TITLE">
    <p:bg>
      <p:bgPr>
        <a:solidFill>
          <a:schemeClr val="accent2"/>
        </a:soli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a:xfrm>
            <a:off x="304801" y="304801"/>
            <a:ext cx="5757335" cy="866988"/>
          </a:xfrm>
          <a:noFill/>
        </p:spPr>
        <p:txBody>
          <a:bodyPr lIns="0" tIns="0" rIns="228600" bIns="228600">
            <a:noAutofit/>
          </a:bodyPr>
          <a:lstStyle>
            <a:lvl1pPr>
              <a:defRPr>
                <a:solidFill>
                  <a:schemeClr val="bg2"/>
                </a:solidFill>
              </a:defRPr>
            </a:lvl1pPr>
          </a:lstStyle>
          <a:p>
            <a:r>
              <a:rPr lang="en-US"/>
              <a:t>Click to edit Master title style</a:t>
            </a:r>
            <a:endParaRPr lang="en-US" dirty="0"/>
          </a:p>
        </p:txBody>
      </p:sp>
      <p:sp>
        <p:nvSpPr>
          <p:cNvPr id="5" name="Footer Placeholder 3"/>
          <p:cNvSpPr>
            <a:spLocks noGrp="1"/>
          </p:cNvSpPr>
          <p:nvPr>
            <p:ph type="ftr" sz="quarter" idx="11"/>
          </p:nvPr>
        </p:nvSpPr>
        <p:spPr>
          <a:xfrm>
            <a:off x="304800" y="6526747"/>
            <a:ext cx="8534400" cy="182880"/>
          </a:xfrm>
        </p:spPr>
        <p:txBody>
          <a:bodyPr/>
          <a:lstStyle/>
          <a:p>
            <a:r>
              <a:rPr lang="en-US" dirty="0">
                <a:solidFill>
                  <a:srgbClr val="FFFFFF"/>
                </a:solidFill>
              </a:rPr>
              <a:t>IBM </a:t>
            </a:r>
            <a:r>
              <a:rPr lang="en-US" dirty="0">
                <a:solidFill>
                  <a:srgbClr val="FFFFFF"/>
                </a:solidFill>
                <a:cs typeface="IBM Plex Sans"/>
              </a:rPr>
              <a:t>Cloud</a:t>
            </a:r>
            <a:r>
              <a:rPr lang="en-US" dirty="0">
                <a:solidFill>
                  <a:srgbClr val="FFFFFF"/>
                </a:solidFill>
              </a:rPr>
              <a:t>/ DOC ID / Month XX, 2017 / © 2017 IBM Corporation</a:t>
            </a:r>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55.xml><?xml version="1.0" encoding="utf-8"?>
<p:sldLayout xmlns:a="http://schemas.openxmlformats.org/drawingml/2006/main" xmlns:r="http://schemas.openxmlformats.org/officeDocument/2006/relationships" xmlns:p="http://schemas.openxmlformats.org/presentationml/2006/main" preserve="1" userDrawn="1">
  <p:cSld name="Content Titles">
    <p:bg>
      <p:bgPr>
        <a:solidFill>
          <a:schemeClr val="accent3"/>
        </a:soli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a:xfrm>
            <a:off x="304801" y="304801"/>
            <a:ext cx="5757335" cy="866988"/>
          </a:xfrm>
          <a:noFill/>
        </p:spPr>
        <p:txBody>
          <a:bodyPr lIns="0" tIns="0" rIns="228600" bIns="228600">
            <a:noAutofit/>
          </a:bodyPr>
          <a:lstStyle>
            <a:lvl1pPr>
              <a:defRPr>
                <a:solidFill>
                  <a:schemeClr val="bg2"/>
                </a:solidFill>
              </a:defRPr>
            </a:lvl1pPr>
          </a:lstStyle>
          <a:p>
            <a:r>
              <a:rPr lang="en-US"/>
              <a:t>Click to edit Master title style</a:t>
            </a:r>
            <a:endParaRPr lang="en-US" dirty="0"/>
          </a:p>
        </p:txBody>
      </p:sp>
      <p:sp>
        <p:nvSpPr>
          <p:cNvPr id="5" name="Footer Placeholder 3"/>
          <p:cNvSpPr>
            <a:spLocks noGrp="1"/>
          </p:cNvSpPr>
          <p:nvPr>
            <p:ph type="ftr" sz="quarter" idx="11"/>
          </p:nvPr>
        </p:nvSpPr>
        <p:spPr>
          <a:xfrm>
            <a:off x="304800" y="6526747"/>
            <a:ext cx="8534400" cy="182880"/>
          </a:xfrm>
        </p:spPr>
        <p:txBody>
          <a:bodyPr/>
          <a:lstStyle/>
          <a:p>
            <a:r>
              <a:rPr lang="en-US" dirty="0">
                <a:solidFill>
                  <a:srgbClr val="FFFFFF"/>
                </a:solidFill>
              </a:rPr>
              <a:t>IBM </a:t>
            </a:r>
            <a:r>
              <a:rPr lang="en-US" dirty="0">
                <a:solidFill>
                  <a:srgbClr val="FFFFFF"/>
                </a:solidFill>
                <a:cs typeface="IBM Plex Sans"/>
              </a:rPr>
              <a:t>Cloud</a:t>
            </a:r>
            <a:r>
              <a:rPr lang="en-US" dirty="0">
                <a:solidFill>
                  <a:srgbClr val="FFFFFF"/>
                </a:solidFill>
              </a:rPr>
              <a:t>/ DOC ID / Month XX, 2017 / © 2017 IBM Corporation</a:t>
            </a:r>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userDrawn="1">
  <p:cSld name="Storage">
    <p:bg>
      <p:bgPr>
        <a:solidFill>
          <a:schemeClr val="accent4"/>
        </a:soli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a:xfrm>
            <a:off x="304801" y="304801"/>
            <a:ext cx="5757335" cy="866988"/>
          </a:xfrm>
          <a:noFill/>
        </p:spPr>
        <p:txBody>
          <a:bodyPr lIns="0" tIns="0" rIns="228600" bIns="228600">
            <a:noAutofit/>
          </a:bodyPr>
          <a:lstStyle>
            <a:lvl1pPr>
              <a:defRPr>
                <a:solidFill>
                  <a:schemeClr val="bg2"/>
                </a:solidFill>
              </a:defRPr>
            </a:lvl1pPr>
          </a:lstStyle>
          <a:p>
            <a:r>
              <a:rPr lang="en-US"/>
              <a:t>Click to edit Master title style</a:t>
            </a:r>
            <a:endParaRPr lang="en-US" dirty="0"/>
          </a:p>
        </p:txBody>
      </p:sp>
      <p:sp>
        <p:nvSpPr>
          <p:cNvPr id="5" name="Footer Placeholder 3"/>
          <p:cNvSpPr>
            <a:spLocks noGrp="1"/>
          </p:cNvSpPr>
          <p:nvPr>
            <p:ph type="ftr" sz="quarter" idx="11"/>
          </p:nvPr>
        </p:nvSpPr>
        <p:spPr>
          <a:xfrm>
            <a:off x="304800" y="6526747"/>
            <a:ext cx="8534400" cy="182880"/>
          </a:xfrm>
        </p:spPr>
        <p:txBody>
          <a:bodyPr/>
          <a:lstStyle/>
          <a:p>
            <a:r>
              <a:rPr lang="en-US" dirty="0">
                <a:solidFill>
                  <a:srgbClr val="FFFFFF"/>
                </a:solidFill>
              </a:rPr>
              <a:t>IBM </a:t>
            </a:r>
            <a:r>
              <a:rPr lang="en-US" dirty="0">
                <a:solidFill>
                  <a:srgbClr val="FFFFFF"/>
                </a:solidFill>
                <a:cs typeface="IBM Plex Sans"/>
              </a:rPr>
              <a:t>Cloud</a:t>
            </a:r>
            <a:r>
              <a:rPr lang="en-US" dirty="0">
                <a:solidFill>
                  <a:srgbClr val="FFFFFF"/>
                </a:solidFill>
              </a:rPr>
              <a:t>/ DOC ID / Month XX, 2017 / © 2017 IBM Corporation</a:t>
            </a:r>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p:cSld name="boxes (1 large, 4 small)">
    <p:spTree>
      <p:nvGrpSpPr>
        <p:cNvPr id="1" name=""/>
        <p:cNvGrpSpPr/>
        <p:nvPr/>
      </p:nvGrpSpPr>
      <p:grpSpPr>
        <a:xfrm>
          <a:off x="0" y="0"/>
          <a:ext cx="0" cy="0"/>
          <a:chOff x="0" y="0"/>
          <a:chExt cx="0" cy="0"/>
        </a:xfrm>
      </p:grpSpPr>
      <p:sp>
        <p:nvSpPr>
          <p:cNvPr id="8" name="Content Placeholder 7"/>
          <p:cNvSpPr>
            <a:spLocks noGrp="1"/>
          </p:cNvSpPr>
          <p:nvPr>
            <p:ph sz="quarter" idx="15"/>
          </p:nvPr>
        </p:nvSpPr>
        <p:spPr>
          <a:xfrm>
            <a:off x="9143997" y="3429000"/>
            <a:ext cx="3048000" cy="3429000"/>
          </a:xfrm>
          <a:solidFill>
            <a:srgbClr val="000090"/>
          </a:solidFill>
        </p:spPr>
        <p:txBody>
          <a:bodyPr lIns="228600" tIns="192024" rIns="228600" bIns="228600"/>
          <a:lstStyle>
            <a:lvl1pPr>
              <a:defRPr sz="1867">
                <a:solidFill>
                  <a:schemeClr val="bg2"/>
                </a:solidFill>
              </a:defRPr>
            </a:lvl1pPr>
          </a:lstStyle>
          <a:p>
            <a:pPr lvl="0"/>
            <a:r>
              <a:rPr lang="en-US" dirty="0"/>
              <a:t>Click to edit Master text styles</a:t>
            </a:r>
          </a:p>
        </p:txBody>
      </p:sp>
      <p:sp>
        <p:nvSpPr>
          <p:cNvPr id="10" name="Content Placeholder 9"/>
          <p:cNvSpPr>
            <a:spLocks noGrp="1"/>
          </p:cNvSpPr>
          <p:nvPr>
            <p:ph sz="quarter" idx="16"/>
          </p:nvPr>
        </p:nvSpPr>
        <p:spPr>
          <a:xfrm>
            <a:off x="3048000" y="3429000"/>
            <a:ext cx="3048000" cy="3429000"/>
          </a:xfrm>
          <a:solidFill>
            <a:srgbClr val="001690"/>
          </a:solidFill>
        </p:spPr>
        <p:txBody>
          <a:bodyPr lIns="228600" tIns="192024" rIns="228600" bIns="228600"/>
          <a:lstStyle>
            <a:lvl1pPr>
              <a:defRPr sz="1867">
                <a:solidFill>
                  <a:schemeClr val="bg2"/>
                </a:solidFill>
              </a:defRPr>
            </a:lvl1pPr>
          </a:lstStyle>
          <a:p>
            <a:pPr lvl="0"/>
            <a:r>
              <a:rPr lang="en-US"/>
              <a:t>Click to edit Master text styles</a:t>
            </a:r>
          </a:p>
        </p:txBody>
      </p:sp>
      <p:sp>
        <p:nvSpPr>
          <p:cNvPr id="14" name="Content Placeholder 13"/>
          <p:cNvSpPr>
            <a:spLocks noGrp="1"/>
          </p:cNvSpPr>
          <p:nvPr>
            <p:ph sz="quarter" idx="17"/>
          </p:nvPr>
        </p:nvSpPr>
        <p:spPr>
          <a:xfrm>
            <a:off x="6096002" y="3429000"/>
            <a:ext cx="3047996" cy="3429000"/>
          </a:xfrm>
          <a:solidFill>
            <a:srgbClr val="0064FF"/>
          </a:solidFill>
        </p:spPr>
        <p:txBody>
          <a:bodyPr lIns="228600" tIns="192024" rIns="228600" bIns="228600"/>
          <a:lstStyle>
            <a:lvl1pPr>
              <a:defRPr sz="1867">
                <a:solidFill>
                  <a:schemeClr val="bg2"/>
                </a:solidFill>
              </a:defRPr>
            </a:lvl1pPr>
          </a:lstStyle>
          <a:p>
            <a:pPr lvl="0"/>
            <a:r>
              <a:rPr lang="en-US"/>
              <a:t>Click to edit Master text styles</a:t>
            </a:r>
          </a:p>
        </p:txBody>
      </p:sp>
      <p:sp>
        <p:nvSpPr>
          <p:cNvPr id="5" name="Content Placeholder 4"/>
          <p:cNvSpPr>
            <a:spLocks noGrp="1"/>
          </p:cNvSpPr>
          <p:nvPr>
            <p:ph sz="quarter" idx="18"/>
          </p:nvPr>
        </p:nvSpPr>
        <p:spPr>
          <a:xfrm>
            <a:off x="0" y="3429000"/>
            <a:ext cx="3048000" cy="3429000"/>
          </a:xfrm>
          <a:solidFill>
            <a:srgbClr val="0064FF"/>
          </a:solidFill>
        </p:spPr>
        <p:txBody>
          <a:bodyPr lIns="228600" tIns="192024" rIns="228600" bIns="228600"/>
          <a:lstStyle>
            <a:lvl1pPr>
              <a:defRPr sz="1867">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p:txBody>
      </p:sp>
      <p:sp>
        <p:nvSpPr>
          <p:cNvPr id="3" name="Slide Number Placeholder 2"/>
          <p:cNvSpPr>
            <a:spLocks noGrp="1"/>
          </p:cNvSpPr>
          <p:nvPr>
            <p:ph type="sldNum" sz="quarter" idx="10"/>
          </p:nvPr>
        </p:nvSpPr>
        <p:spPr>
          <a:xfrm>
            <a:off x="9144000" y="6526747"/>
            <a:ext cx="2743200" cy="182880"/>
          </a:xfrm>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4" name="Footer Placeholder 3"/>
          <p:cNvSpPr>
            <a:spLocks noGrp="1"/>
          </p:cNvSpPr>
          <p:nvPr>
            <p:ph type="ftr" sz="quarter" idx="11"/>
          </p:nvPr>
        </p:nvSpPr>
        <p:spPr>
          <a:xfrm>
            <a:off x="304800" y="6526747"/>
            <a:ext cx="8534400" cy="182880"/>
          </a:xfrm>
          <a:prstGeom prst="rect">
            <a:avLst/>
          </a:prstGeom>
        </p:spPr>
        <p:txBody>
          <a:bodyPr/>
          <a:lstStyle/>
          <a:p>
            <a:r>
              <a:rPr lang="en-US" dirty="0">
                <a:solidFill>
                  <a:srgbClr val="FFFFFF"/>
                </a:solidFill>
              </a:rPr>
              <a:t>IBM </a:t>
            </a:r>
            <a:r>
              <a:rPr lang="en-US" dirty="0">
                <a:solidFill>
                  <a:srgbClr val="FFFFFF"/>
                </a:solidFill>
                <a:cs typeface="IBM Plex Sans"/>
              </a:rPr>
              <a:t>Cloud</a:t>
            </a:r>
            <a:r>
              <a:rPr lang="en-US" dirty="0">
                <a:solidFill>
                  <a:srgbClr val="FFFFFF"/>
                </a:solidFill>
              </a:rPr>
              <a:t>/ DOC ID / Month XX, 2017 / © 2017 IBM Corporation</a:t>
            </a:r>
          </a:p>
        </p:txBody>
      </p:sp>
      <p:sp>
        <p:nvSpPr>
          <p:cNvPr id="6" name="Title 5"/>
          <p:cNvSpPr>
            <a:spLocks noGrp="1"/>
          </p:cNvSpPr>
          <p:nvPr>
            <p:ph type="title"/>
          </p:nvPr>
        </p:nvSpPr>
        <p:spPr>
          <a:xfrm>
            <a:off x="304801" y="304801"/>
            <a:ext cx="6096001" cy="1151468"/>
          </a:xfrm>
          <a:solidFill>
            <a:schemeClr val="tx1"/>
          </a:solidFill>
        </p:spPr>
        <p:txBody>
          <a:bodyPr lIns="0" tIns="0" rIns="0" bIns="228600"/>
          <a:lstStyle>
            <a:lvl1pPr>
              <a:defRPr sz="3200">
                <a:solidFill>
                  <a:schemeClr val="bg2"/>
                </a:solidFill>
              </a:defRPr>
            </a:lvl1pPr>
          </a:lstStyle>
          <a:p>
            <a:r>
              <a:rPr lang="en-US" dirty="0"/>
              <a:t>Click to edit Master title style</a:t>
            </a:r>
          </a:p>
        </p:txBody>
      </p:sp>
      <p:pic>
        <p:nvPicPr>
          <p:cNvPr id="11" name="Picture 10">
            <a:hlinkClick r:id="rId2" action="ppaction://hlinksldjump"/>
            <a:extLst>
              <a:ext uri="{FF2B5EF4-FFF2-40B4-BE49-F238E27FC236}">
                <a16:creationId xmlns:a16="http://schemas.microsoft.com/office/drawing/2014/main" id="{1C5E55B7-B081-0745-BE92-4EE926BA71F6}"/>
              </a:ext>
            </a:extLst>
          </p:cNvPr>
          <p:cNvPicPr>
            <a:picLocks noChangeAspect="1"/>
          </p:cNvPicPr>
          <p:nvPr userDrawn="1"/>
        </p:nvPicPr>
        <p:blipFill>
          <a:blip r:embed="rId3"/>
          <a:stretch>
            <a:fillRect/>
          </a:stretch>
        </p:blipFill>
        <p:spPr>
          <a:xfrm>
            <a:off x="12034033" y="6700033"/>
            <a:ext cx="94087" cy="9408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userDrawn="1">
  <p:cSld name="4 boxes on bottom">
    <p:spTree>
      <p:nvGrpSpPr>
        <p:cNvPr id="1" name=""/>
        <p:cNvGrpSpPr/>
        <p:nvPr/>
      </p:nvGrpSpPr>
      <p:grpSpPr>
        <a:xfrm>
          <a:off x="0" y="0"/>
          <a:ext cx="0" cy="0"/>
          <a:chOff x="0" y="0"/>
          <a:chExt cx="0" cy="0"/>
        </a:xfrm>
      </p:grpSpPr>
      <p:sp>
        <p:nvSpPr>
          <p:cNvPr id="16" name="Footer Placeholder 3"/>
          <p:cNvSpPr>
            <a:spLocks noGrp="1"/>
          </p:cNvSpPr>
          <p:nvPr>
            <p:ph type="ftr" sz="quarter" idx="11"/>
          </p:nvPr>
        </p:nvSpPr>
        <p:spPr>
          <a:xfrm>
            <a:off x="304800" y="6526747"/>
            <a:ext cx="8534400" cy="182880"/>
          </a:xfrm>
        </p:spPr>
        <p:txBody>
          <a:bodyPr/>
          <a:lstStyle/>
          <a:p>
            <a:r>
              <a:rPr lang="en-US" dirty="0">
                <a:solidFill>
                  <a:srgbClr val="FFFFFF"/>
                </a:solidFill>
              </a:rPr>
              <a:t>IBM </a:t>
            </a:r>
            <a:r>
              <a:rPr lang="en-US" dirty="0">
                <a:solidFill>
                  <a:srgbClr val="FFFFFF"/>
                </a:solidFill>
                <a:cs typeface="IBM Plex Sans"/>
              </a:rPr>
              <a:t>Cloud</a:t>
            </a:r>
            <a:r>
              <a:rPr lang="en-US" dirty="0">
                <a:solidFill>
                  <a:srgbClr val="FFFFFF"/>
                </a:solidFill>
              </a:rPr>
              <a:t>/ DOC ID / Month XX, 2017 / © 2017 IBM Corporation</a:t>
            </a:r>
          </a:p>
        </p:txBody>
      </p:sp>
      <p:sp>
        <p:nvSpPr>
          <p:cNvPr id="17" name="Title 1"/>
          <p:cNvSpPr>
            <a:spLocks noGrp="1"/>
          </p:cNvSpPr>
          <p:nvPr>
            <p:ph type="title"/>
          </p:nvPr>
        </p:nvSpPr>
        <p:spPr>
          <a:xfrm>
            <a:off x="304800" y="268224"/>
            <a:ext cx="5486400" cy="508000"/>
          </a:xfrm>
        </p:spPr>
        <p:txBody>
          <a:bodyPr/>
          <a:lstStyle/>
          <a:p>
            <a:r>
              <a:rPr lang="en-US"/>
              <a:t>Click to edit Master title style</a:t>
            </a:r>
            <a:endParaRPr lang="en-US" dirty="0"/>
          </a:p>
        </p:txBody>
      </p:sp>
      <p:sp>
        <p:nvSpPr>
          <p:cNvPr id="3" name="Text Placeholder 2"/>
          <p:cNvSpPr>
            <a:spLocks noGrp="1"/>
          </p:cNvSpPr>
          <p:nvPr>
            <p:ph type="body" sz="quarter" idx="19"/>
          </p:nvPr>
        </p:nvSpPr>
        <p:spPr>
          <a:xfrm>
            <a:off x="0" y="3425952"/>
            <a:ext cx="3048000" cy="3432048"/>
          </a:xfrm>
          <a:solidFill>
            <a:srgbClr val="0064FF"/>
          </a:solidFill>
        </p:spPr>
        <p:txBody>
          <a:bodyPr lIns="182880" tIns="228600" rIns="182880" bIns="228600"/>
          <a:lstStyle>
            <a:lvl1pPr>
              <a:defRPr b="1">
                <a:latin typeface="IBM Plex Sans SemiBold"/>
                <a:cs typeface="IBM Plex Sans SemiBold"/>
              </a:defRPr>
            </a:lvl1pPr>
            <a:lvl2pPr marL="0" indent="0">
              <a:buNone/>
              <a:defRPr sz="1600">
                <a:latin typeface="IBM Plex Sans Light"/>
                <a:cs typeface="IBM Plex Sans Light"/>
              </a:defRPr>
            </a:lvl2pPr>
            <a:lvl3pPr marL="158747" indent="-158747">
              <a:defRPr sz="1600">
                <a:latin typeface="IBM Plex Sans Light"/>
                <a:cs typeface="IBM Plex Sans Light"/>
              </a:defRPr>
            </a:lvl3pPr>
            <a:lvl4pPr>
              <a:defRPr sz="1600">
                <a:latin typeface="IBM Plex Sans Light"/>
                <a:cs typeface="IBM Plex Sans Light"/>
              </a:defRPr>
            </a:lvl4pPr>
            <a:lvl5pPr>
              <a:defRPr sz="1600">
                <a:latin typeface="IBM Plex Sans Light"/>
                <a:cs typeface="IBM Plex Sans Ligh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2"/>
          <p:cNvSpPr>
            <a:spLocks noGrp="1"/>
          </p:cNvSpPr>
          <p:nvPr>
            <p:ph type="body" sz="quarter" idx="20"/>
          </p:nvPr>
        </p:nvSpPr>
        <p:spPr>
          <a:xfrm>
            <a:off x="3048000" y="3432049"/>
            <a:ext cx="3048000" cy="3432048"/>
          </a:xfrm>
          <a:solidFill>
            <a:srgbClr val="001690"/>
          </a:solidFill>
        </p:spPr>
        <p:txBody>
          <a:bodyPr lIns="182880" tIns="228600" rIns="182880" bIns="228600"/>
          <a:lstStyle>
            <a:lvl1pPr>
              <a:defRPr b="1">
                <a:latin typeface="IBM Plex Sans SemiBold"/>
                <a:cs typeface="IBM Plex Sans SemiBold"/>
              </a:defRPr>
            </a:lvl1pPr>
            <a:lvl2pPr marL="0" indent="0">
              <a:buNone/>
              <a:defRPr sz="1600">
                <a:latin typeface="IBM Plex Sans Light"/>
                <a:cs typeface="IBM Plex Sans Light"/>
              </a:defRPr>
            </a:lvl2pPr>
            <a:lvl3pPr marL="158747" indent="-158747">
              <a:defRPr sz="1600">
                <a:latin typeface="IBM Plex Sans Light"/>
                <a:cs typeface="IBM Plex Sans Light"/>
              </a:defRPr>
            </a:lvl3pPr>
            <a:lvl4pPr>
              <a:defRPr sz="1600">
                <a:latin typeface="IBM Plex Sans Light"/>
                <a:cs typeface="IBM Plex Sans Light"/>
              </a:defRPr>
            </a:lvl4pPr>
            <a:lvl5pPr>
              <a:defRPr sz="1600">
                <a:latin typeface="IBM Plex Sans Light"/>
                <a:cs typeface="IBM Plex Sans Ligh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2"/>
          <p:cNvSpPr>
            <a:spLocks noGrp="1"/>
          </p:cNvSpPr>
          <p:nvPr>
            <p:ph type="body" sz="quarter" idx="21"/>
          </p:nvPr>
        </p:nvSpPr>
        <p:spPr>
          <a:xfrm>
            <a:off x="6096000" y="3429000"/>
            <a:ext cx="3048000" cy="3432048"/>
          </a:xfrm>
          <a:solidFill>
            <a:srgbClr val="0064FF"/>
          </a:solidFill>
        </p:spPr>
        <p:txBody>
          <a:bodyPr lIns="182880" tIns="228600" rIns="182880" bIns="228600"/>
          <a:lstStyle>
            <a:lvl1pPr>
              <a:defRPr b="1">
                <a:latin typeface="IBM Plex Sans SemiBold"/>
                <a:cs typeface="IBM Plex Sans SemiBold"/>
              </a:defRPr>
            </a:lvl1pPr>
            <a:lvl2pPr marL="0" indent="0">
              <a:buNone/>
              <a:defRPr sz="1600">
                <a:latin typeface="IBM Plex Sans Light"/>
                <a:cs typeface="IBM Plex Sans Light"/>
              </a:defRPr>
            </a:lvl2pPr>
            <a:lvl3pPr marL="158747" indent="-158747">
              <a:defRPr sz="1600">
                <a:latin typeface="IBM Plex Sans Light"/>
                <a:cs typeface="IBM Plex Sans Light"/>
              </a:defRPr>
            </a:lvl3pPr>
            <a:lvl4pPr>
              <a:defRPr sz="1600">
                <a:latin typeface="IBM Plex Sans Light"/>
                <a:cs typeface="IBM Plex Sans Light"/>
              </a:defRPr>
            </a:lvl4pPr>
            <a:lvl5pPr>
              <a:defRPr sz="1600">
                <a:latin typeface="IBM Plex Sans Light"/>
                <a:cs typeface="IBM Plex Sans Ligh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2"/>
          <p:cNvSpPr>
            <a:spLocks noGrp="1"/>
          </p:cNvSpPr>
          <p:nvPr>
            <p:ph type="body" sz="quarter" idx="22"/>
          </p:nvPr>
        </p:nvSpPr>
        <p:spPr>
          <a:xfrm>
            <a:off x="9144000" y="3429000"/>
            <a:ext cx="3048000" cy="3432048"/>
          </a:xfrm>
          <a:solidFill>
            <a:srgbClr val="001690"/>
          </a:solidFill>
        </p:spPr>
        <p:txBody>
          <a:bodyPr lIns="182880" tIns="228600" rIns="182880" bIns="228600"/>
          <a:lstStyle>
            <a:lvl1pPr>
              <a:defRPr b="1">
                <a:latin typeface="IBM Plex Sans SemiBold"/>
                <a:cs typeface="IBM Plex Sans SemiBold"/>
              </a:defRPr>
            </a:lvl1pPr>
            <a:lvl2pPr marL="0" indent="0">
              <a:buNone/>
              <a:defRPr sz="1600">
                <a:latin typeface="IBM Plex Sans Light"/>
                <a:cs typeface="IBM Plex Sans Light"/>
              </a:defRPr>
            </a:lvl2pPr>
            <a:lvl3pPr marL="158747" indent="-158747">
              <a:defRPr sz="1600">
                <a:latin typeface="IBM Plex Sans Light"/>
                <a:cs typeface="IBM Plex Sans Light"/>
              </a:defRPr>
            </a:lvl3pPr>
            <a:lvl4pPr>
              <a:defRPr sz="1600">
                <a:latin typeface="IBM Plex Sans Light"/>
                <a:cs typeface="IBM Plex Sans Light"/>
              </a:defRPr>
            </a:lvl4pPr>
            <a:lvl5pPr>
              <a:defRPr sz="1600">
                <a:latin typeface="IBM Plex Sans Light"/>
                <a:cs typeface="IBM Plex Sans Ligh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quarter" idx="23"/>
          </p:nvPr>
        </p:nvSpPr>
        <p:spPr>
          <a:xfrm>
            <a:off x="304800" y="1004007"/>
            <a:ext cx="5486400" cy="1435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6"/>
          <p:cNvSpPr>
            <a:spLocks noGrp="1"/>
          </p:cNvSpPr>
          <p:nvPr>
            <p:ph type="sldNum" sz="quarter" idx="4"/>
          </p:nvPr>
        </p:nvSpPr>
        <p:spPr>
          <a:xfrm>
            <a:off x="9144000" y="6526747"/>
            <a:ext cx="2743200" cy="182880"/>
          </a:xfrm>
          <a:prstGeom prst="rect">
            <a:avLst/>
          </a:prstGeom>
        </p:spPr>
        <p:txBody>
          <a:bodyPr vert="horz" lIns="0" tIns="0" rIns="0" bIns="0" rtlCol="0" anchor="ctr">
            <a:noAutofit/>
          </a:bodyPr>
          <a:lstStyle>
            <a:lvl1pPr algn="r">
              <a:lnSpc>
                <a:spcPct val="90000"/>
              </a:lnSpc>
              <a:defRPr sz="800" kern="200" spc="-53" baseline="0">
                <a:solidFill>
                  <a:schemeClr val="bg2"/>
                </a:solidFill>
                <a:latin typeface="IBM Plex Sans"/>
                <a:ea typeface="IBM Plex Sans"/>
                <a:cs typeface="IBM Plex Sans"/>
              </a:defRPr>
            </a:lvl1pPr>
          </a:lstStyle>
          <a:p>
            <a:fld id="{3FD999D4-B456-9943-89B7-30D56181CE18}" type="slidenum">
              <a:rPr lang="en-US" smtClean="0">
                <a:solidFill>
                  <a:srgbClr val="FFFFFF"/>
                </a:solidFill>
              </a:rPr>
              <a:pPr/>
              <a:t>‹#›</a:t>
            </a:fld>
            <a:endParaRPr lang="en-US" dirty="0">
              <a:solidFill>
                <a:srgbClr val="FFFFFF"/>
              </a:solidFill>
            </a:endParaRPr>
          </a:p>
        </p:txBody>
      </p:sp>
      <p:pic>
        <p:nvPicPr>
          <p:cNvPr id="14" name="Picture 13">
            <a:hlinkClick r:id="rId2" action="ppaction://hlinksldjump"/>
            <a:extLst>
              <a:ext uri="{FF2B5EF4-FFF2-40B4-BE49-F238E27FC236}">
                <a16:creationId xmlns:a16="http://schemas.microsoft.com/office/drawing/2014/main" id="{52FE8270-D7F6-6C4A-A520-A339ACC7476C}"/>
              </a:ext>
            </a:extLst>
          </p:cNvPr>
          <p:cNvPicPr>
            <a:picLocks noChangeAspect="1"/>
          </p:cNvPicPr>
          <p:nvPr userDrawn="1"/>
        </p:nvPicPr>
        <p:blipFill>
          <a:blip r:embed="rId3"/>
          <a:stretch>
            <a:fillRect/>
          </a:stretch>
        </p:blipFill>
        <p:spPr>
          <a:xfrm>
            <a:off x="12034033" y="6700033"/>
            <a:ext cx="94087" cy="9408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59.xml><?xml version="1.0" encoding="utf-8"?>
<p:sldLayout xmlns:a="http://schemas.openxmlformats.org/drawingml/2006/main" xmlns:r="http://schemas.openxmlformats.org/officeDocument/2006/relationships" xmlns:p="http://schemas.openxmlformats.org/presentationml/2006/main" preserve="1" userDrawn="1">
  <p:cSld name="boxes in middle">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6" name="Title 5"/>
          <p:cNvSpPr>
            <a:spLocks noGrp="1"/>
          </p:cNvSpPr>
          <p:nvPr>
            <p:ph type="title"/>
          </p:nvPr>
        </p:nvSpPr>
        <p:spPr>
          <a:xfrm>
            <a:off x="-1" y="-1"/>
            <a:ext cx="6096001" cy="1392297"/>
          </a:xfrm>
          <a:solidFill>
            <a:schemeClr val="tx1"/>
          </a:solidFill>
        </p:spPr>
        <p:txBody>
          <a:bodyPr lIns="228600" tIns="155448" rIns="228600" bIns="228600"/>
          <a:lstStyle>
            <a:lvl1pPr>
              <a:defRPr sz="3200">
                <a:solidFill>
                  <a:schemeClr val="bg2"/>
                </a:solidFill>
              </a:defRPr>
            </a:lvl1pPr>
          </a:lstStyle>
          <a:p>
            <a:r>
              <a:rPr lang="en-US"/>
              <a:t>Click to edit Master title style</a:t>
            </a:r>
            <a:endParaRPr lang="en-US" dirty="0"/>
          </a:p>
        </p:txBody>
      </p:sp>
      <p:sp>
        <p:nvSpPr>
          <p:cNvPr id="11" name="Footer Placeholder 3"/>
          <p:cNvSpPr>
            <a:spLocks noGrp="1"/>
          </p:cNvSpPr>
          <p:nvPr>
            <p:ph type="ftr" sz="quarter" idx="11"/>
          </p:nvPr>
        </p:nvSpPr>
        <p:spPr>
          <a:xfrm>
            <a:off x="304800" y="6526747"/>
            <a:ext cx="8534400" cy="182880"/>
          </a:xfrm>
        </p:spPr>
        <p:txBody>
          <a:bodyPr/>
          <a:lstStyle/>
          <a:p>
            <a:r>
              <a:rPr lang="en-US" dirty="0">
                <a:solidFill>
                  <a:srgbClr val="FFFFFF"/>
                </a:solidFill>
              </a:rPr>
              <a:t>IBM </a:t>
            </a:r>
            <a:r>
              <a:rPr lang="en-US" dirty="0">
                <a:solidFill>
                  <a:srgbClr val="FFFFFF"/>
                </a:solidFill>
                <a:cs typeface="IBM Plex Sans"/>
              </a:rPr>
              <a:t>Cloud</a:t>
            </a:r>
            <a:r>
              <a:rPr lang="en-US" dirty="0">
                <a:solidFill>
                  <a:srgbClr val="FFFFFF"/>
                </a:solidFill>
              </a:rPr>
              <a:t>/ DOC ID / Month XX, 2017 / © 2017 IBM Corporation</a:t>
            </a:r>
          </a:p>
        </p:txBody>
      </p:sp>
      <p:sp>
        <p:nvSpPr>
          <p:cNvPr id="9" name="Text Placeholder 2"/>
          <p:cNvSpPr>
            <a:spLocks noGrp="1"/>
          </p:cNvSpPr>
          <p:nvPr>
            <p:ph type="body" sz="quarter" idx="19"/>
          </p:nvPr>
        </p:nvSpPr>
        <p:spPr>
          <a:xfrm>
            <a:off x="0" y="3435099"/>
            <a:ext cx="3048000" cy="3432048"/>
          </a:xfrm>
          <a:solidFill>
            <a:srgbClr val="0064FF"/>
          </a:solidFill>
        </p:spPr>
        <p:txBody>
          <a:bodyPr lIns="182880" tIns="228600" rIns="182880" bIns="228600"/>
          <a:lstStyle>
            <a:lvl1pPr>
              <a:defRPr b="1">
                <a:latin typeface="IBM Plex Sans SemiBold"/>
                <a:cs typeface="IBM Plex Sans SemiBold"/>
              </a:defRPr>
            </a:lvl1pPr>
            <a:lvl2pPr marL="0" indent="0">
              <a:buNone/>
              <a:defRPr sz="1600">
                <a:latin typeface="IBM Plex Sans Light"/>
                <a:cs typeface="IBM Plex Sans Light"/>
              </a:defRPr>
            </a:lvl2pPr>
            <a:lvl3pPr marL="158747" indent="-158747">
              <a:defRPr sz="1600">
                <a:latin typeface="IBM Plex Sans Light"/>
                <a:cs typeface="IBM Plex Sans Light"/>
              </a:defRPr>
            </a:lvl3pPr>
            <a:lvl4pPr>
              <a:defRPr sz="1600">
                <a:latin typeface="IBM Plex Sans Light"/>
                <a:cs typeface="IBM Plex Sans Light"/>
              </a:defRPr>
            </a:lvl4pPr>
            <a:lvl5pPr>
              <a:defRPr sz="1600">
                <a:latin typeface="IBM Plex Sans Light"/>
                <a:cs typeface="IBM Plex Sans Ligh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2"/>
          <p:cNvSpPr>
            <a:spLocks noGrp="1"/>
          </p:cNvSpPr>
          <p:nvPr>
            <p:ph type="body" sz="quarter" idx="20"/>
          </p:nvPr>
        </p:nvSpPr>
        <p:spPr>
          <a:xfrm>
            <a:off x="3048000" y="3441196"/>
            <a:ext cx="3048000" cy="3432048"/>
          </a:xfrm>
          <a:solidFill>
            <a:srgbClr val="001690"/>
          </a:solidFill>
        </p:spPr>
        <p:txBody>
          <a:bodyPr lIns="182880" tIns="228600" rIns="182880" bIns="228600"/>
          <a:lstStyle>
            <a:lvl1pPr>
              <a:defRPr b="1">
                <a:latin typeface="IBM Plex Sans SemiBold"/>
                <a:cs typeface="IBM Plex Sans SemiBold"/>
              </a:defRPr>
            </a:lvl1pPr>
            <a:lvl2pPr marL="0" indent="0">
              <a:buNone/>
              <a:defRPr sz="1600">
                <a:latin typeface="IBM Plex Sans Light"/>
                <a:cs typeface="IBM Plex Sans Light"/>
              </a:defRPr>
            </a:lvl2pPr>
            <a:lvl3pPr marL="158747" indent="-158747">
              <a:defRPr sz="1600">
                <a:latin typeface="IBM Plex Sans Light"/>
                <a:cs typeface="IBM Plex Sans Light"/>
              </a:defRPr>
            </a:lvl3pPr>
            <a:lvl4pPr>
              <a:defRPr sz="1600">
                <a:latin typeface="IBM Plex Sans Light"/>
                <a:cs typeface="IBM Plex Sans Light"/>
              </a:defRPr>
            </a:lvl4pPr>
            <a:lvl5pPr>
              <a:defRPr sz="1600">
                <a:latin typeface="IBM Plex Sans Light"/>
                <a:cs typeface="IBM Plex Sans Ligh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2"/>
          <p:cNvSpPr>
            <a:spLocks noGrp="1"/>
          </p:cNvSpPr>
          <p:nvPr>
            <p:ph type="body" sz="quarter" idx="21"/>
          </p:nvPr>
        </p:nvSpPr>
        <p:spPr>
          <a:xfrm>
            <a:off x="6096000" y="3438147"/>
            <a:ext cx="3048000" cy="3432048"/>
          </a:xfrm>
          <a:solidFill>
            <a:srgbClr val="0064FF"/>
          </a:solidFill>
        </p:spPr>
        <p:txBody>
          <a:bodyPr lIns="182880" tIns="228600" rIns="182880" bIns="228600"/>
          <a:lstStyle>
            <a:lvl1pPr>
              <a:defRPr b="1">
                <a:latin typeface="IBM Plex Sans SemiBold"/>
                <a:cs typeface="IBM Plex Sans SemiBold"/>
              </a:defRPr>
            </a:lvl1pPr>
            <a:lvl2pPr marL="0" indent="0">
              <a:buNone/>
              <a:defRPr sz="1600">
                <a:latin typeface="IBM Plex Sans Light"/>
                <a:cs typeface="IBM Plex Sans Light"/>
              </a:defRPr>
            </a:lvl2pPr>
            <a:lvl3pPr marL="158747" indent="-158747">
              <a:defRPr sz="1600">
                <a:latin typeface="IBM Plex Sans Light"/>
                <a:cs typeface="IBM Plex Sans Light"/>
              </a:defRPr>
            </a:lvl3pPr>
            <a:lvl4pPr>
              <a:defRPr sz="1600">
                <a:latin typeface="IBM Plex Sans Light"/>
                <a:cs typeface="IBM Plex Sans Light"/>
              </a:defRPr>
            </a:lvl4pPr>
            <a:lvl5pPr>
              <a:defRPr sz="1600">
                <a:latin typeface="IBM Plex Sans Light"/>
                <a:cs typeface="IBM Plex Sans Ligh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2"/>
          <p:cNvSpPr>
            <a:spLocks noGrp="1"/>
          </p:cNvSpPr>
          <p:nvPr>
            <p:ph type="body" sz="quarter" idx="22"/>
          </p:nvPr>
        </p:nvSpPr>
        <p:spPr>
          <a:xfrm>
            <a:off x="9144000" y="3438147"/>
            <a:ext cx="3048000" cy="3432048"/>
          </a:xfrm>
          <a:solidFill>
            <a:srgbClr val="001690"/>
          </a:solidFill>
        </p:spPr>
        <p:txBody>
          <a:bodyPr lIns="182880" tIns="228600" rIns="182880" bIns="228600"/>
          <a:lstStyle>
            <a:lvl1pPr>
              <a:defRPr b="1">
                <a:latin typeface="IBM Plex Sans SemiBold"/>
                <a:cs typeface="IBM Plex Sans SemiBold"/>
              </a:defRPr>
            </a:lvl1pPr>
            <a:lvl2pPr marL="0" indent="0">
              <a:buNone/>
              <a:defRPr sz="1600">
                <a:latin typeface="IBM Plex Sans Light"/>
                <a:cs typeface="IBM Plex Sans Light"/>
              </a:defRPr>
            </a:lvl2pPr>
            <a:lvl3pPr marL="158747" indent="-158747">
              <a:defRPr sz="1600">
                <a:latin typeface="IBM Plex Sans Light"/>
                <a:cs typeface="IBM Plex Sans Light"/>
              </a:defRPr>
            </a:lvl3pPr>
            <a:lvl4pPr>
              <a:defRPr sz="1600">
                <a:latin typeface="IBM Plex Sans Light"/>
                <a:cs typeface="IBM Plex Sans Light"/>
              </a:defRPr>
            </a:lvl4pPr>
            <a:lvl5pPr>
              <a:defRPr sz="1600">
                <a:latin typeface="IBM Plex Sans Light"/>
                <a:cs typeface="IBM Plex Sans Ligh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4" name="Picture 13">
            <a:hlinkClick r:id="rId2" action="ppaction://hlinksldjump"/>
            <a:extLst>
              <a:ext uri="{FF2B5EF4-FFF2-40B4-BE49-F238E27FC236}">
                <a16:creationId xmlns:a16="http://schemas.microsoft.com/office/drawing/2014/main" id="{82FEA251-893D-5243-B08B-D25B3D54AEFA}"/>
              </a:ext>
            </a:extLst>
          </p:cNvPr>
          <p:cNvPicPr>
            <a:picLocks noChangeAspect="1"/>
          </p:cNvPicPr>
          <p:nvPr userDrawn="1"/>
        </p:nvPicPr>
        <p:blipFill>
          <a:blip r:embed="rId3"/>
          <a:stretch>
            <a:fillRect/>
          </a:stretch>
        </p:blipFill>
        <p:spPr>
          <a:xfrm>
            <a:off x="12034033" y="6700033"/>
            <a:ext cx="94087" cy="9408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60.xml><?xml version="1.0" encoding="utf-8"?>
<p:sldLayout xmlns:a="http://schemas.openxmlformats.org/drawingml/2006/main" xmlns:r="http://schemas.openxmlformats.org/officeDocument/2006/relationships" xmlns:p="http://schemas.openxmlformats.org/presentationml/2006/main" preserve="1" userDrawn="1">
  <p:cSld name="2_boxes (1 large, 4 small)">
    <p:spTree>
      <p:nvGrpSpPr>
        <p:cNvPr id="1" name=""/>
        <p:cNvGrpSpPr/>
        <p:nvPr/>
      </p:nvGrpSpPr>
      <p:grpSpPr>
        <a:xfrm>
          <a:off x="0" y="0"/>
          <a:ext cx="0" cy="0"/>
          <a:chOff x="0" y="0"/>
          <a:chExt cx="0" cy="0"/>
        </a:xfrm>
      </p:grpSpPr>
      <p:sp>
        <p:nvSpPr>
          <p:cNvPr id="10" name="Content Placeholder 9"/>
          <p:cNvSpPr>
            <a:spLocks noGrp="1"/>
          </p:cNvSpPr>
          <p:nvPr>
            <p:ph sz="quarter" idx="16"/>
          </p:nvPr>
        </p:nvSpPr>
        <p:spPr>
          <a:xfrm>
            <a:off x="6096002" y="3429000"/>
            <a:ext cx="6095996" cy="3429000"/>
          </a:xfrm>
          <a:solidFill>
            <a:srgbClr val="0064FF"/>
          </a:solidFill>
        </p:spPr>
        <p:txBody>
          <a:bodyPr lIns="228600" tIns="192024" rIns="228600" bIns="228600"/>
          <a:lstStyle>
            <a:lvl1pPr>
              <a:defRPr sz="1867">
                <a:solidFill>
                  <a:schemeClr val="bg2"/>
                </a:solidFill>
                <a:latin typeface="IBM Plex Sans SemiBold"/>
                <a:cs typeface="IBM Plex Sans SemiBold"/>
              </a:defRPr>
            </a:lvl1pPr>
          </a:lstStyle>
          <a:p>
            <a:pPr lvl="0"/>
            <a:r>
              <a:rPr lang="en-US"/>
              <a:t>Click to edit Master text styles</a:t>
            </a:r>
          </a:p>
        </p:txBody>
      </p:sp>
      <p:sp>
        <p:nvSpPr>
          <p:cNvPr id="14" name="Content Placeholder 13"/>
          <p:cNvSpPr>
            <a:spLocks noGrp="1"/>
          </p:cNvSpPr>
          <p:nvPr>
            <p:ph sz="quarter" idx="17"/>
          </p:nvPr>
        </p:nvSpPr>
        <p:spPr>
          <a:xfrm>
            <a:off x="6096001" y="0"/>
            <a:ext cx="6096000" cy="3429000"/>
          </a:xfrm>
          <a:solidFill>
            <a:srgbClr val="001690"/>
          </a:solidFill>
        </p:spPr>
        <p:txBody>
          <a:bodyPr lIns="228600" tIns="192024" rIns="228600" bIns="228600"/>
          <a:lstStyle>
            <a:lvl1pPr>
              <a:defRPr sz="1867">
                <a:solidFill>
                  <a:schemeClr val="bg2"/>
                </a:solidFill>
                <a:latin typeface="IBM Plex Sans SemiBold"/>
                <a:cs typeface="IBM Plex Sans SemiBold"/>
              </a:defRPr>
            </a:lvl1pPr>
          </a:lstStyle>
          <a:p>
            <a:pPr lvl="0"/>
            <a:r>
              <a:rPr lang="en-US"/>
              <a:t>Click to edit Master text styles</a:t>
            </a:r>
          </a:p>
        </p:txBody>
      </p:sp>
      <p:sp>
        <p:nvSpPr>
          <p:cNvPr id="5" name="Content Placeholder 4"/>
          <p:cNvSpPr>
            <a:spLocks noGrp="1"/>
          </p:cNvSpPr>
          <p:nvPr>
            <p:ph sz="quarter" idx="18"/>
          </p:nvPr>
        </p:nvSpPr>
        <p:spPr>
          <a:xfrm>
            <a:off x="0" y="3429000"/>
            <a:ext cx="6096000" cy="3429000"/>
          </a:xfrm>
          <a:solidFill>
            <a:srgbClr val="001690"/>
          </a:solidFill>
        </p:spPr>
        <p:txBody>
          <a:bodyPr lIns="228600" tIns="192024" rIns="228600" bIns="228600"/>
          <a:lstStyle>
            <a:lvl1pPr>
              <a:defRPr sz="1867">
                <a:solidFill>
                  <a:schemeClr val="bg2"/>
                </a:solidFill>
                <a:latin typeface="IBM Plex Sans SemiBold"/>
                <a:cs typeface="IBM Plex Sans SemiBold"/>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Click to edit Master text styles</a:t>
            </a:r>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6" name="Title 5"/>
          <p:cNvSpPr>
            <a:spLocks noGrp="1"/>
          </p:cNvSpPr>
          <p:nvPr>
            <p:ph type="title"/>
          </p:nvPr>
        </p:nvSpPr>
        <p:spPr>
          <a:xfrm>
            <a:off x="-1" y="-1"/>
            <a:ext cx="6096001" cy="1392297"/>
          </a:xfrm>
          <a:noFill/>
        </p:spPr>
        <p:txBody>
          <a:bodyPr lIns="228600" tIns="155448" rIns="228600" bIns="228600"/>
          <a:lstStyle>
            <a:lvl1pPr>
              <a:defRPr sz="3200">
                <a:solidFill>
                  <a:schemeClr val="bg2"/>
                </a:solidFill>
              </a:defRPr>
            </a:lvl1pPr>
          </a:lstStyle>
          <a:p>
            <a:r>
              <a:rPr lang="en-US"/>
              <a:t>Click to edit Master title style</a:t>
            </a:r>
            <a:endParaRPr lang="en-US" dirty="0"/>
          </a:p>
        </p:txBody>
      </p:sp>
      <p:sp>
        <p:nvSpPr>
          <p:cNvPr id="11" name="Footer Placeholder 3"/>
          <p:cNvSpPr>
            <a:spLocks noGrp="1"/>
          </p:cNvSpPr>
          <p:nvPr>
            <p:ph type="ftr" sz="quarter" idx="11"/>
          </p:nvPr>
        </p:nvSpPr>
        <p:spPr>
          <a:xfrm>
            <a:off x="304800" y="6526747"/>
            <a:ext cx="8534400" cy="182880"/>
          </a:xfrm>
        </p:spPr>
        <p:txBody>
          <a:bodyPr/>
          <a:lstStyle/>
          <a:p>
            <a:r>
              <a:rPr lang="en-US" dirty="0">
                <a:solidFill>
                  <a:srgbClr val="FFFFFF"/>
                </a:solidFill>
              </a:rPr>
              <a:t>IBM </a:t>
            </a:r>
            <a:r>
              <a:rPr lang="en-US" dirty="0">
                <a:solidFill>
                  <a:srgbClr val="FFFFFF"/>
                </a:solidFill>
                <a:cs typeface="IBM Plex Sans"/>
              </a:rPr>
              <a:t>Cloud</a:t>
            </a:r>
            <a:r>
              <a:rPr lang="en-US" dirty="0">
                <a:solidFill>
                  <a:srgbClr val="FFFFFF"/>
                </a:solidFill>
              </a:rPr>
              <a:t>/ DOC ID / Month XX, 2017 / © 2017 IBM Corporation</a:t>
            </a:r>
          </a:p>
        </p:txBody>
      </p:sp>
      <p:pic>
        <p:nvPicPr>
          <p:cNvPr id="9" name="Picture 8">
            <a:hlinkClick r:id="rId2" action="ppaction://hlinksldjump"/>
            <a:extLst>
              <a:ext uri="{FF2B5EF4-FFF2-40B4-BE49-F238E27FC236}">
                <a16:creationId xmlns:a16="http://schemas.microsoft.com/office/drawing/2014/main" id="{1EA35B42-A4E0-8C49-9FC3-D76D6E1D9AE2}"/>
              </a:ext>
            </a:extLst>
          </p:cNvPr>
          <p:cNvPicPr>
            <a:picLocks noChangeAspect="1"/>
          </p:cNvPicPr>
          <p:nvPr userDrawn="1"/>
        </p:nvPicPr>
        <p:blipFill>
          <a:blip r:embed="rId3"/>
          <a:stretch>
            <a:fillRect/>
          </a:stretch>
        </p:blipFill>
        <p:spPr>
          <a:xfrm>
            <a:off x="12034033" y="6700033"/>
            <a:ext cx="94087" cy="9408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61.xml><?xml version="1.0" encoding="utf-8"?>
<p:sldLayout xmlns:a="http://schemas.openxmlformats.org/drawingml/2006/main" xmlns:r="http://schemas.openxmlformats.org/officeDocument/2006/relationships" xmlns:p="http://schemas.openxmlformats.org/presentationml/2006/main" preserve="1" userDrawn="1">
  <p:cSld name="1_Boxes, with headers">
    <p:spTree>
      <p:nvGrpSpPr>
        <p:cNvPr id="1" name=""/>
        <p:cNvGrpSpPr/>
        <p:nvPr/>
      </p:nvGrpSpPr>
      <p:grpSpPr>
        <a:xfrm>
          <a:off x="0" y="0"/>
          <a:ext cx="0" cy="0"/>
          <a:chOff x="0" y="0"/>
          <a:chExt cx="0" cy="0"/>
        </a:xfrm>
      </p:grpSpPr>
      <p:sp>
        <p:nvSpPr>
          <p:cNvPr id="9" name="Text Placeholder 2"/>
          <p:cNvSpPr>
            <a:spLocks noGrp="1"/>
          </p:cNvSpPr>
          <p:nvPr>
            <p:ph type="body" sz="quarter" idx="19"/>
          </p:nvPr>
        </p:nvSpPr>
        <p:spPr>
          <a:xfrm>
            <a:off x="0" y="3425952"/>
            <a:ext cx="3048000" cy="3432048"/>
          </a:xfrm>
          <a:solidFill>
            <a:srgbClr val="0064FF"/>
          </a:solidFill>
        </p:spPr>
        <p:txBody>
          <a:bodyPr lIns="182880" tIns="228600" rIns="182880" bIns="228600"/>
          <a:lstStyle>
            <a:lvl1pPr>
              <a:defRPr b="1">
                <a:latin typeface="IBM Plex Sans SemiBold"/>
                <a:cs typeface="IBM Plex Sans SemiBold"/>
              </a:defRPr>
            </a:lvl1pPr>
            <a:lvl2pPr marL="0" indent="0">
              <a:buNone/>
              <a:defRPr sz="1600">
                <a:latin typeface="IBM Plex Sans Light"/>
                <a:cs typeface="IBM Plex Sans Light"/>
              </a:defRPr>
            </a:lvl2pPr>
            <a:lvl3pPr marL="158747" indent="-158747">
              <a:defRPr sz="1600">
                <a:latin typeface="IBM Plex Sans Light"/>
                <a:cs typeface="IBM Plex Sans Light"/>
              </a:defRPr>
            </a:lvl3pPr>
            <a:lvl4pPr>
              <a:defRPr sz="1600">
                <a:latin typeface="IBM Plex Sans Light"/>
                <a:cs typeface="IBM Plex Sans Light"/>
              </a:defRPr>
            </a:lvl4pPr>
            <a:lvl5pPr>
              <a:defRPr sz="1600">
                <a:latin typeface="IBM Plex Sans Light"/>
                <a:cs typeface="IBM Plex Sans Ligh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2"/>
          <p:cNvSpPr>
            <a:spLocks noGrp="1"/>
          </p:cNvSpPr>
          <p:nvPr>
            <p:ph type="body" sz="quarter" idx="20"/>
          </p:nvPr>
        </p:nvSpPr>
        <p:spPr>
          <a:xfrm>
            <a:off x="3048000" y="3432049"/>
            <a:ext cx="3048000" cy="3432048"/>
          </a:xfrm>
          <a:solidFill>
            <a:srgbClr val="001690"/>
          </a:solidFill>
        </p:spPr>
        <p:txBody>
          <a:bodyPr lIns="182880" tIns="228600" rIns="182880" bIns="228600"/>
          <a:lstStyle>
            <a:lvl1pPr>
              <a:defRPr b="1">
                <a:latin typeface="IBM Plex Sans SemiBold"/>
                <a:cs typeface="IBM Plex Sans SemiBold"/>
              </a:defRPr>
            </a:lvl1pPr>
            <a:lvl2pPr marL="0" indent="0">
              <a:buNone/>
              <a:defRPr sz="1600">
                <a:latin typeface="IBM Plex Sans Light"/>
                <a:cs typeface="IBM Plex Sans Light"/>
              </a:defRPr>
            </a:lvl2pPr>
            <a:lvl3pPr marL="158747" indent="-158747">
              <a:defRPr sz="1600">
                <a:latin typeface="IBM Plex Sans Light"/>
                <a:cs typeface="IBM Plex Sans Light"/>
              </a:defRPr>
            </a:lvl3pPr>
            <a:lvl4pPr>
              <a:defRPr sz="1600">
                <a:latin typeface="IBM Plex Sans Light"/>
                <a:cs typeface="IBM Plex Sans Light"/>
              </a:defRPr>
            </a:lvl4pPr>
            <a:lvl5pPr>
              <a:defRPr sz="1600">
                <a:latin typeface="IBM Plex Sans Light"/>
                <a:cs typeface="IBM Plex Sans Ligh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2"/>
          <p:cNvSpPr>
            <a:spLocks noGrp="1"/>
          </p:cNvSpPr>
          <p:nvPr>
            <p:ph type="body" sz="quarter" idx="21"/>
          </p:nvPr>
        </p:nvSpPr>
        <p:spPr>
          <a:xfrm>
            <a:off x="6096000" y="3429000"/>
            <a:ext cx="3048000" cy="3432048"/>
          </a:xfrm>
          <a:solidFill>
            <a:srgbClr val="0064FF"/>
          </a:solidFill>
        </p:spPr>
        <p:txBody>
          <a:bodyPr lIns="182880" tIns="228600" rIns="182880" bIns="228600"/>
          <a:lstStyle>
            <a:lvl1pPr>
              <a:defRPr b="1">
                <a:latin typeface="IBM Plex Sans SemiBold"/>
                <a:cs typeface="IBM Plex Sans SemiBold"/>
              </a:defRPr>
            </a:lvl1pPr>
            <a:lvl2pPr marL="0" indent="0">
              <a:buNone/>
              <a:defRPr sz="1600">
                <a:latin typeface="IBM Plex Sans Light"/>
                <a:cs typeface="IBM Plex Sans Light"/>
              </a:defRPr>
            </a:lvl2pPr>
            <a:lvl3pPr marL="158747" indent="-158747">
              <a:defRPr sz="1600">
                <a:latin typeface="IBM Plex Sans Light"/>
                <a:cs typeface="IBM Plex Sans Light"/>
              </a:defRPr>
            </a:lvl3pPr>
            <a:lvl4pPr>
              <a:defRPr sz="1600">
                <a:latin typeface="IBM Plex Sans Light"/>
                <a:cs typeface="IBM Plex Sans Light"/>
              </a:defRPr>
            </a:lvl4pPr>
            <a:lvl5pPr>
              <a:defRPr sz="1600">
                <a:latin typeface="IBM Plex Sans Light"/>
                <a:cs typeface="IBM Plex Sans Ligh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2"/>
          <p:cNvSpPr>
            <a:spLocks noGrp="1"/>
          </p:cNvSpPr>
          <p:nvPr>
            <p:ph type="body" sz="quarter" idx="22"/>
          </p:nvPr>
        </p:nvSpPr>
        <p:spPr>
          <a:xfrm>
            <a:off x="9144000" y="3429000"/>
            <a:ext cx="3048000" cy="3432048"/>
          </a:xfrm>
          <a:solidFill>
            <a:srgbClr val="001690"/>
          </a:solidFill>
        </p:spPr>
        <p:txBody>
          <a:bodyPr lIns="182880" tIns="228600" rIns="182880" bIns="228600"/>
          <a:lstStyle>
            <a:lvl1pPr>
              <a:defRPr b="1">
                <a:latin typeface="IBM Plex Sans SemiBold"/>
                <a:cs typeface="IBM Plex Sans SemiBold"/>
              </a:defRPr>
            </a:lvl1pPr>
            <a:lvl2pPr marL="0" indent="0">
              <a:buNone/>
              <a:defRPr sz="1600">
                <a:latin typeface="IBM Plex Sans Light"/>
                <a:cs typeface="IBM Plex Sans Light"/>
              </a:defRPr>
            </a:lvl2pPr>
            <a:lvl3pPr marL="158747" indent="-158747">
              <a:defRPr sz="1600">
                <a:latin typeface="IBM Plex Sans Light"/>
                <a:cs typeface="IBM Plex Sans Light"/>
              </a:defRPr>
            </a:lvl3pPr>
            <a:lvl4pPr>
              <a:defRPr sz="1600">
                <a:latin typeface="IBM Plex Sans Light"/>
                <a:cs typeface="IBM Plex Sans Light"/>
              </a:defRPr>
            </a:lvl4pPr>
            <a:lvl5pPr>
              <a:defRPr sz="1600">
                <a:latin typeface="IBM Plex Sans Light"/>
                <a:cs typeface="IBM Plex Sans Ligh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Footer Placeholder 3"/>
          <p:cNvSpPr>
            <a:spLocks noGrp="1"/>
          </p:cNvSpPr>
          <p:nvPr>
            <p:ph type="ftr" sz="quarter" idx="11"/>
          </p:nvPr>
        </p:nvSpPr>
        <p:spPr>
          <a:xfrm>
            <a:off x="304800" y="6526747"/>
            <a:ext cx="8534400" cy="182880"/>
          </a:xfrm>
        </p:spPr>
        <p:txBody>
          <a:bodyPr/>
          <a:lstStyle/>
          <a:p>
            <a:r>
              <a:rPr lang="en-US" dirty="0">
                <a:solidFill>
                  <a:srgbClr val="FFFFFF"/>
                </a:solidFill>
              </a:rPr>
              <a:t>IBM </a:t>
            </a:r>
            <a:r>
              <a:rPr lang="en-US" dirty="0">
                <a:solidFill>
                  <a:srgbClr val="FFFFFF"/>
                </a:solidFill>
                <a:cs typeface="IBM Plex Sans"/>
              </a:rPr>
              <a:t>Cloud</a:t>
            </a:r>
            <a:r>
              <a:rPr lang="en-US" dirty="0">
                <a:solidFill>
                  <a:srgbClr val="FFFFFF"/>
                </a:solidFill>
              </a:rPr>
              <a:t>/ DOC ID / Month XX, 2017 / © 2017 IBM Corporation</a:t>
            </a:r>
          </a:p>
        </p:txBody>
      </p:sp>
      <p:sp>
        <p:nvSpPr>
          <p:cNvPr id="17" name="Title 1"/>
          <p:cNvSpPr>
            <a:spLocks noGrp="1"/>
          </p:cNvSpPr>
          <p:nvPr>
            <p:ph type="title"/>
          </p:nvPr>
        </p:nvSpPr>
        <p:spPr>
          <a:xfrm>
            <a:off x="304800" y="268224"/>
            <a:ext cx="5486400" cy="508000"/>
          </a:xfrm>
        </p:spPr>
        <p:txBody>
          <a:bodyPr/>
          <a:lstStyle/>
          <a:p>
            <a:r>
              <a:rPr lang="en-US"/>
              <a:t>Click to edit Master title style</a:t>
            </a:r>
            <a:endParaRPr lang="en-US" dirty="0"/>
          </a:p>
        </p:txBody>
      </p:sp>
      <p:sp>
        <p:nvSpPr>
          <p:cNvPr id="8" name="Slide Number Placeholder 6"/>
          <p:cNvSpPr>
            <a:spLocks noGrp="1"/>
          </p:cNvSpPr>
          <p:nvPr>
            <p:ph type="sldNum" sz="quarter" idx="4"/>
          </p:nvPr>
        </p:nvSpPr>
        <p:spPr>
          <a:xfrm>
            <a:off x="9144000" y="6526747"/>
            <a:ext cx="2743200" cy="182880"/>
          </a:xfrm>
          <a:prstGeom prst="rect">
            <a:avLst/>
          </a:prstGeom>
        </p:spPr>
        <p:txBody>
          <a:bodyPr vert="horz" lIns="0" tIns="0" rIns="0" bIns="0" rtlCol="0" anchor="ctr">
            <a:noAutofit/>
          </a:bodyPr>
          <a:lstStyle>
            <a:lvl1pPr algn="r">
              <a:lnSpc>
                <a:spcPct val="90000"/>
              </a:lnSpc>
              <a:defRPr sz="800" kern="200" spc="-53" baseline="0">
                <a:solidFill>
                  <a:schemeClr val="bg2"/>
                </a:solidFill>
                <a:latin typeface="IBM Plex Sans"/>
                <a:ea typeface="IBM Plex Sans"/>
                <a:cs typeface="IBM Plex Sans"/>
              </a:defRPr>
            </a:lvl1pPr>
          </a:lstStyle>
          <a:p>
            <a:fld id="{3FD999D4-B456-9943-89B7-30D56181CE18}" type="slidenum">
              <a:rPr lang="en-US" smtClean="0">
                <a:solidFill>
                  <a:srgbClr val="FFFFFF"/>
                </a:solidFill>
              </a:rPr>
              <a:pPr/>
              <a:t>‹#›</a:t>
            </a:fld>
            <a:endParaRPr lang="en-US" dirty="0">
              <a:solidFill>
                <a:srgbClr val="FFFFFF"/>
              </a:solidFill>
            </a:endParaRPr>
          </a:p>
        </p:txBody>
      </p:sp>
      <p:pic>
        <p:nvPicPr>
          <p:cNvPr id="14" name="Picture 13">
            <a:hlinkClick r:id="rId2" action="ppaction://hlinksldjump"/>
            <a:extLst>
              <a:ext uri="{FF2B5EF4-FFF2-40B4-BE49-F238E27FC236}">
                <a16:creationId xmlns:a16="http://schemas.microsoft.com/office/drawing/2014/main" id="{E6970D21-AFCD-0A4E-84D8-67760B45D2AA}"/>
              </a:ext>
            </a:extLst>
          </p:cNvPr>
          <p:cNvPicPr>
            <a:picLocks noChangeAspect="1"/>
          </p:cNvPicPr>
          <p:nvPr userDrawn="1"/>
        </p:nvPicPr>
        <p:blipFill>
          <a:blip r:embed="rId3"/>
          <a:stretch>
            <a:fillRect/>
          </a:stretch>
        </p:blipFill>
        <p:spPr>
          <a:xfrm>
            <a:off x="12034033" y="6700033"/>
            <a:ext cx="94087" cy="9408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62.xml><?xml version="1.0" encoding="utf-8"?>
<p:sldLayout xmlns:a="http://schemas.openxmlformats.org/drawingml/2006/main" xmlns:r="http://schemas.openxmlformats.org/officeDocument/2006/relationships" xmlns:p="http://schemas.openxmlformats.org/presentationml/2006/main" preserve="1" userDrawn="1">
  <p:cSld name="4 boxes on the right">
    <p:spTree>
      <p:nvGrpSpPr>
        <p:cNvPr id="1" name=""/>
        <p:cNvGrpSpPr/>
        <p:nvPr/>
      </p:nvGrpSpPr>
      <p:grpSpPr>
        <a:xfrm>
          <a:off x="0" y="0"/>
          <a:ext cx="0" cy="0"/>
          <a:chOff x="0" y="0"/>
          <a:chExt cx="0" cy="0"/>
        </a:xfrm>
      </p:grpSpPr>
      <p:sp>
        <p:nvSpPr>
          <p:cNvPr id="16" name="Footer Placeholder 3"/>
          <p:cNvSpPr>
            <a:spLocks noGrp="1"/>
          </p:cNvSpPr>
          <p:nvPr>
            <p:ph type="ftr" sz="quarter" idx="11"/>
          </p:nvPr>
        </p:nvSpPr>
        <p:spPr>
          <a:xfrm>
            <a:off x="304800" y="6526747"/>
            <a:ext cx="8534400" cy="182880"/>
          </a:xfrm>
        </p:spPr>
        <p:txBody>
          <a:bodyPr/>
          <a:lstStyle/>
          <a:p>
            <a:r>
              <a:rPr lang="en-US" dirty="0">
                <a:solidFill>
                  <a:srgbClr val="FFFFFF"/>
                </a:solidFill>
              </a:rPr>
              <a:t>IBM </a:t>
            </a:r>
            <a:r>
              <a:rPr lang="en-US" dirty="0">
                <a:solidFill>
                  <a:srgbClr val="FFFFFF"/>
                </a:solidFill>
                <a:cs typeface="IBM Plex Sans"/>
              </a:rPr>
              <a:t>Cloud</a:t>
            </a:r>
            <a:r>
              <a:rPr lang="en-US" dirty="0">
                <a:solidFill>
                  <a:srgbClr val="FFFFFF"/>
                </a:solidFill>
              </a:rPr>
              <a:t>/ DOC ID / Month XX, 2017 / © 2017 IBM Corporation</a:t>
            </a:r>
          </a:p>
        </p:txBody>
      </p:sp>
      <p:sp>
        <p:nvSpPr>
          <p:cNvPr id="17" name="Title 1"/>
          <p:cNvSpPr>
            <a:spLocks noGrp="1"/>
          </p:cNvSpPr>
          <p:nvPr>
            <p:ph type="title"/>
          </p:nvPr>
        </p:nvSpPr>
        <p:spPr>
          <a:xfrm>
            <a:off x="304800" y="304800"/>
            <a:ext cx="5486400" cy="508000"/>
          </a:xfrm>
        </p:spPr>
        <p:txBody>
          <a:bodyPr/>
          <a:lstStyle/>
          <a:p>
            <a:r>
              <a:rPr lang="en-US"/>
              <a:t>Click to edit Master title style</a:t>
            </a:r>
            <a:endParaRPr lang="en-US" dirty="0"/>
          </a:p>
        </p:txBody>
      </p:sp>
      <p:sp>
        <p:nvSpPr>
          <p:cNvPr id="3" name="Text Placeholder 2"/>
          <p:cNvSpPr>
            <a:spLocks noGrp="1"/>
          </p:cNvSpPr>
          <p:nvPr>
            <p:ph type="body" sz="quarter" idx="19"/>
          </p:nvPr>
        </p:nvSpPr>
        <p:spPr>
          <a:xfrm>
            <a:off x="6096000" y="1"/>
            <a:ext cx="3048000" cy="3432048"/>
          </a:xfrm>
          <a:solidFill>
            <a:srgbClr val="001690"/>
          </a:solidFill>
        </p:spPr>
        <p:txBody>
          <a:bodyPr lIns="182880" tIns="228600" rIns="182880" bIns="228600"/>
          <a:lstStyle>
            <a:lvl1pPr>
              <a:defRPr b="1">
                <a:latin typeface="IBM Plex Sans SemiBold"/>
                <a:cs typeface="IBM Plex Sans SemiBold"/>
              </a:defRPr>
            </a:lvl1pPr>
            <a:lvl2pPr marL="0" indent="0">
              <a:buNone/>
              <a:defRPr sz="1600">
                <a:latin typeface="IBM Plex Sans Light"/>
                <a:cs typeface="IBM Plex Sans Light"/>
              </a:defRPr>
            </a:lvl2pPr>
            <a:lvl3pPr marL="158747" indent="-158747">
              <a:defRPr sz="1600">
                <a:latin typeface="IBM Plex Sans Light"/>
                <a:cs typeface="IBM Plex Sans Light"/>
              </a:defRPr>
            </a:lvl3pPr>
            <a:lvl4pPr>
              <a:defRPr sz="1600">
                <a:latin typeface="IBM Plex Sans Light"/>
                <a:cs typeface="IBM Plex Sans Light"/>
              </a:defRPr>
            </a:lvl4pPr>
            <a:lvl5pPr>
              <a:defRPr sz="1600">
                <a:latin typeface="IBM Plex Sans Light"/>
                <a:cs typeface="IBM Plex Sans Ligh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2"/>
          <p:cNvSpPr>
            <a:spLocks noGrp="1"/>
          </p:cNvSpPr>
          <p:nvPr>
            <p:ph type="body" sz="quarter" idx="20"/>
          </p:nvPr>
        </p:nvSpPr>
        <p:spPr>
          <a:xfrm>
            <a:off x="9144000" y="1"/>
            <a:ext cx="3048000" cy="3432048"/>
          </a:xfrm>
          <a:solidFill>
            <a:srgbClr val="0064FF"/>
          </a:solidFill>
        </p:spPr>
        <p:txBody>
          <a:bodyPr lIns="182880" tIns="228600" rIns="182880" bIns="228600"/>
          <a:lstStyle>
            <a:lvl1pPr>
              <a:defRPr b="1">
                <a:latin typeface="IBM Plex Sans SemiBold"/>
                <a:cs typeface="IBM Plex Sans SemiBold"/>
              </a:defRPr>
            </a:lvl1pPr>
            <a:lvl2pPr marL="0" indent="0">
              <a:buNone/>
              <a:defRPr sz="1600">
                <a:latin typeface="IBM Plex Sans Light"/>
                <a:cs typeface="IBM Plex Sans Light"/>
              </a:defRPr>
            </a:lvl2pPr>
            <a:lvl3pPr marL="158747" indent="-158747">
              <a:defRPr sz="1600">
                <a:latin typeface="IBM Plex Sans Light"/>
                <a:cs typeface="IBM Plex Sans Light"/>
              </a:defRPr>
            </a:lvl3pPr>
            <a:lvl4pPr>
              <a:defRPr sz="1600">
                <a:latin typeface="IBM Plex Sans Light"/>
                <a:cs typeface="IBM Plex Sans Light"/>
              </a:defRPr>
            </a:lvl4pPr>
            <a:lvl5pPr>
              <a:defRPr sz="1600">
                <a:latin typeface="IBM Plex Sans Light"/>
                <a:cs typeface="IBM Plex Sans Ligh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2"/>
          <p:cNvSpPr>
            <a:spLocks noGrp="1"/>
          </p:cNvSpPr>
          <p:nvPr>
            <p:ph type="body" sz="quarter" idx="21"/>
          </p:nvPr>
        </p:nvSpPr>
        <p:spPr>
          <a:xfrm>
            <a:off x="6096000" y="3429000"/>
            <a:ext cx="3048000" cy="3432048"/>
          </a:xfrm>
          <a:solidFill>
            <a:srgbClr val="0064FF"/>
          </a:solidFill>
        </p:spPr>
        <p:txBody>
          <a:bodyPr lIns="182880" tIns="228600" rIns="182880" bIns="228600"/>
          <a:lstStyle>
            <a:lvl1pPr>
              <a:defRPr b="1">
                <a:latin typeface="IBM Plex Sans SemiBold"/>
                <a:cs typeface="IBM Plex Sans SemiBold"/>
              </a:defRPr>
            </a:lvl1pPr>
            <a:lvl2pPr marL="0" indent="0">
              <a:buNone/>
              <a:defRPr sz="1600">
                <a:latin typeface="IBM Plex Sans Light"/>
                <a:cs typeface="IBM Plex Sans Light"/>
              </a:defRPr>
            </a:lvl2pPr>
            <a:lvl3pPr marL="158747" indent="-158747">
              <a:defRPr sz="1600">
                <a:latin typeface="IBM Plex Sans Light"/>
                <a:cs typeface="IBM Plex Sans Light"/>
              </a:defRPr>
            </a:lvl3pPr>
            <a:lvl4pPr>
              <a:defRPr sz="1600">
                <a:latin typeface="IBM Plex Sans Light"/>
                <a:cs typeface="IBM Plex Sans Light"/>
              </a:defRPr>
            </a:lvl4pPr>
            <a:lvl5pPr>
              <a:defRPr sz="1600">
                <a:latin typeface="IBM Plex Sans Light"/>
                <a:cs typeface="IBM Plex Sans Ligh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2"/>
          <p:cNvSpPr>
            <a:spLocks noGrp="1"/>
          </p:cNvSpPr>
          <p:nvPr>
            <p:ph type="body" sz="quarter" idx="22"/>
          </p:nvPr>
        </p:nvSpPr>
        <p:spPr>
          <a:xfrm>
            <a:off x="9144000" y="3429000"/>
            <a:ext cx="3048000" cy="3432048"/>
          </a:xfrm>
          <a:solidFill>
            <a:srgbClr val="001690"/>
          </a:solidFill>
        </p:spPr>
        <p:txBody>
          <a:bodyPr lIns="182880" tIns="228600" rIns="182880" bIns="228600"/>
          <a:lstStyle>
            <a:lvl1pPr>
              <a:defRPr b="1">
                <a:latin typeface="IBM Plex Sans SemiBold"/>
                <a:cs typeface="IBM Plex Sans SemiBold"/>
              </a:defRPr>
            </a:lvl1pPr>
            <a:lvl2pPr marL="0" indent="0">
              <a:buNone/>
              <a:defRPr sz="1600">
                <a:latin typeface="IBM Plex Sans Light"/>
                <a:cs typeface="IBM Plex Sans Light"/>
              </a:defRPr>
            </a:lvl2pPr>
            <a:lvl3pPr marL="158747" indent="-158747">
              <a:defRPr sz="1600">
                <a:latin typeface="IBM Plex Sans Light"/>
                <a:cs typeface="IBM Plex Sans Light"/>
              </a:defRPr>
            </a:lvl3pPr>
            <a:lvl4pPr>
              <a:defRPr sz="1600">
                <a:latin typeface="IBM Plex Sans Light"/>
                <a:cs typeface="IBM Plex Sans Light"/>
              </a:defRPr>
            </a:lvl4pPr>
            <a:lvl5pPr>
              <a:defRPr sz="1600">
                <a:latin typeface="IBM Plex Sans Light"/>
                <a:cs typeface="IBM Plex Sans Ligh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quarter" idx="23"/>
          </p:nvPr>
        </p:nvSpPr>
        <p:spPr>
          <a:xfrm>
            <a:off x="304800" y="1004007"/>
            <a:ext cx="5486400" cy="1435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3" name="Picture 12">
            <a:hlinkClick r:id="rId2" action="ppaction://hlinksldjump"/>
            <a:extLst>
              <a:ext uri="{FF2B5EF4-FFF2-40B4-BE49-F238E27FC236}">
                <a16:creationId xmlns:a16="http://schemas.microsoft.com/office/drawing/2014/main" id="{A22C3559-CDFA-844D-AD92-8BABF48DDB36}"/>
              </a:ext>
            </a:extLst>
          </p:cNvPr>
          <p:cNvPicPr>
            <a:picLocks noChangeAspect="1"/>
          </p:cNvPicPr>
          <p:nvPr userDrawn="1"/>
        </p:nvPicPr>
        <p:blipFill>
          <a:blip r:embed="rId3"/>
          <a:stretch>
            <a:fillRect/>
          </a:stretch>
        </p:blipFill>
        <p:spPr>
          <a:xfrm>
            <a:off x="12034033" y="6700033"/>
            <a:ext cx="94087" cy="9408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63.xml><?xml version="1.0" encoding="utf-8"?>
<p:sldLayout xmlns:a="http://schemas.openxmlformats.org/drawingml/2006/main" xmlns:r="http://schemas.openxmlformats.org/officeDocument/2006/relationships" xmlns:p="http://schemas.openxmlformats.org/presentationml/2006/main" preserve="1" userDrawn="1">
  <p:cSld name="1_4 boxes on the right">
    <p:spTree>
      <p:nvGrpSpPr>
        <p:cNvPr id="1" name=""/>
        <p:cNvGrpSpPr/>
        <p:nvPr/>
      </p:nvGrpSpPr>
      <p:grpSpPr>
        <a:xfrm>
          <a:off x="0" y="0"/>
          <a:ext cx="0" cy="0"/>
          <a:chOff x="0" y="0"/>
          <a:chExt cx="0" cy="0"/>
        </a:xfrm>
      </p:grpSpPr>
      <p:sp>
        <p:nvSpPr>
          <p:cNvPr id="16" name="Footer Placeholder 3"/>
          <p:cNvSpPr>
            <a:spLocks noGrp="1"/>
          </p:cNvSpPr>
          <p:nvPr>
            <p:ph type="ftr" sz="quarter" idx="11"/>
          </p:nvPr>
        </p:nvSpPr>
        <p:spPr>
          <a:xfrm>
            <a:off x="304800" y="6526747"/>
            <a:ext cx="8534400" cy="182880"/>
          </a:xfrm>
        </p:spPr>
        <p:txBody>
          <a:bodyPr/>
          <a:lstStyle/>
          <a:p>
            <a:r>
              <a:rPr lang="en-US" dirty="0">
                <a:solidFill>
                  <a:srgbClr val="FFFFFF"/>
                </a:solidFill>
              </a:rPr>
              <a:t>IBM </a:t>
            </a:r>
            <a:r>
              <a:rPr lang="en-US" dirty="0">
                <a:solidFill>
                  <a:srgbClr val="FFFFFF"/>
                </a:solidFill>
                <a:cs typeface="IBM Plex Sans"/>
              </a:rPr>
              <a:t>Cloud</a:t>
            </a:r>
            <a:r>
              <a:rPr lang="en-US" dirty="0">
                <a:solidFill>
                  <a:srgbClr val="FFFFFF"/>
                </a:solidFill>
              </a:rPr>
              <a:t>/ DOC ID / Month XX, 2017 / © 2017 IBM Corporation</a:t>
            </a:r>
          </a:p>
        </p:txBody>
      </p:sp>
      <p:sp>
        <p:nvSpPr>
          <p:cNvPr id="17" name="Title 1"/>
          <p:cNvSpPr>
            <a:spLocks noGrp="1"/>
          </p:cNvSpPr>
          <p:nvPr>
            <p:ph type="title"/>
          </p:nvPr>
        </p:nvSpPr>
        <p:spPr>
          <a:xfrm>
            <a:off x="304800" y="304800"/>
            <a:ext cx="5486400" cy="508000"/>
          </a:xfrm>
        </p:spPr>
        <p:txBody>
          <a:bodyPr/>
          <a:lstStyle/>
          <a:p>
            <a:r>
              <a:rPr lang="en-US"/>
              <a:t>Click to edit Master title style</a:t>
            </a:r>
            <a:endParaRPr lang="en-US" dirty="0"/>
          </a:p>
        </p:txBody>
      </p:sp>
      <p:sp>
        <p:nvSpPr>
          <p:cNvPr id="3" name="Text Placeholder 2"/>
          <p:cNvSpPr>
            <a:spLocks noGrp="1"/>
          </p:cNvSpPr>
          <p:nvPr>
            <p:ph type="body" sz="quarter" idx="19"/>
          </p:nvPr>
        </p:nvSpPr>
        <p:spPr>
          <a:xfrm>
            <a:off x="6096000" y="2"/>
            <a:ext cx="3048000" cy="2277877"/>
          </a:xfrm>
          <a:solidFill>
            <a:srgbClr val="001690"/>
          </a:solidFill>
        </p:spPr>
        <p:txBody>
          <a:bodyPr lIns="182880" tIns="228600" rIns="182880" bIns="228600"/>
          <a:lstStyle>
            <a:lvl1pPr>
              <a:defRPr b="1">
                <a:latin typeface="IBM Plex Sans SemiBold"/>
                <a:cs typeface="IBM Plex Sans SemiBold"/>
              </a:defRPr>
            </a:lvl1pPr>
            <a:lvl2pPr marL="0" indent="0">
              <a:buNone/>
              <a:defRPr sz="1600">
                <a:latin typeface="IBM Plex Sans Light"/>
                <a:cs typeface="IBM Plex Sans Light"/>
              </a:defRPr>
            </a:lvl2pPr>
            <a:lvl3pPr marL="158747" indent="-158747">
              <a:defRPr sz="1600">
                <a:latin typeface="IBM Plex Sans Light"/>
                <a:cs typeface="IBM Plex Sans Light"/>
              </a:defRPr>
            </a:lvl3pPr>
            <a:lvl4pPr>
              <a:defRPr sz="1600">
                <a:latin typeface="IBM Plex Sans Light"/>
                <a:cs typeface="IBM Plex Sans Light"/>
              </a:defRPr>
            </a:lvl4pPr>
            <a:lvl5pPr>
              <a:defRPr sz="1600">
                <a:latin typeface="IBM Plex Sans Light"/>
                <a:cs typeface="IBM Plex Sans Light"/>
              </a:defRPr>
            </a:lvl5pPr>
          </a:lstStyle>
          <a:p>
            <a:pPr lvl="0"/>
            <a:r>
              <a:rPr lang="en-US" dirty="0"/>
              <a:t>Click to edit Master text styles</a:t>
            </a:r>
          </a:p>
          <a:p>
            <a:pPr lvl="1"/>
            <a:r>
              <a:rPr lang="en-US" dirty="0"/>
              <a:t>Second level</a:t>
            </a:r>
          </a:p>
          <a:p>
            <a:pPr lvl="2"/>
            <a:r>
              <a:rPr lang="en-US" dirty="0"/>
              <a:t>Third level</a:t>
            </a:r>
          </a:p>
        </p:txBody>
      </p:sp>
      <p:sp>
        <p:nvSpPr>
          <p:cNvPr id="9" name="Text Placeholder 2"/>
          <p:cNvSpPr>
            <a:spLocks noGrp="1"/>
          </p:cNvSpPr>
          <p:nvPr>
            <p:ph type="body" sz="quarter" idx="20"/>
          </p:nvPr>
        </p:nvSpPr>
        <p:spPr>
          <a:xfrm>
            <a:off x="9144000" y="2"/>
            <a:ext cx="3048000" cy="2277877"/>
          </a:xfrm>
          <a:solidFill>
            <a:srgbClr val="0064FF"/>
          </a:solidFill>
        </p:spPr>
        <p:txBody>
          <a:bodyPr lIns="182880" tIns="228600" rIns="182880" bIns="228600"/>
          <a:lstStyle>
            <a:lvl1pPr>
              <a:defRPr b="1">
                <a:latin typeface="IBM Plex Sans SemiBold"/>
                <a:cs typeface="IBM Plex Sans SemiBold"/>
              </a:defRPr>
            </a:lvl1pPr>
            <a:lvl2pPr marL="0" indent="0">
              <a:buNone/>
              <a:defRPr sz="1600">
                <a:latin typeface="IBM Plex Sans Light"/>
                <a:cs typeface="IBM Plex Sans Light"/>
              </a:defRPr>
            </a:lvl2pPr>
            <a:lvl3pPr marL="158747" indent="-158747">
              <a:defRPr sz="1600">
                <a:latin typeface="IBM Plex Sans Light"/>
                <a:cs typeface="IBM Plex Sans Light"/>
              </a:defRPr>
            </a:lvl3pPr>
            <a:lvl4pPr>
              <a:defRPr sz="1600">
                <a:latin typeface="IBM Plex Sans Light"/>
                <a:cs typeface="IBM Plex Sans Light"/>
              </a:defRPr>
            </a:lvl4pPr>
            <a:lvl5pPr>
              <a:defRPr sz="1600">
                <a:latin typeface="IBM Plex Sans Light"/>
                <a:cs typeface="IBM Plex Sans Light"/>
              </a:defRPr>
            </a:lvl5pPr>
          </a:lstStyle>
          <a:p>
            <a:pPr lvl="0"/>
            <a:r>
              <a:rPr lang="en-US" dirty="0"/>
              <a:t>Click to edit Master text styles</a:t>
            </a:r>
          </a:p>
          <a:p>
            <a:pPr lvl="1"/>
            <a:r>
              <a:rPr lang="en-US" dirty="0"/>
              <a:t>Second level</a:t>
            </a:r>
          </a:p>
          <a:p>
            <a:pPr lvl="2"/>
            <a:r>
              <a:rPr lang="en-US" dirty="0"/>
              <a:t>Third level</a:t>
            </a:r>
          </a:p>
        </p:txBody>
      </p:sp>
      <p:sp>
        <p:nvSpPr>
          <p:cNvPr id="4" name="Text Placeholder 3"/>
          <p:cNvSpPr>
            <a:spLocks noGrp="1"/>
          </p:cNvSpPr>
          <p:nvPr>
            <p:ph type="body" sz="quarter" idx="23"/>
          </p:nvPr>
        </p:nvSpPr>
        <p:spPr>
          <a:xfrm>
            <a:off x="304800" y="1004007"/>
            <a:ext cx="5486400" cy="1435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2"/>
          <p:cNvSpPr>
            <a:spLocks noGrp="1"/>
          </p:cNvSpPr>
          <p:nvPr>
            <p:ph type="body" sz="quarter" idx="24"/>
          </p:nvPr>
        </p:nvSpPr>
        <p:spPr>
          <a:xfrm>
            <a:off x="6096000" y="2277879"/>
            <a:ext cx="3048000" cy="2277877"/>
          </a:xfrm>
          <a:solidFill>
            <a:srgbClr val="0064FF"/>
          </a:solidFill>
        </p:spPr>
        <p:txBody>
          <a:bodyPr lIns="182880" tIns="228600" rIns="182880" bIns="228600"/>
          <a:lstStyle>
            <a:lvl1pPr>
              <a:defRPr b="1">
                <a:latin typeface="IBM Plex Sans SemiBold"/>
                <a:cs typeface="IBM Plex Sans SemiBold"/>
              </a:defRPr>
            </a:lvl1pPr>
            <a:lvl2pPr marL="0" indent="0">
              <a:buNone/>
              <a:defRPr sz="1600">
                <a:latin typeface="IBM Plex Sans Light"/>
                <a:cs typeface="IBM Plex Sans Light"/>
              </a:defRPr>
            </a:lvl2pPr>
            <a:lvl3pPr marL="158747" indent="-158747">
              <a:defRPr sz="1600">
                <a:latin typeface="IBM Plex Sans Light"/>
                <a:cs typeface="IBM Plex Sans Light"/>
              </a:defRPr>
            </a:lvl3pPr>
            <a:lvl4pPr>
              <a:defRPr sz="1600">
                <a:latin typeface="IBM Plex Sans Light"/>
                <a:cs typeface="IBM Plex Sans Light"/>
              </a:defRPr>
            </a:lvl4pPr>
            <a:lvl5pPr>
              <a:defRPr sz="1600">
                <a:latin typeface="IBM Plex Sans Light"/>
                <a:cs typeface="IBM Plex Sans Light"/>
              </a:defRPr>
            </a:lvl5pPr>
          </a:lstStyle>
          <a:p>
            <a:pPr lvl="0"/>
            <a:r>
              <a:rPr lang="en-US" dirty="0"/>
              <a:t>Click to edit Master text styles</a:t>
            </a:r>
          </a:p>
          <a:p>
            <a:pPr lvl="1"/>
            <a:r>
              <a:rPr lang="en-US" dirty="0"/>
              <a:t>Second level</a:t>
            </a:r>
          </a:p>
          <a:p>
            <a:pPr lvl="2"/>
            <a:r>
              <a:rPr lang="en-US" dirty="0"/>
              <a:t>Third level</a:t>
            </a:r>
          </a:p>
        </p:txBody>
      </p:sp>
      <p:sp>
        <p:nvSpPr>
          <p:cNvPr id="13" name="Text Placeholder 2"/>
          <p:cNvSpPr>
            <a:spLocks noGrp="1"/>
          </p:cNvSpPr>
          <p:nvPr>
            <p:ph type="body" sz="quarter" idx="25"/>
          </p:nvPr>
        </p:nvSpPr>
        <p:spPr>
          <a:xfrm>
            <a:off x="9144000" y="2277879"/>
            <a:ext cx="3048000" cy="2277877"/>
          </a:xfrm>
          <a:solidFill>
            <a:srgbClr val="001690"/>
          </a:solidFill>
        </p:spPr>
        <p:txBody>
          <a:bodyPr lIns="182880" tIns="228600" rIns="182880" bIns="228600"/>
          <a:lstStyle>
            <a:lvl1pPr>
              <a:defRPr b="1">
                <a:latin typeface="IBM Plex Sans SemiBold"/>
                <a:cs typeface="IBM Plex Sans SemiBold"/>
              </a:defRPr>
            </a:lvl1pPr>
            <a:lvl2pPr marL="0" indent="0">
              <a:buNone/>
              <a:defRPr sz="1600">
                <a:latin typeface="IBM Plex Sans Light"/>
                <a:cs typeface="IBM Plex Sans Light"/>
              </a:defRPr>
            </a:lvl2pPr>
            <a:lvl3pPr marL="158747" indent="-158747">
              <a:defRPr sz="1600">
                <a:latin typeface="IBM Plex Sans Light"/>
                <a:cs typeface="IBM Plex Sans Light"/>
              </a:defRPr>
            </a:lvl3pPr>
            <a:lvl4pPr>
              <a:defRPr sz="1600">
                <a:latin typeface="IBM Plex Sans Light"/>
                <a:cs typeface="IBM Plex Sans Light"/>
              </a:defRPr>
            </a:lvl4pPr>
            <a:lvl5pPr>
              <a:defRPr sz="1600">
                <a:latin typeface="IBM Plex Sans Light"/>
                <a:cs typeface="IBM Plex Sans Light"/>
              </a:defRPr>
            </a:lvl5pPr>
          </a:lstStyle>
          <a:p>
            <a:pPr lvl="0"/>
            <a:r>
              <a:rPr lang="en-US" dirty="0"/>
              <a:t>Click to edit Master text styles</a:t>
            </a:r>
          </a:p>
          <a:p>
            <a:pPr lvl="1"/>
            <a:r>
              <a:rPr lang="en-US" dirty="0"/>
              <a:t>Second level</a:t>
            </a:r>
          </a:p>
          <a:p>
            <a:pPr lvl="2"/>
            <a:r>
              <a:rPr lang="en-US" dirty="0"/>
              <a:t>Third level</a:t>
            </a:r>
          </a:p>
        </p:txBody>
      </p:sp>
      <p:sp>
        <p:nvSpPr>
          <p:cNvPr id="15" name="Text Placeholder 2"/>
          <p:cNvSpPr>
            <a:spLocks noGrp="1"/>
          </p:cNvSpPr>
          <p:nvPr>
            <p:ph type="body" sz="quarter" idx="26"/>
          </p:nvPr>
        </p:nvSpPr>
        <p:spPr>
          <a:xfrm>
            <a:off x="6096000" y="4582995"/>
            <a:ext cx="6096000" cy="2277877"/>
          </a:xfrm>
          <a:solidFill>
            <a:srgbClr val="494949"/>
          </a:solidFill>
        </p:spPr>
        <p:txBody>
          <a:bodyPr lIns="182880" tIns="228600" rIns="182880" bIns="228600"/>
          <a:lstStyle>
            <a:lvl1pPr>
              <a:defRPr b="1">
                <a:latin typeface="IBM Plex Sans SemiBold"/>
                <a:cs typeface="IBM Plex Sans SemiBold"/>
              </a:defRPr>
            </a:lvl1pPr>
            <a:lvl2pPr marL="0" indent="0">
              <a:buNone/>
              <a:defRPr sz="1600">
                <a:latin typeface="IBM Plex Sans Light"/>
                <a:cs typeface="IBM Plex Sans Light"/>
              </a:defRPr>
            </a:lvl2pPr>
            <a:lvl3pPr marL="158747" indent="-158747">
              <a:defRPr sz="1600">
                <a:latin typeface="IBM Plex Sans Light"/>
                <a:cs typeface="IBM Plex Sans Light"/>
              </a:defRPr>
            </a:lvl3pPr>
            <a:lvl4pPr>
              <a:defRPr sz="1600">
                <a:latin typeface="IBM Plex Sans Light"/>
                <a:cs typeface="IBM Plex Sans Light"/>
              </a:defRPr>
            </a:lvl4pPr>
            <a:lvl5pPr>
              <a:defRPr sz="1600">
                <a:latin typeface="IBM Plex Sans Light"/>
                <a:cs typeface="IBM Plex Sans Light"/>
              </a:defRPr>
            </a:lvl5pPr>
          </a:lstStyle>
          <a:p>
            <a:pPr lvl="0"/>
            <a:r>
              <a:rPr lang="en-US" dirty="0"/>
              <a:t>Click to edit Master text styles</a:t>
            </a:r>
          </a:p>
          <a:p>
            <a:pPr lvl="1"/>
            <a:r>
              <a:rPr lang="en-US" dirty="0"/>
              <a:t>Second level</a:t>
            </a:r>
          </a:p>
          <a:p>
            <a:pPr lvl="2"/>
            <a:r>
              <a:rPr lang="en-US" dirty="0"/>
              <a:t>Third level</a:t>
            </a:r>
          </a:p>
        </p:txBody>
      </p:sp>
      <p:pic>
        <p:nvPicPr>
          <p:cNvPr id="12" name="Picture 11">
            <a:hlinkClick r:id="rId2" action="ppaction://hlinksldjump"/>
            <a:extLst>
              <a:ext uri="{FF2B5EF4-FFF2-40B4-BE49-F238E27FC236}">
                <a16:creationId xmlns:a16="http://schemas.microsoft.com/office/drawing/2014/main" id="{019F1B60-07B0-9145-A610-CB145470DEF0}"/>
              </a:ext>
            </a:extLst>
          </p:cNvPr>
          <p:cNvPicPr>
            <a:picLocks noChangeAspect="1"/>
          </p:cNvPicPr>
          <p:nvPr userDrawn="1"/>
        </p:nvPicPr>
        <p:blipFill>
          <a:blip r:embed="rId3"/>
          <a:stretch>
            <a:fillRect/>
          </a:stretch>
        </p:blipFill>
        <p:spPr>
          <a:xfrm>
            <a:off x="12034033" y="6700033"/>
            <a:ext cx="94087" cy="9408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64.xml><?xml version="1.0" encoding="utf-8"?>
<p:sldLayout xmlns:a="http://schemas.openxmlformats.org/drawingml/2006/main" xmlns:r="http://schemas.openxmlformats.org/officeDocument/2006/relationships" xmlns:p="http://schemas.openxmlformats.org/presentationml/2006/main" userDrawn="1">
  <p:cSld name="Left Block 01">
    <p:bg>
      <p:bgPr>
        <a:solidFill>
          <a:schemeClr val="bg2"/>
        </a:solidFill>
        <a:effectLst/>
      </p:bgPr>
    </p:bg>
    <p:spTree>
      <p:nvGrpSpPr>
        <p:cNvPr id="1" name=""/>
        <p:cNvGrpSpPr/>
        <p:nvPr/>
      </p:nvGrpSpPr>
      <p:grpSpPr>
        <a:xfrm>
          <a:off x="0" y="0"/>
          <a:ext cx="0" cy="0"/>
          <a:chOff x="0" y="0"/>
          <a:chExt cx="0" cy="0"/>
        </a:xfrm>
      </p:grpSpPr>
      <p:sp>
        <p:nvSpPr>
          <p:cNvPr id="48" name="Shape 48"/>
          <p:cNvSpPr/>
          <p:nvPr/>
        </p:nvSpPr>
        <p:spPr>
          <a:xfrm>
            <a:off x="0" y="0"/>
            <a:ext cx="3048000" cy="6858000"/>
          </a:xfrm>
          <a:prstGeom prst="rect">
            <a:avLst/>
          </a:prstGeom>
          <a:solidFill/>
          <a:ln w="12700">
            <a:miter lim="400000"/>
          </a:ln>
        </p:spPr>
        <p:txBody>
          <a:bodyPr lIns="0" tIns="0" rIns="0" bIns="0" anchor="ctr"/>
          <a:lstStyle/>
          <a:p>
            <a:pPr algn="ctr" defTabSz="914377">
              <a:defRPr sz="3200">
                <a:solidFill>
                  <a:srgbClr val="FFFFFF"/>
                </a:solidFill>
              </a:defRPr>
            </a:pPr>
            <a:endParaRPr sz="1600">
              <a:solidFill>
                <a:srgbClr val="FFFFFF"/>
              </a:solidFill>
            </a:endParaRPr>
          </a:p>
        </p:txBody>
      </p:sp>
      <p:sp>
        <p:nvSpPr>
          <p:cNvPr id="49" name="Shape 49"/>
          <p:cNvSpPr>
            <a:spLocks noGrp="1"/>
          </p:cNvSpPr>
          <p:nvPr>
            <p:ph type="title"/>
          </p:nvPr>
        </p:nvSpPr>
        <p:spPr>
          <a:xfrm>
            <a:off x="304800" y="260213"/>
            <a:ext cx="2472267" cy="701601"/>
          </a:xfrm>
          <a:prstGeom prst="rect">
            <a:avLst/>
          </a:prstGeom>
        </p:spPr>
        <p:txBody>
          <a:bodyPr/>
          <a:lstStyle>
            <a:lvl1pPr>
              <a:defRPr sz="3200">
                <a:latin typeface="IBM Plex Sans SemiBold"/>
                <a:ea typeface="IBM Plex Sans"/>
                <a:cs typeface="IBM Plex Sans SemiBold"/>
                <a:sym typeface="Arial"/>
              </a:defRPr>
            </a:lvl1pPr>
          </a:lstStyle>
          <a:p>
            <a:pPr lvl="0">
              <a:defRPr sz="1800">
                <a:solidFill>
                  <a:srgbClr val="000000"/>
                </a:solidFill>
              </a:defRPr>
            </a:pPr>
            <a:r>
              <a:rPr sz="3051" dirty="0">
                <a:solidFill>
                  <a:srgbClr val="FFFFFF"/>
                </a:solidFill>
              </a:rPr>
              <a:t>Title Text</a:t>
            </a:r>
          </a:p>
        </p:txBody>
      </p:sp>
      <p:sp>
        <p:nvSpPr>
          <p:cNvPr id="4" name="Text Placeholder 3"/>
          <p:cNvSpPr>
            <a:spLocks noGrp="1"/>
          </p:cNvSpPr>
          <p:nvPr>
            <p:ph type="body" sz="quarter" idx="10"/>
          </p:nvPr>
        </p:nvSpPr>
        <p:spPr>
          <a:xfrm>
            <a:off x="304800" y="3643489"/>
            <a:ext cx="2550584" cy="1885951"/>
          </a:xfrm>
        </p:spPr>
        <p:txBody>
          <a:bodyPr/>
          <a:lstStyle>
            <a:lvl1pPr>
              <a:defRPr sz="1600"/>
            </a:lvl1pPr>
            <a:lvl2pPr>
              <a:defRPr sz="1600"/>
            </a:lvl2pPr>
            <a:lvl3pPr>
              <a:defRPr sz="16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65.xml><?xml version="1.0" encoding="utf-8"?>
<p:sldLayout xmlns:a="http://schemas.openxmlformats.org/drawingml/2006/main" xmlns:r="http://schemas.openxmlformats.org/officeDocument/2006/relationships" xmlns:p="http://schemas.openxmlformats.org/presentationml/2006/main" preserve="1">
  <p:cSld name="boxes (4 tall)">
    <p:spTree>
      <p:nvGrpSpPr>
        <p:cNvPr id="1" name=""/>
        <p:cNvGrpSpPr/>
        <p:nvPr/>
      </p:nvGrpSpPr>
      <p:grpSpPr>
        <a:xfrm>
          <a:off x="0" y="0"/>
          <a:ext cx="0" cy="0"/>
          <a:chOff x="0" y="0"/>
          <a:chExt cx="0" cy="0"/>
        </a:xfrm>
      </p:grpSpPr>
      <p:sp>
        <p:nvSpPr>
          <p:cNvPr id="7" name="Content Placeholder 6"/>
          <p:cNvSpPr>
            <a:spLocks noGrp="1"/>
          </p:cNvSpPr>
          <p:nvPr>
            <p:ph sz="quarter" idx="19"/>
          </p:nvPr>
        </p:nvSpPr>
        <p:spPr>
          <a:xfrm>
            <a:off x="0" y="-1"/>
            <a:ext cx="3048000" cy="6858000"/>
          </a:xfrm>
          <a:solidFill>
            <a:srgbClr val="0064FF"/>
          </a:solidFill>
        </p:spPr>
        <p:txBody>
          <a:bodyPr lIns="228600" tIns="192024" rIns="228600" bIns="228600"/>
          <a:lstStyle>
            <a:lvl1pPr>
              <a:defRPr sz="1867">
                <a:solidFill>
                  <a:schemeClr val="bg2"/>
                </a:solidFill>
                <a:latin typeface="IBM Plex Sans SemiBold"/>
                <a:cs typeface="IBM Plex Sans SemiBold"/>
              </a:defRPr>
            </a:lvl1pPr>
            <a:lvl2pPr>
              <a:defRPr sz="1467">
                <a:solidFill>
                  <a:schemeClr val="bg2"/>
                </a:solidFill>
              </a:defRPr>
            </a:lvl2pPr>
            <a:lvl3pPr>
              <a:defRPr sz="1467">
                <a:solidFill>
                  <a:schemeClr val="bg2"/>
                </a:solidFill>
              </a:defRPr>
            </a:lvl3pPr>
            <a:lvl4pPr>
              <a:defRPr sz="1467">
                <a:solidFill>
                  <a:schemeClr val="bg2"/>
                </a:solidFill>
              </a:defRPr>
            </a:lvl4pPr>
            <a:lvl5pPr>
              <a:defRPr sz="1467">
                <a:solidFill>
                  <a:schemeClr val="bg2"/>
                </a:solidFill>
              </a:defRPr>
            </a:lvl5pPr>
          </a:lstStyle>
          <a:p>
            <a:pPr lvl="0"/>
            <a:r>
              <a:rPr lang="en-US" dirty="0"/>
              <a:t>Click to edit Master text styles</a:t>
            </a:r>
            <a:br>
              <a:rPr lang="en-US" dirty="0"/>
            </a:b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p:cNvSpPr>
            <a:spLocks noGrp="1"/>
          </p:cNvSpPr>
          <p:nvPr>
            <p:ph sz="quarter" idx="20"/>
          </p:nvPr>
        </p:nvSpPr>
        <p:spPr>
          <a:xfrm>
            <a:off x="3048000" y="0"/>
            <a:ext cx="3048000" cy="6858000"/>
          </a:xfrm>
          <a:solidFill>
            <a:srgbClr val="001690"/>
          </a:solidFill>
        </p:spPr>
        <p:txBody>
          <a:bodyPr lIns="228600" tIns="192024" rIns="228600" bIns="228600"/>
          <a:lstStyle>
            <a:lvl1pPr>
              <a:defRPr sz="1867">
                <a:solidFill>
                  <a:schemeClr val="bg2"/>
                </a:solidFill>
                <a:latin typeface="IBM Plex Sans SemiBold"/>
                <a:cs typeface="IBM Plex Sans SemiBold"/>
              </a:defRPr>
            </a:lvl1pPr>
            <a:lvl2pPr>
              <a:defRPr sz="1467">
                <a:solidFill>
                  <a:schemeClr val="bg2"/>
                </a:solidFill>
              </a:defRPr>
            </a:lvl2pPr>
            <a:lvl3pPr>
              <a:defRPr sz="1467">
                <a:solidFill>
                  <a:schemeClr val="bg2"/>
                </a:solidFill>
              </a:defRPr>
            </a:lvl3pPr>
            <a:lvl4pPr>
              <a:defRPr sz="1467">
                <a:solidFill>
                  <a:schemeClr val="bg2"/>
                </a:solidFill>
              </a:defRPr>
            </a:lvl4pPr>
            <a:lvl5pPr>
              <a:defRPr sz="1467">
                <a:solidFill>
                  <a:schemeClr val="bg2"/>
                </a:solidFill>
              </a:defRPr>
            </a:lvl5pPr>
          </a:lstStyle>
          <a:p>
            <a:pPr lvl="0"/>
            <a:r>
              <a:rPr lang="en-US" dirty="0"/>
              <a:t>Click to edit Master text styles</a:t>
            </a:r>
          </a:p>
        </p:txBody>
      </p:sp>
      <p:sp>
        <p:nvSpPr>
          <p:cNvPr id="15" name="Content Placeholder 14"/>
          <p:cNvSpPr>
            <a:spLocks noGrp="1"/>
          </p:cNvSpPr>
          <p:nvPr>
            <p:ph sz="quarter" idx="21"/>
          </p:nvPr>
        </p:nvSpPr>
        <p:spPr>
          <a:xfrm>
            <a:off x="6096000" y="0"/>
            <a:ext cx="3048000" cy="6858000"/>
          </a:xfrm>
          <a:solidFill>
            <a:srgbClr val="0064FF"/>
          </a:solidFill>
        </p:spPr>
        <p:txBody>
          <a:bodyPr lIns="228600" tIns="192024" rIns="228600" bIns="228600"/>
          <a:lstStyle>
            <a:lvl1pPr>
              <a:defRPr sz="1867">
                <a:solidFill>
                  <a:schemeClr val="bg2"/>
                </a:solidFill>
                <a:latin typeface="IBM Plex Sans SemiBold"/>
                <a:cs typeface="IBM Plex Sans SemiBold"/>
              </a:defRPr>
            </a:lvl1pPr>
            <a:lvl2pPr>
              <a:defRPr sz="1467">
                <a:solidFill>
                  <a:schemeClr val="bg2"/>
                </a:solidFill>
              </a:defRPr>
            </a:lvl2pPr>
            <a:lvl3pPr>
              <a:defRPr sz="1467">
                <a:solidFill>
                  <a:schemeClr val="bg2"/>
                </a:solidFill>
              </a:defRPr>
            </a:lvl3pPr>
            <a:lvl4pPr>
              <a:defRPr sz="1467">
                <a:solidFill>
                  <a:schemeClr val="bg2"/>
                </a:solidFill>
              </a:defRPr>
            </a:lvl4pPr>
            <a:lvl5pPr>
              <a:defRPr sz="1467">
                <a:solidFill>
                  <a:schemeClr val="bg2"/>
                </a:solidFill>
              </a:defRPr>
            </a:lvl5pPr>
          </a:lstStyle>
          <a:p>
            <a:pPr lvl="0"/>
            <a:r>
              <a:rPr lang="en-US" dirty="0"/>
              <a:t>Click to edit Master text styles</a:t>
            </a:r>
          </a:p>
        </p:txBody>
      </p:sp>
      <p:sp>
        <p:nvSpPr>
          <p:cNvPr id="17" name="Content Placeholder 16"/>
          <p:cNvSpPr>
            <a:spLocks noGrp="1"/>
          </p:cNvSpPr>
          <p:nvPr>
            <p:ph sz="quarter" idx="22"/>
          </p:nvPr>
        </p:nvSpPr>
        <p:spPr>
          <a:xfrm>
            <a:off x="9144000" y="0"/>
            <a:ext cx="3048000" cy="6858000"/>
          </a:xfrm>
          <a:solidFill>
            <a:srgbClr val="001690"/>
          </a:solidFill>
        </p:spPr>
        <p:txBody>
          <a:bodyPr lIns="228600" tIns="192024" rIns="228600" bIns="228600"/>
          <a:lstStyle>
            <a:lvl1pPr>
              <a:defRPr sz="1867">
                <a:solidFill>
                  <a:schemeClr val="bg2"/>
                </a:solidFill>
                <a:latin typeface="IBM Plex Sans SemiBold"/>
                <a:cs typeface="IBM Plex Sans SemiBold"/>
              </a:defRPr>
            </a:lvl1pPr>
            <a:lvl2pPr>
              <a:defRPr sz="1467">
                <a:solidFill>
                  <a:schemeClr val="bg2"/>
                </a:solidFill>
              </a:defRPr>
            </a:lvl2pPr>
            <a:lvl3pPr>
              <a:defRPr sz="1467">
                <a:solidFill>
                  <a:schemeClr val="bg2"/>
                </a:solidFill>
              </a:defRPr>
            </a:lvl3pPr>
            <a:lvl4pPr>
              <a:defRPr sz="1467">
                <a:solidFill>
                  <a:schemeClr val="bg2"/>
                </a:solidFill>
              </a:defRPr>
            </a:lvl4pPr>
            <a:lvl5pPr>
              <a:defRPr sz="1467">
                <a:solidFill>
                  <a:schemeClr val="bg2"/>
                </a:solidFill>
              </a:defRPr>
            </a:lvl5pPr>
          </a:lstStyle>
          <a:p>
            <a:pPr lvl="0"/>
            <a:r>
              <a:rPr lang="en-US" dirty="0"/>
              <a:t>Click to edit Master text styles</a:t>
            </a:r>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4" name="Footer Placeholder 3"/>
          <p:cNvSpPr>
            <a:spLocks noGrp="1"/>
          </p:cNvSpPr>
          <p:nvPr>
            <p:ph type="ftr" sz="quarter" idx="11"/>
          </p:nvPr>
        </p:nvSpPr>
        <p:spPr>
          <a:xfrm>
            <a:off x="304800" y="7024837"/>
            <a:ext cx="8534400" cy="182880"/>
          </a:xfrm>
          <a:prstGeom prst="rect">
            <a:avLst/>
          </a:prstGeom>
        </p:spPr>
        <p:txBody>
          <a:bodyPr/>
          <a:lstStyle>
            <a:lvl1pPr>
              <a:defRPr>
                <a:latin typeface="IBM Plex Sans"/>
              </a:defRPr>
            </a:lvl1pPr>
          </a:lstStyle>
          <a:p>
            <a:r>
              <a:rPr lang="en-US" dirty="0">
                <a:solidFill>
                  <a:srgbClr val="FFFFFF"/>
                </a:solidFill>
              </a:rPr>
              <a:t>Group Name / DOC ID / Month XX, 2017 / © 2017 IBM Corporation</a:t>
            </a:r>
          </a:p>
        </p:txBody>
      </p:sp>
      <p:pic>
        <p:nvPicPr>
          <p:cNvPr id="9" name="Picture 8">
            <a:hlinkClick r:id="rId2" action="ppaction://hlinksldjump"/>
            <a:extLst>
              <a:ext uri="{FF2B5EF4-FFF2-40B4-BE49-F238E27FC236}">
                <a16:creationId xmlns:a16="http://schemas.microsoft.com/office/drawing/2014/main" id="{7CA675F3-12B9-E540-8B45-A9F043C87C68}"/>
              </a:ext>
            </a:extLst>
          </p:cNvPr>
          <p:cNvPicPr>
            <a:picLocks noChangeAspect="1"/>
          </p:cNvPicPr>
          <p:nvPr userDrawn="1"/>
        </p:nvPicPr>
        <p:blipFill>
          <a:blip r:embed="rId3"/>
          <a:stretch>
            <a:fillRect/>
          </a:stretch>
        </p:blipFill>
        <p:spPr>
          <a:xfrm>
            <a:off x="12034033" y="6700033"/>
            <a:ext cx="94087" cy="9408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66.xml><?xml version="1.0" encoding="utf-8"?>
<p:sldLayout xmlns:a="http://schemas.openxmlformats.org/drawingml/2006/main" xmlns:r="http://schemas.openxmlformats.org/officeDocument/2006/relationships" xmlns:p="http://schemas.openxmlformats.org/presentationml/2006/main" preserve="1">
  <p:cSld name="case study 2: title, text (2/4), quote (2/4)">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93365"/>
          </a:xfrm>
        </p:spPr>
        <p:txBody>
          <a:bodyPr/>
          <a:lstStyle>
            <a:lvl1pPr>
              <a:defRPr>
                <a:latin typeface="IBM Plex Sans SemiBold"/>
                <a:cs typeface="IBM Plex Sans SemiBold"/>
              </a:defRPr>
            </a:lvl1pPr>
          </a:lstStyle>
          <a:p>
            <a:r>
              <a:rPr lang="en-US" dirty="0"/>
              <a:t>Click to edit Master title style</a:t>
            </a:r>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7" name="Text Placeholder 6"/>
          <p:cNvSpPr>
            <a:spLocks noGrp="1"/>
          </p:cNvSpPr>
          <p:nvPr>
            <p:ph type="body" sz="quarter" idx="12"/>
          </p:nvPr>
        </p:nvSpPr>
        <p:spPr>
          <a:xfrm>
            <a:off x="304800" y="1463040"/>
            <a:ext cx="2438400" cy="4669536"/>
          </a:xfrm>
        </p:spPr>
        <p:txBody>
          <a:bodyPr/>
          <a:lstStyle>
            <a:lvl1pPr>
              <a:defRPr sz="1867">
                <a:latin typeface="IBM Plex Sans SemiBold"/>
                <a:cs typeface="IBM Plex Sans SemiBold"/>
              </a:defRPr>
            </a:lvl1pPr>
            <a:lvl2pPr>
              <a:defRPr sz="1333"/>
            </a:lvl2pPr>
            <a:lvl3pPr>
              <a:defRPr sz="1467"/>
            </a:lvl3pPr>
            <a:lvl4pPr>
              <a:defRPr sz="1467"/>
            </a:lvl4pPr>
            <a:lvl5pPr>
              <a:defRPr sz="14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5"/>
          <p:cNvSpPr>
            <a:spLocks noGrp="1"/>
          </p:cNvSpPr>
          <p:nvPr>
            <p:ph type="body" sz="quarter" idx="13"/>
          </p:nvPr>
        </p:nvSpPr>
        <p:spPr>
          <a:xfrm>
            <a:off x="3352800" y="1488017"/>
            <a:ext cx="2438400" cy="4608576"/>
          </a:xfrm>
        </p:spPr>
        <p:txBody>
          <a:bodyPr/>
          <a:lstStyle>
            <a:lvl1pPr>
              <a:defRPr sz="1867">
                <a:latin typeface="IBM Plex Sans SemiBold"/>
                <a:cs typeface="IBM Plex Sans SemiBold"/>
              </a:defRPr>
            </a:lvl1pPr>
            <a:lvl2pPr marL="228594" indent="-228594">
              <a:buFont typeface="Arial"/>
              <a:buChar char="•"/>
              <a:defRPr sz="1333"/>
            </a:lvl2pPr>
            <a:lvl3pPr marL="461422" indent="-162980">
              <a:buFont typeface="Arial"/>
              <a:buChar char="•"/>
              <a:defRPr sz="1333"/>
            </a:lvl3pPr>
            <a:lvl4pPr marL="833946" indent="-224361">
              <a:buFont typeface="Arial"/>
              <a:buChar char="•"/>
              <a:defRPr sz="1333"/>
            </a:lvl4pPr>
            <a:lvl5pPr marL="1071007" indent="-230712">
              <a:buFont typeface="Arial"/>
              <a:buChar char="•"/>
              <a:defRPr sz="1333"/>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8"/>
          <p:cNvSpPr>
            <a:spLocks noGrp="1"/>
          </p:cNvSpPr>
          <p:nvPr>
            <p:ph type="body" sz="quarter" idx="14"/>
          </p:nvPr>
        </p:nvSpPr>
        <p:spPr>
          <a:xfrm>
            <a:off x="6267189" y="1402080"/>
            <a:ext cx="5620011" cy="4608576"/>
          </a:xfrm>
        </p:spPr>
        <p:txBody>
          <a:bodyPr/>
          <a:lstStyle>
            <a:lvl1pPr marL="156629" indent="-156629">
              <a:tabLst/>
              <a:defRPr sz="3200">
                <a:latin typeface="IBM Plex Sans SemiBold"/>
                <a:cs typeface="IBM Plex Sans SemiBold"/>
              </a:defRPr>
            </a:lvl1pPr>
            <a:lvl2pPr marL="0" indent="0">
              <a:buNone/>
              <a:defRPr sz="1467"/>
            </a:lvl2pPr>
            <a:lvl3pPr>
              <a:defRPr sz="1467"/>
            </a:lvl3pPr>
            <a:lvl4pPr>
              <a:defRPr sz="1467"/>
            </a:lvl4pPr>
            <a:lvl5pPr>
              <a:defRPr sz="14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3"/>
          <p:cNvSpPr txBox="1">
            <a:spLocks/>
          </p:cNvSpPr>
          <p:nvPr userDrawn="1"/>
        </p:nvSpPr>
        <p:spPr>
          <a:xfrm>
            <a:off x="304800" y="6526747"/>
            <a:ext cx="8534400" cy="182880"/>
          </a:xfrm>
          <a:prstGeom prst="rect">
            <a:avLst/>
          </a:prstGeom>
        </p:spPr>
        <p:txBody>
          <a:bodyPr anchor="ctr"/>
          <a:lstStyle>
            <a:defPPr>
              <a:defRPr lang="en-US"/>
            </a:defPPr>
            <a:lvl1pPr marL="0" algn="l" defTabSz="685800" rtl="0" eaLnBrk="1" latinLnBrk="0" hangingPunct="1">
              <a:defRPr sz="60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800" dirty="0">
                <a:solidFill>
                  <a:srgbClr val="FFFFFF"/>
                </a:solidFill>
              </a:rPr>
              <a:t>IBM </a:t>
            </a:r>
            <a:r>
              <a:rPr lang="en-US" sz="800" dirty="0">
                <a:solidFill>
                  <a:srgbClr val="FFFFFF"/>
                </a:solidFill>
                <a:cs typeface="IBM Plex Sans"/>
              </a:rPr>
              <a:t>Cloud</a:t>
            </a:r>
            <a:r>
              <a:rPr lang="en-US" sz="800" dirty="0">
                <a:solidFill>
                  <a:srgbClr val="FFFFFF"/>
                </a:solidFill>
              </a:rPr>
              <a:t>/ © 2018 IBM Corporation</a:t>
            </a:r>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67.xml><?xml version="1.0" encoding="utf-8"?>
<p:sldLayout xmlns:a="http://schemas.openxmlformats.org/drawingml/2006/main" xmlns:r="http://schemas.openxmlformats.org/officeDocument/2006/relationships" xmlns:p="http://schemas.openxmlformats.org/presentationml/2006/main" preserve="1">
  <p:cSld name="title, text (1/4), blank (3/4)">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93365"/>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4" name="Footer Placeholder 3"/>
          <p:cNvSpPr>
            <a:spLocks noGrp="1"/>
          </p:cNvSpPr>
          <p:nvPr>
            <p:ph type="ftr" sz="quarter" idx="11"/>
          </p:nvPr>
        </p:nvSpPr>
        <p:spPr>
          <a:xfrm>
            <a:off x="304800" y="7024837"/>
            <a:ext cx="8534400" cy="182880"/>
          </a:xfrm>
          <a:prstGeom prst="rect">
            <a:avLst/>
          </a:prstGeom>
        </p:spPr>
        <p:txBody>
          <a:bodyPr/>
          <a:lstStyle>
            <a:lvl1pPr>
              <a:defRPr>
                <a:latin typeface="IBM Plex Sans"/>
              </a:defRPr>
            </a:lvl1pPr>
          </a:lstStyle>
          <a:p>
            <a:r>
              <a:rPr lang="en-US" dirty="0">
                <a:solidFill>
                  <a:srgbClr val="FFFFFF"/>
                </a:solidFill>
              </a:rPr>
              <a:t>Group Name / DOC ID / Month XX, 2017 / © 2017 IBM Corporation</a:t>
            </a:r>
          </a:p>
        </p:txBody>
      </p:sp>
      <p:sp>
        <p:nvSpPr>
          <p:cNvPr id="7" name="Text Placeholder 6"/>
          <p:cNvSpPr>
            <a:spLocks noGrp="1"/>
          </p:cNvSpPr>
          <p:nvPr>
            <p:ph type="body" sz="quarter" idx="12"/>
          </p:nvPr>
        </p:nvSpPr>
        <p:spPr>
          <a:xfrm>
            <a:off x="304800" y="1488651"/>
            <a:ext cx="2438400" cy="4605867"/>
          </a:xfrm>
        </p:spPr>
        <p:txBody>
          <a:bodyPr/>
          <a:lstStyle>
            <a:lvl1pPr>
              <a:defRPr sz="1867"/>
            </a:lvl1pPr>
            <a:lvl2pPr>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68.xml><?xml version="1.0" encoding="utf-8"?>
<p:sldLayout xmlns:a="http://schemas.openxmlformats.org/drawingml/2006/main" xmlns:r="http://schemas.openxmlformats.org/officeDocument/2006/relationships" xmlns:p="http://schemas.openxmlformats.org/presentationml/2006/main" preserve="1" userDrawn="1">
  <p:cSld name="Simple Title and Body">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40968"/>
          </a:xfrm>
        </p:spPr>
        <p:txBody>
          <a:bodyPr/>
          <a:lstStyle/>
          <a:p>
            <a:r>
              <a:rPr lang="en-US"/>
              <a:t>Click to edit Master title style</a:t>
            </a:r>
            <a:endParaRPr lang="en-US" dirty="0"/>
          </a:p>
        </p:txBody>
      </p:sp>
      <p:sp>
        <p:nvSpPr>
          <p:cNvPr id="6" name="Text Placeholder 5"/>
          <p:cNvSpPr>
            <a:spLocks noGrp="1"/>
          </p:cNvSpPr>
          <p:nvPr>
            <p:ph type="body" sz="quarter" idx="12"/>
          </p:nvPr>
        </p:nvSpPr>
        <p:spPr>
          <a:xfrm>
            <a:off x="304800" y="1524000"/>
            <a:ext cx="5486400" cy="4779264"/>
          </a:xfrm>
        </p:spPr>
        <p:txBody>
          <a:bodyPr/>
          <a:lstStyle>
            <a:lvl1pPr marL="0" indent="0">
              <a:spcBef>
                <a:spcPts val="0"/>
              </a:spcBef>
              <a:tabLst>
                <a:tab pos="5253435" algn="dec"/>
              </a:tabLst>
              <a:defRPr sz="1467"/>
            </a:lvl1pPr>
            <a:lvl2pPr marL="230712" indent="-230712">
              <a:spcBef>
                <a:spcPts val="0"/>
              </a:spcBef>
              <a:tabLst/>
              <a:defRPr/>
            </a:lvl2pPr>
            <a:lvl3pPr>
              <a:spcBef>
                <a:spcPts val="0"/>
              </a:spcBef>
              <a:defRPr/>
            </a:lvl3pPr>
            <a:lvl4pPr>
              <a:spcBef>
                <a:spcPts val="0"/>
              </a:spcBef>
              <a:defRPr/>
            </a:lvl4pPr>
            <a:lvl5pPr>
              <a:spcBef>
                <a:spcPts val="0"/>
              </a:spcBef>
              <a:defRPr/>
            </a:lvl5pPr>
          </a:lstStyle>
          <a:p>
            <a:pPr marL="0" marR="0" lvl="0" indent="0" algn="l" defTabSz="609585" rtl="0" eaLnBrk="1" fontAlgn="auto" latinLnBrk="0" hangingPunct="1">
              <a:lnSpc>
                <a:spcPct val="100000"/>
              </a:lnSpc>
              <a:spcBef>
                <a:spcPts val="0"/>
              </a:spcBef>
              <a:spcAft>
                <a:spcPts val="0"/>
              </a:spcAft>
              <a:buClrTx/>
              <a:buSzTx/>
              <a:buFont typeface="Arial"/>
              <a:buNone/>
              <a:tabLst>
                <a:tab pos="5364346" algn="r"/>
              </a:tabLst>
              <a:defRPr/>
            </a:pPr>
            <a:r>
              <a:rPr lang="en-US"/>
              <a:t>Click to edit Master text styles</a:t>
            </a:r>
          </a:p>
        </p:txBody>
      </p:sp>
      <p:sp>
        <p:nvSpPr>
          <p:cNvPr id="7" name="Footer Placeholder 3"/>
          <p:cNvSpPr txBox="1">
            <a:spLocks/>
          </p:cNvSpPr>
          <p:nvPr userDrawn="1"/>
        </p:nvSpPr>
        <p:spPr>
          <a:xfrm>
            <a:off x="304800" y="6526747"/>
            <a:ext cx="8534400" cy="182880"/>
          </a:xfrm>
          <a:prstGeom prst="rect">
            <a:avLst/>
          </a:prstGeom>
        </p:spPr>
        <p:txBody>
          <a:bodyPr anchor="ctr"/>
          <a:lstStyle>
            <a:defPPr>
              <a:defRPr lang="en-US"/>
            </a:defPPr>
            <a:lvl1pPr marL="0" algn="l" defTabSz="685800" rtl="0" eaLnBrk="1" latinLnBrk="0" hangingPunct="1">
              <a:defRPr sz="60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800" dirty="0">
                <a:solidFill>
                  <a:srgbClr val="FFFFFF"/>
                </a:solidFill>
              </a:rPr>
              <a:t>IBM </a:t>
            </a:r>
            <a:r>
              <a:rPr lang="en-US" sz="800" dirty="0">
                <a:solidFill>
                  <a:srgbClr val="FFFFFF"/>
                </a:solidFill>
                <a:cs typeface="IBM Plex Sans"/>
              </a:rPr>
              <a:t>Cloud</a:t>
            </a:r>
            <a:r>
              <a:rPr lang="en-US" sz="800" dirty="0">
                <a:solidFill>
                  <a:srgbClr val="FFFFFF"/>
                </a:solidFill>
              </a:rPr>
              <a:t>/© 2018 IBM Corporation</a:t>
            </a:r>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69.xml><?xml version="1.0" encoding="utf-8"?>
<p:sldLayout xmlns:a="http://schemas.openxmlformats.org/drawingml/2006/main" xmlns:r="http://schemas.openxmlformats.org/officeDocument/2006/relationships" xmlns:p="http://schemas.openxmlformats.org/presentationml/2006/main" preserve="1">
  <p:cSld name="case study: title, text (2/4), content (2/4)">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93365"/>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4" name="Footer Placeholder 3"/>
          <p:cNvSpPr>
            <a:spLocks noGrp="1"/>
          </p:cNvSpPr>
          <p:nvPr>
            <p:ph type="ftr" sz="quarter" idx="11"/>
          </p:nvPr>
        </p:nvSpPr>
        <p:spPr>
          <a:xfrm>
            <a:off x="304800" y="7024837"/>
            <a:ext cx="8534400" cy="182880"/>
          </a:xfrm>
          <a:prstGeom prst="rect">
            <a:avLst/>
          </a:prstGeom>
        </p:spPr>
        <p:txBody>
          <a:bodyPr/>
          <a:lstStyle>
            <a:lvl1pPr>
              <a:defRPr>
                <a:latin typeface="IBM Plex Sans"/>
              </a:defRPr>
            </a:lvl1pPr>
          </a:lstStyle>
          <a:p>
            <a:r>
              <a:rPr lang="en-US" dirty="0">
                <a:solidFill>
                  <a:srgbClr val="FFFFFF"/>
                </a:solidFill>
              </a:rPr>
              <a:t>Group Name / DOC ID / Month XX, 2017 / © 2017 IBM Corporation</a:t>
            </a:r>
          </a:p>
        </p:txBody>
      </p:sp>
      <p:sp>
        <p:nvSpPr>
          <p:cNvPr id="7" name="Text Placeholder 6"/>
          <p:cNvSpPr>
            <a:spLocks noGrp="1"/>
          </p:cNvSpPr>
          <p:nvPr>
            <p:ph type="body" sz="quarter" idx="12"/>
          </p:nvPr>
        </p:nvSpPr>
        <p:spPr>
          <a:xfrm>
            <a:off x="304800" y="1463040"/>
            <a:ext cx="2438400" cy="4669536"/>
          </a:xfrm>
        </p:spPr>
        <p:txBody>
          <a:bodyPr/>
          <a:lstStyle>
            <a:lvl1pPr>
              <a:defRPr sz="2133">
                <a:latin typeface="IBM Plex Sans SemiBold"/>
                <a:cs typeface="IBM Plex Sans SemiBold"/>
              </a:defRPr>
            </a:lvl1pPr>
            <a:lvl2pPr>
              <a:defRPr sz="1467"/>
            </a:lvl2pPr>
            <a:lvl3pPr>
              <a:defRPr sz="1467"/>
            </a:lvl3pPr>
            <a:lvl4pPr>
              <a:defRPr sz="1467"/>
            </a:lvl4pPr>
            <a:lvl5pPr>
              <a:defRPr sz="14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5"/>
          <p:cNvSpPr>
            <a:spLocks noGrp="1"/>
          </p:cNvSpPr>
          <p:nvPr>
            <p:ph type="body" sz="quarter" idx="13"/>
          </p:nvPr>
        </p:nvSpPr>
        <p:spPr>
          <a:xfrm>
            <a:off x="3352800" y="1499616"/>
            <a:ext cx="2438400" cy="4608576"/>
          </a:xfrm>
        </p:spPr>
        <p:txBody>
          <a:bodyPr/>
          <a:lstStyle>
            <a:lvl1pPr>
              <a:defRPr sz="1867">
                <a:latin typeface="IBM Plex Sans SemiBold"/>
                <a:cs typeface="IBM Plex Sans SemiBold"/>
              </a:defRPr>
            </a:lvl1pPr>
            <a:lvl2pPr marL="0" indent="0">
              <a:buNone/>
              <a:defRPr sz="1333"/>
            </a:lvl2pPr>
            <a:lvl3pPr>
              <a:defRPr sz="1333"/>
            </a:lvl3pPr>
            <a:lvl4pPr>
              <a:defRPr sz="1333"/>
            </a:lvl4pPr>
            <a:lvl5pPr>
              <a:defRPr sz="1333"/>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Picture Placeholder 11"/>
          <p:cNvSpPr>
            <a:spLocks noGrp="1"/>
          </p:cNvSpPr>
          <p:nvPr>
            <p:ph type="pic" sz="quarter" idx="14"/>
          </p:nvPr>
        </p:nvSpPr>
        <p:spPr>
          <a:xfrm>
            <a:off x="6096000" y="0"/>
            <a:ext cx="6096000" cy="6858000"/>
          </a:xfrm>
        </p:spPr>
        <p:txBody>
          <a:bodyPr/>
          <a:lstStyle/>
          <a:p>
            <a:r>
              <a:rPr lang="en-US" dirty="0"/>
              <a:t>Drag picture to placeholder or click icon to add</a:t>
            </a:r>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70.xml><?xml version="1.0" encoding="utf-8"?>
<p:sldLayout xmlns:a="http://schemas.openxmlformats.org/drawingml/2006/main" xmlns:r="http://schemas.openxmlformats.org/officeDocument/2006/relationships" xmlns:p="http://schemas.openxmlformats.org/presentationml/2006/main" preserve="1">
  <p:cSld name="blank (with footer)">
    <p:spTree>
      <p:nvGrpSpPr>
        <p:cNvPr id="1" name=""/>
        <p:cNvGrpSpPr/>
        <p:nvPr/>
      </p:nvGrpSpPr>
      <p:grpSpPr>
        <a:xfrm>
          <a:off x="0" y="0"/>
          <a:ext cx="0" cy="0"/>
          <a:chOff x="0" y="0"/>
          <a:chExt cx="0" cy="0"/>
        </a:xfrm>
      </p:grpSpPr>
      <p:sp>
        <p:nvSpPr>
          <p:cNvPr id="5" name="Footer Placeholder 3"/>
          <p:cNvSpPr>
            <a:spLocks noGrp="1"/>
          </p:cNvSpPr>
          <p:nvPr>
            <p:ph type="ftr" sz="quarter" idx="11"/>
          </p:nvPr>
        </p:nvSpPr>
        <p:spPr>
          <a:xfrm>
            <a:off x="304800" y="7046036"/>
            <a:ext cx="8534400" cy="182880"/>
          </a:xfrm>
        </p:spPr>
        <p:txBody>
          <a:bodyPr/>
          <a:lstStyle/>
          <a:p>
            <a:r>
              <a:rPr lang="en-US" dirty="0">
                <a:solidFill>
                  <a:srgbClr val="FFFFFF"/>
                </a:solidFill>
              </a:rPr>
              <a:t>IBM </a:t>
            </a:r>
            <a:r>
              <a:rPr lang="en-US" dirty="0">
                <a:solidFill>
                  <a:srgbClr val="FFFFFF"/>
                </a:solidFill>
                <a:cs typeface="IBM Plex Sans"/>
              </a:rPr>
              <a:t>Cloud</a:t>
            </a:r>
            <a:r>
              <a:rPr lang="en-US" dirty="0">
                <a:solidFill>
                  <a:srgbClr val="FFFFFF"/>
                </a:solidFill>
              </a:rPr>
              <a:t>/ DOC ID / Month XX, 2017 / © 2017 IBM Corporation</a:t>
            </a:r>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71.xml><?xml version="1.0" encoding="utf-8"?>
<p:sldLayout xmlns:a="http://schemas.openxmlformats.org/drawingml/2006/main" xmlns:r="http://schemas.openxmlformats.org/officeDocument/2006/relationships" xmlns:p="http://schemas.openxmlformats.org/presentationml/2006/main" preserve="1">
  <p:cSld name="1_blank (with footer)">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5" name="Footer Placeholder 3"/>
          <p:cNvSpPr>
            <a:spLocks noGrp="1"/>
          </p:cNvSpPr>
          <p:nvPr>
            <p:ph type="ftr" sz="quarter" idx="11"/>
          </p:nvPr>
        </p:nvSpPr>
        <p:spPr>
          <a:xfrm>
            <a:off x="304800" y="7046036"/>
            <a:ext cx="8534400" cy="182880"/>
          </a:xfrm>
        </p:spPr>
        <p:txBody>
          <a:bodyPr/>
          <a:lstStyle/>
          <a:p>
            <a:r>
              <a:rPr lang="en-US" dirty="0">
                <a:solidFill>
                  <a:srgbClr val="FFFFFF"/>
                </a:solidFill>
              </a:rPr>
              <a:t>IBM </a:t>
            </a:r>
            <a:r>
              <a:rPr lang="en-US" dirty="0">
                <a:solidFill>
                  <a:srgbClr val="FFFFFF"/>
                </a:solidFill>
                <a:cs typeface="IBM Plex Sans"/>
              </a:rPr>
              <a:t>Cloud</a:t>
            </a:r>
            <a:r>
              <a:rPr lang="en-US" dirty="0">
                <a:solidFill>
                  <a:srgbClr val="FFFFFF"/>
                </a:solidFill>
              </a:rPr>
              <a:t>/ DOC ID / Month XX, 2017 / © 2017 IBM Corporation</a:t>
            </a:r>
          </a:p>
        </p:txBody>
      </p:sp>
      <p:sp>
        <p:nvSpPr>
          <p:cNvPr id="2" name="Rectangle 1"/>
          <p:cNvSpPr/>
          <p:nvPr userDrawn="1"/>
        </p:nvSpPr>
        <p:spPr>
          <a:xfrm>
            <a:off x="0" y="-7970"/>
            <a:ext cx="3054096" cy="1715415"/>
          </a:xfrm>
          <a:prstGeom prst="rect">
            <a:avLst/>
          </a:prstGeom>
          <a:solidFill>
            <a:schemeClr val="bg1"/>
          </a:solidFill>
        </p:spPr>
        <p:txBody>
          <a:bodyPr wrap="square" lIns="0" tIns="0" rIns="0" bIns="0" rtlCol="0" anchor="ctr">
            <a:noAutofit/>
          </a:bodyPr>
          <a:lstStyle/>
          <a:p>
            <a:pPr algn="ctr" defTabSz="914377"/>
            <a:endParaRPr lang="en-US" sz="1600" dirty="0">
              <a:solidFill>
                <a:srgbClr val="FFFFFF"/>
              </a:solidFill>
              <a:latin typeface="Arial"/>
              <a:cs typeface="Arial"/>
            </a:endParaRPr>
          </a:p>
        </p:txBody>
      </p:sp>
      <p:sp>
        <p:nvSpPr>
          <p:cNvPr id="6" name="Rectangle 5"/>
          <p:cNvSpPr/>
          <p:nvPr userDrawn="1"/>
        </p:nvSpPr>
        <p:spPr>
          <a:xfrm>
            <a:off x="3045968" y="1707445"/>
            <a:ext cx="3054096" cy="1715415"/>
          </a:xfrm>
          <a:prstGeom prst="rect">
            <a:avLst/>
          </a:prstGeom>
          <a:solidFill>
            <a:schemeClr val="bg1"/>
          </a:solidFill>
        </p:spPr>
        <p:txBody>
          <a:bodyPr wrap="square" lIns="0" tIns="0" rIns="0" bIns="0" rtlCol="0" anchor="ctr">
            <a:noAutofit/>
          </a:bodyPr>
          <a:lstStyle/>
          <a:p>
            <a:pPr algn="ctr" defTabSz="914377"/>
            <a:endParaRPr lang="en-US" sz="1600" dirty="0">
              <a:solidFill>
                <a:srgbClr val="FFFFFF"/>
              </a:solidFill>
              <a:latin typeface="Arial"/>
              <a:cs typeface="Arial"/>
            </a:endParaRPr>
          </a:p>
        </p:txBody>
      </p:sp>
      <p:sp>
        <p:nvSpPr>
          <p:cNvPr id="7" name="Rectangle 6"/>
          <p:cNvSpPr/>
          <p:nvPr userDrawn="1"/>
        </p:nvSpPr>
        <p:spPr>
          <a:xfrm>
            <a:off x="6091936" y="3406919"/>
            <a:ext cx="3054096" cy="1715415"/>
          </a:xfrm>
          <a:prstGeom prst="rect">
            <a:avLst/>
          </a:prstGeom>
          <a:solidFill>
            <a:schemeClr val="bg1"/>
          </a:solidFill>
        </p:spPr>
        <p:txBody>
          <a:bodyPr wrap="square" lIns="0" tIns="0" rIns="0" bIns="0" rtlCol="0" anchor="ctr">
            <a:noAutofit/>
          </a:bodyPr>
          <a:lstStyle/>
          <a:p>
            <a:pPr algn="ctr" defTabSz="914377"/>
            <a:endParaRPr lang="en-US" sz="1600" dirty="0">
              <a:solidFill>
                <a:srgbClr val="FFFFFF"/>
              </a:solidFill>
              <a:latin typeface="Arial"/>
              <a:cs typeface="Arial"/>
            </a:endParaRPr>
          </a:p>
        </p:txBody>
      </p:sp>
      <p:sp>
        <p:nvSpPr>
          <p:cNvPr id="8" name="Rectangle 7"/>
          <p:cNvSpPr/>
          <p:nvPr userDrawn="1"/>
        </p:nvSpPr>
        <p:spPr>
          <a:xfrm>
            <a:off x="9137904" y="5122334"/>
            <a:ext cx="3054096" cy="1715415"/>
          </a:xfrm>
          <a:prstGeom prst="rect">
            <a:avLst/>
          </a:prstGeom>
          <a:solidFill>
            <a:schemeClr val="bg1"/>
          </a:solidFill>
        </p:spPr>
        <p:txBody>
          <a:bodyPr wrap="square" lIns="0" tIns="0" rIns="0" bIns="0" rtlCol="0" anchor="ctr">
            <a:noAutofit/>
          </a:bodyPr>
          <a:lstStyle/>
          <a:p>
            <a:pPr algn="ctr" defTabSz="914377"/>
            <a:endParaRPr lang="en-US" sz="1600" dirty="0">
              <a:solidFill>
                <a:srgbClr val="FFFFFF"/>
              </a:solidFill>
              <a:latin typeface="Arial"/>
              <a:cs typeface="Arial"/>
            </a:endParaRPr>
          </a:p>
        </p:txBody>
      </p:sp>
      <p:sp>
        <p:nvSpPr>
          <p:cNvPr id="10" name="Rectangle 9"/>
          <p:cNvSpPr/>
          <p:nvPr userDrawn="1"/>
        </p:nvSpPr>
        <p:spPr>
          <a:xfrm>
            <a:off x="0" y="1707445"/>
            <a:ext cx="3054096" cy="1715415"/>
          </a:xfrm>
          <a:prstGeom prst="rect">
            <a:avLst/>
          </a:prstGeom>
          <a:solidFill>
            <a:schemeClr val="accent4"/>
          </a:solidFill>
        </p:spPr>
        <p:txBody>
          <a:bodyPr wrap="square" lIns="0" tIns="0" rIns="0" bIns="0" rtlCol="0" anchor="ctr">
            <a:noAutofit/>
          </a:bodyPr>
          <a:lstStyle/>
          <a:p>
            <a:pPr algn="ctr" defTabSz="914377"/>
            <a:endParaRPr lang="en-US" sz="1600" dirty="0">
              <a:solidFill>
                <a:srgbClr val="FFFFFF"/>
              </a:solidFill>
              <a:latin typeface="Arial"/>
              <a:cs typeface="Arial"/>
            </a:endParaRPr>
          </a:p>
        </p:txBody>
      </p:sp>
      <p:sp>
        <p:nvSpPr>
          <p:cNvPr id="11" name="Rectangle 10"/>
          <p:cNvSpPr/>
          <p:nvPr userDrawn="1"/>
        </p:nvSpPr>
        <p:spPr>
          <a:xfrm>
            <a:off x="3045968" y="3406919"/>
            <a:ext cx="3054096" cy="1715415"/>
          </a:xfrm>
          <a:prstGeom prst="rect">
            <a:avLst/>
          </a:prstGeom>
          <a:solidFill>
            <a:schemeClr val="accent4"/>
          </a:solidFill>
        </p:spPr>
        <p:txBody>
          <a:bodyPr wrap="square" lIns="0" tIns="0" rIns="0" bIns="0" rtlCol="0" anchor="ctr">
            <a:noAutofit/>
          </a:bodyPr>
          <a:lstStyle/>
          <a:p>
            <a:pPr algn="ctr" defTabSz="914377"/>
            <a:endParaRPr lang="en-US" sz="1600" dirty="0">
              <a:solidFill>
                <a:srgbClr val="FFFFFF"/>
              </a:solidFill>
              <a:latin typeface="Arial"/>
              <a:cs typeface="Arial"/>
            </a:endParaRPr>
          </a:p>
        </p:txBody>
      </p:sp>
      <p:sp>
        <p:nvSpPr>
          <p:cNvPr id="12" name="Rectangle 11"/>
          <p:cNvSpPr/>
          <p:nvPr userDrawn="1"/>
        </p:nvSpPr>
        <p:spPr>
          <a:xfrm>
            <a:off x="6091936" y="5122334"/>
            <a:ext cx="3054096" cy="1715415"/>
          </a:xfrm>
          <a:prstGeom prst="rect">
            <a:avLst/>
          </a:prstGeom>
          <a:solidFill>
            <a:schemeClr val="accent4"/>
          </a:solidFill>
        </p:spPr>
        <p:txBody>
          <a:bodyPr wrap="square" lIns="0" tIns="0" rIns="0" bIns="0" rtlCol="0" anchor="ctr">
            <a:noAutofit/>
          </a:bodyPr>
          <a:lstStyle/>
          <a:p>
            <a:pPr algn="ctr" defTabSz="914377"/>
            <a:endParaRPr lang="en-US" sz="1600" dirty="0">
              <a:solidFill>
                <a:srgbClr val="FFFFFF"/>
              </a:solidFill>
              <a:latin typeface="Arial"/>
              <a:cs typeface="Arial"/>
            </a:endParaRPr>
          </a:p>
        </p:txBody>
      </p:sp>
      <p:sp>
        <p:nvSpPr>
          <p:cNvPr id="13" name="Rectangle 12"/>
          <p:cNvSpPr/>
          <p:nvPr userDrawn="1"/>
        </p:nvSpPr>
        <p:spPr>
          <a:xfrm>
            <a:off x="0" y="3406919"/>
            <a:ext cx="3054096" cy="1715415"/>
          </a:xfrm>
          <a:prstGeom prst="rect">
            <a:avLst/>
          </a:prstGeom>
          <a:solidFill>
            <a:schemeClr val="accent2"/>
          </a:solidFill>
        </p:spPr>
        <p:txBody>
          <a:bodyPr wrap="square" lIns="0" tIns="0" rIns="0" bIns="0" rtlCol="0" anchor="ctr">
            <a:noAutofit/>
          </a:bodyPr>
          <a:lstStyle/>
          <a:p>
            <a:pPr algn="ctr" defTabSz="914377"/>
            <a:endParaRPr lang="en-US" sz="1600" dirty="0">
              <a:solidFill>
                <a:srgbClr val="FFFFFF"/>
              </a:solidFill>
              <a:latin typeface="Arial"/>
              <a:cs typeface="Arial"/>
            </a:endParaRPr>
          </a:p>
        </p:txBody>
      </p:sp>
      <p:sp>
        <p:nvSpPr>
          <p:cNvPr id="14" name="Rectangle 13"/>
          <p:cNvSpPr/>
          <p:nvPr userDrawn="1"/>
        </p:nvSpPr>
        <p:spPr>
          <a:xfrm>
            <a:off x="3045968" y="5122334"/>
            <a:ext cx="3054096" cy="1715415"/>
          </a:xfrm>
          <a:prstGeom prst="rect">
            <a:avLst/>
          </a:prstGeom>
          <a:solidFill>
            <a:schemeClr val="accent2"/>
          </a:solidFill>
        </p:spPr>
        <p:txBody>
          <a:bodyPr wrap="square" lIns="0" tIns="0" rIns="0" bIns="0" rtlCol="0" anchor="ctr">
            <a:noAutofit/>
          </a:bodyPr>
          <a:lstStyle/>
          <a:p>
            <a:pPr algn="ctr" defTabSz="914377"/>
            <a:endParaRPr lang="en-US" sz="1600" dirty="0">
              <a:solidFill>
                <a:srgbClr val="FFFFFF"/>
              </a:solidFill>
              <a:latin typeface="Arial"/>
              <a:cs typeface="Arial"/>
            </a:endParaRPr>
          </a:p>
        </p:txBody>
      </p:sp>
      <p:sp>
        <p:nvSpPr>
          <p:cNvPr id="15" name="Rectangle 14"/>
          <p:cNvSpPr/>
          <p:nvPr userDrawn="1"/>
        </p:nvSpPr>
        <p:spPr>
          <a:xfrm>
            <a:off x="0" y="5122334"/>
            <a:ext cx="3054096" cy="1715415"/>
          </a:xfrm>
          <a:prstGeom prst="rect">
            <a:avLst/>
          </a:prstGeom>
          <a:solidFill>
            <a:schemeClr val="accent3"/>
          </a:solidFill>
        </p:spPr>
        <p:txBody>
          <a:bodyPr wrap="square" lIns="0" tIns="0" rIns="0" bIns="0" rtlCol="0" anchor="ctr">
            <a:noAutofit/>
          </a:bodyPr>
          <a:lstStyle/>
          <a:p>
            <a:pPr algn="ctr" defTabSz="914377"/>
            <a:endParaRPr lang="en-US" sz="1600" dirty="0">
              <a:solidFill>
                <a:srgbClr val="FFFFFF"/>
              </a:solidFill>
              <a:latin typeface="Arial"/>
              <a:cs typeface="Arial"/>
            </a:endParaRPr>
          </a:p>
        </p:txBody>
      </p:sp>
      <p:sp>
        <p:nvSpPr>
          <p:cNvPr id="16" name="Rectangle 15"/>
          <p:cNvSpPr/>
          <p:nvPr userDrawn="1"/>
        </p:nvSpPr>
        <p:spPr>
          <a:xfrm>
            <a:off x="3045968" y="-7970"/>
            <a:ext cx="3054096" cy="1715415"/>
          </a:xfrm>
          <a:prstGeom prst="rect">
            <a:avLst/>
          </a:prstGeom>
          <a:solidFill>
            <a:schemeClr val="accent3"/>
          </a:solidFill>
        </p:spPr>
        <p:txBody>
          <a:bodyPr wrap="square" lIns="0" tIns="0" rIns="0" bIns="0" rtlCol="0" anchor="ctr">
            <a:noAutofit/>
          </a:bodyPr>
          <a:lstStyle/>
          <a:p>
            <a:pPr algn="ctr" defTabSz="914377"/>
            <a:endParaRPr lang="en-US" sz="1600" dirty="0">
              <a:solidFill>
                <a:srgbClr val="FFFFFF"/>
              </a:solidFill>
              <a:latin typeface="Arial"/>
              <a:cs typeface="Arial"/>
            </a:endParaRPr>
          </a:p>
        </p:txBody>
      </p:sp>
      <p:sp>
        <p:nvSpPr>
          <p:cNvPr id="17" name="Rectangle 16"/>
          <p:cNvSpPr/>
          <p:nvPr userDrawn="1"/>
        </p:nvSpPr>
        <p:spPr>
          <a:xfrm>
            <a:off x="6091936" y="1707445"/>
            <a:ext cx="3054096" cy="1715415"/>
          </a:xfrm>
          <a:prstGeom prst="rect">
            <a:avLst/>
          </a:prstGeom>
          <a:solidFill>
            <a:schemeClr val="accent3"/>
          </a:solidFill>
        </p:spPr>
        <p:txBody>
          <a:bodyPr wrap="square" lIns="0" tIns="0" rIns="0" bIns="0" rtlCol="0" anchor="ctr">
            <a:noAutofit/>
          </a:bodyPr>
          <a:lstStyle/>
          <a:p>
            <a:pPr algn="ctr" defTabSz="914377"/>
            <a:endParaRPr lang="en-US" sz="1600" dirty="0">
              <a:solidFill>
                <a:srgbClr val="FFFFFF"/>
              </a:solidFill>
              <a:latin typeface="Arial"/>
              <a:cs typeface="Arial"/>
            </a:endParaRPr>
          </a:p>
        </p:txBody>
      </p:sp>
      <p:sp>
        <p:nvSpPr>
          <p:cNvPr id="18" name="Rectangle 17"/>
          <p:cNvSpPr/>
          <p:nvPr userDrawn="1"/>
        </p:nvSpPr>
        <p:spPr>
          <a:xfrm>
            <a:off x="9137904" y="3406919"/>
            <a:ext cx="3054096" cy="1715415"/>
          </a:xfrm>
          <a:prstGeom prst="rect">
            <a:avLst/>
          </a:prstGeom>
          <a:solidFill>
            <a:schemeClr val="accent3"/>
          </a:solidFill>
        </p:spPr>
        <p:txBody>
          <a:bodyPr wrap="square" lIns="0" tIns="0" rIns="0" bIns="0" rtlCol="0" anchor="ctr">
            <a:noAutofit/>
          </a:bodyPr>
          <a:lstStyle/>
          <a:p>
            <a:pPr algn="ctr" defTabSz="914377"/>
            <a:endParaRPr lang="en-US" sz="1600" dirty="0">
              <a:solidFill>
                <a:srgbClr val="FFFFFF"/>
              </a:solidFill>
              <a:latin typeface="Arial"/>
              <a:cs typeface="Arial"/>
            </a:endParaRPr>
          </a:p>
        </p:txBody>
      </p:sp>
      <p:sp>
        <p:nvSpPr>
          <p:cNvPr id="20" name="Rectangle 19"/>
          <p:cNvSpPr/>
          <p:nvPr userDrawn="1"/>
        </p:nvSpPr>
        <p:spPr>
          <a:xfrm>
            <a:off x="6091936" y="-7970"/>
            <a:ext cx="3054096" cy="1715415"/>
          </a:xfrm>
          <a:prstGeom prst="rect">
            <a:avLst/>
          </a:prstGeom>
          <a:solidFill>
            <a:schemeClr val="accent2"/>
          </a:solidFill>
        </p:spPr>
        <p:txBody>
          <a:bodyPr wrap="square" lIns="0" tIns="0" rIns="0" bIns="0" rtlCol="0" anchor="ctr">
            <a:noAutofit/>
          </a:bodyPr>
          <a:lstStyle/>
          <a:p>
            <a:pPr algn="ctr" defTabSz="914377"/>
            <a:endParaRPr lang="en-US" sz="1600" dirty="0">
              <a:solidFill>
                <a:srgbClr val="FFFFFF"/>
              </a:solidFill>
              <a:latin typeface="Arial"/>
              <a:cs typeface="Arial"/>
            </a:endParaRPr>
          </a:p>
        </p:txBody>
      </p:sp>
      <p:sp>
        <p:nvSpPr>
          <p:cNvPr id="21" name="Rectangle 20"/>
          <p:cNvSpPr/>
          <p:nvPr userDrawn="1"/>
        </p:nvSpPr>
        <p:spPr>
          <a:xfrm>
            <a:off x="9137904" y="1707445"/>
            <a:ext cx="3054096" cy="1715415"/>
          </a:xfrm>
          <a:prstGeom prst="rect">
            <a:avLst/>
          </a:prstGeom>
          <a:solidFill>
            <a:schemeClr val="accent2"/>
          </a:solidFill>
        </p:spPr>
        <p:txBody>
          <a:bodyPr wrap="square" lIns="0" tIns="0" rIns="0" bIns="0" rtlCol="0" anchor="ctr">
            <a:noAutofit/>
          </a:bodyPr>
          <a:lstStyle/>
          <a:p>
            <a:pPr algn="ctr" defTabSz="914377"/>
            <a:endParaRPr lang="en-US" sz="1600" dirty="0">
              <a:solidFill>
                <a:srgbClr val="FFFFFF"/>
              </a:solidFill>
              <a:latin typeface="Arial"/>
              <a:cs typeface="Arial"/>
            </a:endParaRPr>
          </a:p>
        </p:txBody>
      </p:sp>
      <p:sp>
        <p:nvSpPr>
          <p:cNvPr id="22" name="Rectangle 21"/>
          <p:cNvSpPr/>
          <p:nvPr userDrawn="1"/>
        </p:nvSpPr>
        <p:spPr>
          <a:xfrm>
            <a:off x="9137904" y="-7970"/>
            <a:ext cx="3054096" cy="1715415"/>
          </a:xfrm>
          <a:prstGeom prst="rect">
            <a:avLst/>
          </a:prstGeom>
          <a:solidFill>
            <a:schemeClr val="accent3"/>
          </a:solidFill>
        </p:spPr>
        <p:txBody>
          <a:bodyPr wrap="square" lIns="0" tIns="0" rIns="0" bIns="0" rtlCol="0" anchor="ctr">
            <a:noAutofit/>
          </a:bodyPr>
          <a:lstStyle/>
          <a:p>
            <a:pPr algn="ctr" defTabSz="914377"/>
            <a:endParaRPr lang="en-US" sz="1600" dirty="0">
              <a:solidFill>
                <a:srgbClr val="FFFFFF"/>
              </a:solidFill>
              <a:latin typeface="Arial"/>
              <a:cs typeface="Arial"/>
            </a:endParaRPr>
          </a:p>
        </p:txBody>
      </p:sp>
      <p:pic>
        <p:nvPicPr>
          <p:cNvPr id="24" name="Picture 23">
            <a:hlinkClick r:id="rId2" action="ppaction://hlinksldjump"/>
            <a:extLst>
              <a:ext uri="{FF2B5EF4-FFF2-40B4-BE49-F238E27FC236}">
                <a16:creationId xmlns:a16="http://schemas.microsoft.com/office/drawing/2014/main" id="{69DD4EB8-C670-4545-A1D2-ADE3BDE003ED}"/>
              </a:ext>
            </a:extLst>
          </p:cNvPr>
          <p:cNvPicPr>
            <a:picLocks noChangeAspect="1"/>
          </p:cNvPicPr>
          <p:nvPr userDrawn="1"/>
        </p:nvPicPr>
        <p:blipFill>
          <a:blip r:embed="rId3"/>
          <a:stretch>
            <a:fillRect/>
          </a:stretch>
        </p:blipFill>
        <p:spPr>
          <a:xfrm>
            <a:off x="12034033" y="6700033"/>
            <a:ext cx="94087" cy="9408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72.xml><?xml version="1.0" encoding="utf-8"?>
<p:sldLayout xmlns:a="http://schemas.openxmlformats.org/drawingml/2006/main" xmlns:r="http://schemas.openxmlformats.org/officeDocument/2006/relationships" xmlns:p="http://schemas.openxmlformats.org/presentationml/2006/main" preserve="1">
  <p:cSld name="blank (no footer)">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73.xml><?xml version="1.0" encoding="utf-8"?>
<p:sldLayout xmlns:a="http://schemas.openxmlformats.org/drawingml/2006/main" xmlns:r="http://schemas.openxmlformats.org/officeDocument/2006/relationships" xmlns:p="http://schemas.openxmlformats.org/presentationml/2006/main" preserve="1">
  <p:cSld name="ibm sign-off">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pic>
        <p:nvPicPr>
          <p:cNvPr id="7" name="Picture 6"/>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5234604" y="2914867"/>
            <a:ext cx="1722792" cy="701463"/>
          </a:xfrm>
          <a:prstGeom prst="rect">
            <a:avLst/>
          </a:prstGeom>
        </p:spPr>
      </p:pic>
      <p:sp>
        <p:nvSpPr>
          <p:cNvPr id="5" name="Footer Placeholder 3"/>
          <p:cNvSpPr>
            <a:spLocks noGrp="1"/>
          </p:cNvSpPr>
          <p:nvPr>
            <p:ph type="ftr" sz="quarter" idx="11"/>
          </p:nvPr>
        </p:nvSpPr>
        <p:spPr>
          <a:xfrm>
            <a:off x="304800" y="6526747"/>
            <a:ext cx="8534400" cy="182880"/>
          </a:xfrm>
        </p:spPr>
        <p:txBody>
          <a:bodyPr/>
          <a:lstStyle/>
          <a:p>
            <a:r>
              <a:rPr lang="en-US" dirty="0">
                <a:solidFill>
                  <a:srgbClr val="FFFFFF"/>
                </a:solidFill>
              </a:rPr>
              <a:t>IBM </a:t>
            </a:r>
            <a:r>
              <a:rPr lang="en-US" dirty="0">
                <a:solidFill>
                  <a:srgbClr val="FFFFFF"/>
                </a:solidFill>
                <a:cs typeface="IBM Plex Sans"/>
              </a:rPr>
              <a:t>Cloud</a:t>
            </a:r>
            <a:r>
              <a:rPr lang="en-US" dirty="0">
                <a:solidFill>
                  <a:srgbClr val="FFFFFF"/>
                </a:solidFill>
              </a:rPr>
              <a:t>/ DOC ID / Month XX, 2017 / © 2017 IBM Corporation</a:t>
            </a:r>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74.xml><?xml version="1.0" encoding="utf-8"?>
<p:sldLayout xmlns:a="http://schemas.openxmlformats.org/drawingml/2006/main" xmlns:r="http://schemas.openxmlformats.org/officeDocument/2006/relationships" xmlns:p="http://schemas.openxmlformats.org/presentationml/2006/main" userDrawn="1">
  <p:cSld name="Graphic slide">
    <p:bg>
      <p:bgPr>
        <a:solidFill>
          <a:srgbClr val="D8D8D8"/>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75.xml><?xml version="1.0" encoding="utf-8"?>
<p:sldLayout xmlns:a="http://schemas.openxmlformats.org/drawingml/2006/main" xmlns:r="http://schemas.openxmlformats.org/officeDocument/2006/relationships" xmlns:p="http://schemas.openxmlformats.org/presentationml/2006/main" type="tx">
  <p:cSld name="Title white slide">
    <p:bg>
      <p:bgPr>
        <a:solidFill>
          <a:srgbClr val="D8D8D8"/>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7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304800" y="7024837"/>
            <a:ext cx="8534400" cy="182880"/>
          </a:xfrm>
          <a:prstGeom prst="rect">
            <a:avLst/>
          </a:prstGeom>
        </p:spPr>
        <p:txBody>
          <a:bodyPr/>
          <a:lstStyle>
            <a:lvl1pPr>
              <a:defRPr>
                <a:latin typeface="IBM Plex Sans"/>
              </a:defRPr>
            </a:lvl1pPr>
          </a:lstStyle>
          <a:p>
            <a:r>
              <a:rPr lang="en-US" dirty="0">
                <a:solidFill>
                  <a:srgbClr val="FFFFFF"/>
                </a:solidFill>
              </a:rPr>
              <a:t>Group Name / DOC ID / Month XX, 2017 / © 2017 IBM Corporation</a:t>
            </a:r>
          </a:p>
        </p:txBody>
      </p:sp>
      <p:sp>
        <p:nvSpPr>
          <p:cNvPr id="5" name="Title 4"/>
          <p:cNvSpPr>
            <a:spLocks noGrp="1"/>
          </p:cNvSpPr>
          <p:nvPr>
            <p:ph type="title"/>
          </p:nvPr>
        </p:nvSpPr>
        <p:spPr>
          <a:xfrm>
            <a:off x="304800" y="268225"/>
            <a:ext cx="5486400" cy="666496"/>
          </a:xfrm>
        </p:spPr>
        <p:txBody>
          <a:bodyPr/>
          <a:lstStyle/>
          <a:p>
            <a:r>
              <a:rPr lang="en-US" dirty="0"/>
              <a:t>Click to edit Master title style</a:t>
            </a:r>
          </a:p>
        </p:txBody>
      </p:sp>
      <p:sp>
        <p:nvSpPr>
          <p:cNvPr id="7" name="Text Placeholder 6"/>
          <p:cNvSpPr>
            <a:spLocks noGrp="1"/>
          </p:cNvSpPr>
          <p:nvPr>
            <p:ph type="body" sz="quarter" idx="12"/>
          </p:nvPr>
        </p:nvSpPr>
        <p:spPr>
          <a:xfrm>
            <a:off x="304800" y="1165013"/>
            <a:ext cx="5486400" cy="49712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77.xml><?xml version="1.0" encoding="utf-8"?>
<p:sldLayout xmlns:a="http://schemas.openxmlformats.org/drawingml/2006/main" xmlns:r="http://schemas.openxmlformats.org/officeDocument/2006/relationships" xmlns:p="http://schemas.openxmlformats.org/presentationml/2006/main" type="tx">
  <p:cSld name="Content 3">
    <p:spTree>
      <p:nvGrpSpPr>
        <p:cNvPr id="1" name=""/>
        <p:cNvGrpSpPr/>
        <p:nvPr/>
      </p:nvGrpSpPr>
      <p:grpSpPr>
        <a:xfrm>
          <a:off x="0" y="0"/>
          <a:ext cx="0" cy="0"/>
          <a:chOff x="0" y="0"/>
          <a:chExt cx="0" cy="0"/>
        </a:xfrm>
      </p:grpSpPr>
      <p:sp>
        <p:nvSpPr>
          <p:cNvPr id="1247" name="Shape 1247"/>
          <p:cNvSpPr>
            <a:spLocks noGrp="1"/>
          </p:cNvSpPr>
          <p:nvPr>
            <p:ph type="body" idx="1"/>
          </p:nvPr>
        </p:nvSpPr>
        <p:spPr>
          <a:xfrm>
            <a:off x="1643533" y="2400301"/>
            <a:ext cx="4000947" cy="4457700"/>
          </a:xfrm>
          <a:prstGeom prst="rect">
            <a:avLst/>
          </a:prstGeom>
        </p:spPr>
        <p:txBody>
          <a:bodyPr lIns="45718" tIns="45718" rIns="45718" bIns="45718">
            <a:normAutofit/>
          </a:bodyPr>
          <a:lstStyle>
            <a:lvl1pPr marL="195379" indent="-195379" defTabSz="412740">
              <a:lnSpc>
                <a:spcPct val="120000"/>
              </a:lnSpc>
              <a:spcBef>
                <a:spcPts val="2600"/>
              </a:spcBef>
              <a:defRPr sz="1600">
                <a:solidFill>
                  <a:srgbClr val="152835"/>
                </a:solidFill>
                <a:latin typeface="IBM Plex Sans"/>
                <a:ea typeface="IBM Plex Sans"/>
                <a:cs typeface="IBM Plex Sans"/>
                <a:sym typeface="Helvetica Light"/>
              </a:defRPr>
            </a:lvl1pPr>
            <a:lvl2pPr marL="512871" indent="-195379" defTabSz="412740">
              <a:lnSpc>
                <a:spcPct val="120000"/>
              </a:lnSpc>
              <a:spcBef>
                <a:spcPts val="2600"/>
              </a:spcBef>
              <a:buSzPct val="75000"/>
              <a:buChar char="•"/>
              <a:defRPr sz="1600">
                <a:solidFill>
                  <a:srgbClr val="152835"/>
                </a:solidFill>
                <a:latin typeface="IBM Plex Sans"/>
                <a:ea typeface="IBM Plex Sans"/>
                <a:cs typeface="IBM Plex Sans"/>
                <a:sym typeface="Helvetica Light"/>
              </a:defRPr>
            </a:lvl2pPr>
            <a:lvl3pPr marL="830363" indent="-195379" defTabSz="412740">
              <a:lnSpc>
                <a:spcPct val="120000"/>
              </a:lnSpc>
              <a:spcBef>
                <a:spcPts val="2600"/>
              </a:spcBef>
              <a:buSzPct val="75000"/>
              <a:defRPr sz="1600">
                <a:solidFill>
                  <a:srgbClr val="152835"/>
                </a:solidFill>
                <a:latin typeface="IBM Plex Sans"/>
                <a:ea typeface="IBM Plex Sans"/>
                <a:cs typeface="IBM Plex Sans"/>
                <a:sym typeface="Helvetica Light"/>
              </a:defRPr>
            </a:lvl3pPr>
            <a:lvl4pPr marL="1147855" indent="-195379" defTabSz="412740">
              <a:lnSpc>
                <a:spcPct val="120000"/>
              </a:lnSpc>
              <a:spcBef>
                <a:spcPts val="2600"/>
              </a:spcBef>
              <a:buSzPct val="75000"/>
              <a:buChar char="•"/>
              <a:defRPr sz="1600">
                <a:solidFill>
                  <a:srgbClr val="152835"/>
                </a:solidFill>
                <a:latin typeface="IBM Plex Sans"/>
                <a:ea typeface="IBM Plex Sans"/>
                <a:cs typeface="IBM Plex Sans"/>
                <a:sym typeface="Helvetica Light"/>
              </a:defRPr>
            </a:lvl4pPr>
            <a:lvl5pPr marL="1465347" indent="-195379" defTabSz="412740">
              <a:lnSpc>
                <a:spcPct val="120000"/>
              </a:lnSpc>
              <a:spcBef>
                <a:spcPts val="2600"/>
              </a:spcBef>
              <a:buSzPct val="75000"/>
              <a:buChar char="•"/>
              <a:defRPr sz="1600">
                <a:solidFill>
                  <a:srgbClr val="152835"/>
                </a:solidFill>
                <a:latin typeface="IBM Plex Sans"/>
                <a:ea typeface="IBM Plex Sans"/>
                <a:cs typeface="IBM Plex Sans"/>
                <a:sym typeface="Helvetica Light"/>
              </a:defRPr>
            </a:lvl5pPr>
          </a:lstStyle>
          <a:p>
            <a:pPr lvl="0">
              <a:defRPr sz="1800">
                <a:solidFill>
                  <a:srgbClr val="000000"/>
                </a:solidFill>
              </a:defRPr>
            </a:pPr>
            <a:r>
              <a:rPr sz="1600" dirty="0">
                <a:solidFill>
                  <a:srgbClr val="152835"/>
                </a:solidFill>
              </a:rPr>
              <a:t>Body Level One</a:t>
            </a:r>
          </a:p>
          <a:p>
            <a:pPr lvl="1">
              <a:defRPr sz="1800">
                <a:solidFill>
                  <a:srgbClr val="000000"/>
                </a:solidFill>
              </a:defRPr>
            </a:pPr>
            <a:r>
              <a:rPr sz="1600" dirty="0">
                <a:solidFill>
                  <a:srgbClr val="152835"/>
                </a:solidFill>
              </a:rPr>
              <a:t>Body Level Two</a:t>
            </a:r>
          </a:p>
          <a:p>
            <a:pPr lvl="2">
              <a:defRPr sz="1800">
                <a:solidFill>
                  <a:srgbClr val="000000"/>
                </a:solidFill>
              </a:defRPr>
            </a:pPr>
            <a:r>
              <a:rPr sz="1600" dirty="0">
                <a:solidFill>
                  <a:srgbClr val="152835"/>
                </a:solidFill>
              </a:rPr>
              <a:t>Body Level Three</a:t>
            </a:r>
          </a:p>
          <a:p>
            <a:pPr lvl="3">
              <a:defRPr sz="1800">
                <a:solidFill>
                  <a:srgbClr val="000000"/>
                </a:solidFill>
              </a:defRPr>
            </a:pPr>
            <a:r>
              <a:rPr sz="1600" dirty="0">
                <a:solidFill>
                  <a:srgbClr val="152835"/>
                </a:solidFill>
              </a:rPr>
              <a:t>Body Level Four</a:t>
            </a:r>
          </a:p>
          <a:p>
            <a:pPr lvl="4">
              <a:defRPr sz="1800">
                <a:solidFill>
                  <a:srgbClr val="000000"/>
                </a:solidFill>
              </a:defRPr>
            </a:pPr>
            <a:r>
              <a:rPr sz="1600" dirty="0">
                <a:solidFill>
                  <a:srgbClr val="152835"/>
                </a:solidFill>
              </a:rPr>
              <a:t>Body Level Five</a:t>
            </a:r>
          </a:p>
        </p:txBody>
      </p:sp>
      <p:sp>
        <p:nvSpPr>
          <p:cNvPr id="1248" name="Shape 1248"/>
          <p:cNvSpPr/>
          <p:nvPr/>
        </p:nvSpPr>
        <p:spPr>
          <a:xfrm>
            <a:off x="590902" y="528762"/>
            <a:ext cx="4028347" cy="508344"/>
          </a:xfrm>
          <a:prstGeom prst="rect">
            <a:avLst/>
          </a:prstGeom>
          <a:ln w="12700">
            <a:miter lim="400000"/>
          </a:ln>
          <a:extLst>
            <a:ext uri="{C572A759-6A51-4108-AA02-DFA0A04FC94B}">
              <ma14:wrappingTextBoxFlag xmlns:ma14="http://schemas.microsoft.com/office/mac/drawingml/2011/main" xmlns="" val="1"/>
            </a:ext>
          </a:extLst>
        </p:spPr>
        <p:txBody>
          <a:bodyPr wrap="none" lIns="25400" tIns="25400" rIns="25400" bIns="25400" anchor="ctr">
            <a:spAutoFit/>
          </a:bodyPr>
          <a:lstStyle>
            <a:lvl1pPr defTabSz="2438400">
              <a:lnSpc>
                <a:spcPct val="90000"/>
              </a:lnSpc>
              <a:defRPr sz="6600">
                <a:solidFill>
                  <a:srgbClr val="325C80"/>
                </a:solidFill>
                <a:latin typeface="HelvNeue Medium for IBM"/>
                <a:ea typeface="HelvNeue Medium for IBM"/>
                <a:cs typeface="HelvNeue Medium for IBM"/>
                <a:sym typeface="HelvNeue Medium for IBM"/>
              </a:defRPr>
            </a:lvl1pPr>
          </a:lstStyle>
          <a:p>
            <a:pPr>
              <a:defRPr sz="1800">
                <a:solidFill>
                  <a:srgbClr val="000000"/>
                </a:solidFill>
              </a:defRPr>
            </a:pPr>
            <a:r>
              <a:rPr sz="3300">
                <a:latin typeface="IBM Plex Sans"/>
                <a:ea typeface="IBM Plex Sans"/>
                <a:cs typeface="IBM Plex Sans"/>
              </a:rPr>
              <a:t>Slide Title Goes Here</a:t>
            </a:r>
          </a:p>
        </p:txBody>
      </p:sp>
      <p:sp>
        <p:nvSpPr>
          <p:cNvPr id="1249" name="Shape 1249"/>
          <p:cNvSpPr/>
          <p:nvPr/>
        </p:nvSpPr>
        <p:spPr>
          <a:xfrm>
            <a:off x="-2" y="-118533"/>
            <a:ext cx="12192003" cy="1681391"/>
          </a:xfrm>
          <a:prstGeom prst="rect">
            <a:avLst/>
          </a:prstGeom>
          <a:solidFill/>
          <a:ln w="12700">
            <a:miter lim="400000"/>
          </a:ln>
        </p:spPr>
        <p:txBody>
          <a:bodyPr lIns="0" tIns="0" rIns="0" bIns="0" anchor="ctr"/>
          <a:lstStyle/>
          <a:p>
            <a:pPr>
              <a:defRPr sz="3200">
                <a:solidFill>
                  <a:srgbClr val="FFFFFF"/>
                </a:solidFill>
                <a:latin typeface="Helvetica Light"/>
                <a:ea typeface="Helvetica Light"/>
                <a:cs typeface="Helvetica Light"/>
                <a:sym typeface="Helvetica Light"/>
              </a:defRPr>
            </a:pPr>
            <a:endParaRPr sz="1600">
              <a:solidFill>
                <a:srgbClr val="FFFFFF"/>
              </a:solidFill>
              <a:ea typeface="IBM Plex Sans"/>
              <a:cs typeface="IBM Plex Sans"/>
              <a:sym typeface="Helvetica Light"/>
            </a:endParaRPr>
          </a:p>
        </p:txBody>
      </p:sp>
      <p:sp>
        <p:nvSpPr>
          <p:cNvPr id="1250" name="Shape 1250"/>
          <p:cNvSpPr/>
          <p:nvPr/>
        </p:nvSpPr>
        <p:spPr>
          <a:xfrm>
            <a:off x="727806" y="1058652"/>
            <a:ext cx="451679" cy="1"/>
          </a:xfrm>
          <a:prstGeom prst="line">
            <a:avLst/>
          </a:prstGeom>
          <a:ln w="76200">
            <a:solidFill>
              <a:srgbClr val="5EA2F0"/>
            </a:solidFill>
            <a:miter lim="400000"/>
          </a:ln>
        </p:spPr>
        <p:txBody>
          <a:bodyPr lIns="0" tIns="0" rIns="0" bIns="0"/>
          <a:lstStyle/>
          <a:p>
            <a:pPr defTabSz="228594">
              <a:defRPr sz="1200">
                <a:latin typeface="+mj-lt"/>
                <a:ea typeface="+mj-ea"/>
                <a:cs typeface="+mj-cs"/>
                <a:sym typeface="Helvetica"/>
              </a:defRPr>
            </a:pPr>
            <a:endParaRPr sz="600">
              <a:solidFill>
                <a:srgbClr val="000000"/>
              </a:solidFill>
              <a:sym typeface="Helvetica"/>
            </a:endParaRPr>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78.xml><?xml version="1.0" encoding="utf-8"?>
<p:sldLayout xmlns:a="http://schemas.openxmlformats.org/drawingml/2006/main" xmlns:r="http://schemas.openxmlformats.org/officeDocument/2006/relationships" xmlns:p="http://schemas.openxmlformats.org/presentationml/2006/main">
  <p:cSld name="TextCloudEyebrow">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add title</a:t>
            </a:r>
          </a:p>
        </p:txBody>
      </p:sp>
      <p:sp>
        <p:nvSpPr>
          <p:cNvPr id="7" name="Text Placeholder 6"/>
          <p:cNvSpPr>
            <a:spLocks noGrp="1"/>
          </p:cNvSpPr>
          <p:nvPr>
            <p:ph type="body" sz="quarter" idx="10"/>
          </p:nvPr>
        </p:nvSpPr>
        <p:spPr>
          <a:xfrm>
            <a:off x="485424" y="1498601"/>
            <a:ext cx="11345333" cy="1500154"/>
          </a:xfrm>
        </p:spPr>
        <p:txBody>
          <a:bodyPr>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sldLayout>
</file>

<file path=ppt/slideLayouts/slideLayout279.xml><?xml version="1.0" encoding="utf-8"?>
<p:sldLayout xmlns:a="http://schemas.openxmlformats.org/drawingml/2006/main" xmlns:r="http://schemas.openxmlformats.org/officeDocument/2006/relationships" xmlns:p="http://schemas.openxmlformats.org/presentationml/2006/main">
  <p:cSld name="table">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0BE6F14-FF48-0F4F-A8AA-2E3F25371E4A}" type="slidenum">
              <a:rPr lang="en-US" smtClean="0">
                <a:solidFill>
                  <a:srgbClr val="FFFFFF"/>
                </a:solidFill>
              </a:rPr>
              <a:pPr/>
              <a:t>‹#›</a:t>
            </a:fld>
            <a:endParaRPr lang="en-US" dirty="0">
              <a:solidFill>
                <a:srgbClr val="FFFFFF"/>
              </a:solidFill>
            </a:endParaRPr>
          </a:p>
        </p:txBody>
      </p:sp>
      <p:sp>
        <p:nvSpPr>
          <p:cNvPr id="4" name="Footer Placeholder 3"/>
          <p:cNvSpPr>
            <a:spLocks noGrp="1"/>
          </p:cNvSpPr>
          <p:nvPr>
            <p:ph type="ftr" sz="quarter" idx="11"/>
          </p:nvPr>
        </p:nvSpPr>
        <p:spPr/>
        <p:txBody>
          <a:bodyPr/>
          <a:lstStyle/>
          <a:p>
            <a:r>
              <a:rPr lang="de-DE" dirty="0">
                <a:solidFill>
                  <a:srgbClr val="FFFFFF"/>
                </a:solidFill>
              </a:rPr>
              <a:t>Group Name / DOC ID / Month XX, 2017 / © 2017 IBM Corporation</a:t>
            </a:r>
            <a:endParaRPr lang="en-US" dirty="0">
              <a:solidFill>
                <a:srgbClr val="FFFFFF"/>
              </a:solidFill>
            </a:endParaRPr>
          </a:p>
        </p:txBody>
      </p:sp>
      <p:sp>
        <p:nvSpPr>
          <p:cNvPr id="6" name="Text Placeholder 5"/>
          <p:cNvSpPr>
            <a:spLocks noGrp="1"/>
          </p:cNvSpPr>
          <p:nvPr>
            <p:ph type="body" sz="quarter" idx="12"/>
          </p:nvPr>
        </p:nvSpPr>
        <p:spPr>
          <a:xfrm>
            <a:off x="304800" y="256033"/>
            <a:ext cx="2438400" cy="5878660"/>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able Placeholder 6"/>
          <p:cNvSpPr>
            <a:spLocks noGrp="1"/>
          </p:cNvSpPr>
          <p:nvPr>
            <p:ph type="tbl" sz="quarter" idx="13"/>
          </p:nvPr>
        </p:nvSpPr>
        <p:spPr>
          <a:xfrm>
            <a:off x="3352800" y="300567"/>
            <a:ext cx="8534400" cy="6129867"/>
          </a:xfrm>
        </p:spPr>
        <p:txBody>
          <a:bodyPr/>
          <a:lstStyle/>
          <a:p>
            <a:r>
              <a:rPr lang="en-US" dirty="0"/>
              <a:t>Click icon to add table</a:t>
            </a:r>
          </a:p>
        </p:txBody>
      </p:sp>
    </p:spTree>
  </p:cSld>
  <p:clrMapOvr>
    <a:masterClrMapping/>
  </p:clrMapOvr>
</p:sldLayout>
</file>

<file path=ppt/slideLayouts/slideLayout280.xml><?xml version="1.0" encoding="utf-8"?>
<p:sldLayout xmlns:a="http://schemas.openxmlformats.org/drawingml/2006/main" xmlns:r="http://schemas.openxmlformats.org/officeDocument/2006/relationships" xmlns:p="http://schemas.openxmlformats.org/presentationml/2006/main">
  <p:cSld name="1_section, title, text (four columns)">
    <p:spTree>
      <p:nvGrpSpPr>
        <p:cNvPr id="1" name=""/>
        <p:cNvGrpSpPr/>
        <p:nvPr/>
      </p:nvGrpSpPr>
      <p:grpSpPr>
        <a:xfrm>
          <a:off x="0" y="0"/>
          <a:ext cx="0" cy="0"/>
          <a:chOff x="0" y="0"/>
          <a:chExt cx="0" cy="0"/>
        </a:xfrm>
      </p:grpSpPr>
      <p:sp>
        <p:nvSpPr>
          <p:cNvPr id="2" name="Title 1"/>
          <p:cNvSpPr>
            <a:spLocks noGrp="1"/>
          </p:cNvSpPr>
          <p:nvPr>
            <p:ph type="title"/>
          </p:nvPr>
        </p:nvSpPr>
        <p:spPr>
          <a:xfrm>
            <a:off x="304800" y="548640"/>
            <a:ext cx="8534400" cy="853440"/>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dirty="0">
              <a:solidFill>
                <a:srgbClr val="FFFFFF"/>
              </a:solidFill>
            </a:endParaRPr>
          </a:p>
        </p:txBody>
      </p:sp>
      <p:sp>
        <p:nvSpPr>
          <p:cNvPr id="4" name="Footer Placeholder 3"/>
          <p:cNvSpPr>
            <a:spLocks noGrp="1"/>
          </p:cNvSpPr>
          <p:nvPr>
            <p:ph type="ftr" sz="quarter" idx="11"/>
          </p:nvPr>
        </p:nvSpPr>
        <p:spPr/>
        <p:txBody>
          <a:bodyPr/>
          <a:lstStyle/>
          <a:p>
            <a:r>
              <a:rPr lang="en-US" dirty="0">
                <a:solidFill>
                  <a:srgbClr val="FFFFFF"/>
                </a:solidFill>
              </a:rPr>
              <a:t>Group Name / DOC ID / Month XX, 2017 / © 2017 IBM Corporation</a:t>
            </a:r>
          </a:p>
        </p:txBody>
      </p:sp>
      <p:sp>
        <p:nvSpPr>
          <p:cNvPr id="6" name="Text Placeholder 5"/>
          <p:cNvSpPr>
            <a:spLocks noGrp="1"/>
          </p:cNvSpPr>
          <p:nvPr>
            <p:ph type="body" sz="quarter" idx="12"/>
          </p:nvPr>
        </p:nvSpPr>
        <p:spPr>
          <a:xfrm>
            <a:off x="6400800" y="1457959"/>
            <a:ext cx="2438400" cy="4786207"/>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1"/>
          <p:cNvSpPr>
            <a:spLocks noGrp="1"/>
          </p:cNvSpPr>
          <p:nvPr>
            <p:ph type="body" sz="quarter" idx="13"/>
          </p:nvPr>
        </p:nvSpPr>
        <p:spPr>
          <a:xfrm>
            <a:off x="304800" y="268225"/>
            <a:ext cx="5486400" cy="400049"/>
          </a:xfrm>
        </p:spPr>
        <p:txBody>
          <a:bodyPr/>
          <a:lstStyle>
            <a:lvl1pPr>
              <a:defRPr sz="1467"/>
            </a:lvl1pPr>
          </a:lstStyle>
          <a:p>
            <a:pPr lvl="0"/>
            <a:r>
              <a:rPr lang="en-US"/>
              <a:t>Click to edit Master text styles</a:t>
            </a:r>
          </a:p>
        </p:txBody>
      </p:sp>
      <p:sp>
        <p:nvSpPr>
          <p:cNvPr id="7" name="Text Placeholder 6"/>
          <p:cNvSpPr>
            <a:spLocks noGrp="1"/>
          </p:cNvSpPr>
          <p:nvPr>
            <p:ph type="body" sz="quarter" idx="14"/>
          </p:nvPr>
        </p:nvSpPr>
        <p:spPr>
          <a:xfrm>
            <a:off x="304800" y="1457959"/>
            <a:ext cx="2438400" cy="4786207"/>
          </a:xfrm>
        </p:spPr>
        <p:txBody>
          <a:bodyPr/>
          <a:lstStyle>
            <a:lvl1pPr>
              <a:spcBef>
                <a:spcPts val="1467"/>
              </a:spcBef>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7"/>
          <p:cNvSpPr>
            <a:spLocks noGrp="1"/>
          </p:cNvSpPr>
          <p:nvPr>
            <p:ph type="body" sz="quarter" idx="15"/>
          </p:nvPr>
        </p:nvSpPr>
        <p:spPr>
          <a:xfrm>
            <a:off x="3352800" y="1457959"/>
            <a:ext cx="2438400" cy="4786207"/>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9"/>
          <p:cNvSpPr>
            <a:spLocks noGrp="1"/>
          </p:cNvSpPr>
          <p:nvPr>
            <p:ph type="body" sz="quarter" idx="16"/>
          </p:nvPr>
        </p:nvSpPr>
        <p:spPr>
          <a:xfrm>
            <a:off x="9448800" y="1457959"/>
            <a:ext cx="2438400" cy="4786207"/>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281.xml><?xml version="1.0" encoding="utf-8"?>
<p:sldLayout xmlns:a="http://schemas.openxmlformats.org/drawingml/2006/main" xmlns:r="http://schemas.openxmlformats.org/officeDocument/2006/relationships" xmlns:p="http://schemas.openxmlformats.org/presentationml/2006/main">
  <p:cSld name="TextPlai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add title</a:t>
            </a:r>
          </a:p>
        </p:txBody>
      </p:sp>
      <p:sp>
        <p:nvSpPr>
          <p:cNvPr id="5" name="TextBox 4"/>
          <p:cNvSpPr txBox="1"/>
          <p:nvPr/>
        </p:nvSpPr>
        <p:spPr>
          <a:xfrm>
            <a:off x="417690" y="1185335"/>
            <a:ext cx="9493956" cy="276999"/>
          </a:xfrm>
          <a:prstGeom prst="rect">
            <a:avLst/>
          </a:prstGeom>
          <a:noFill/>
        </p:spPr>
        <p:txBody>
          <a:bodyPr wrap="square" rtlCol="0">
            <a:spAutoFit/>
          </a:bodyPr>
          <a:lstStyle/>
          <a:p>
            <a:pPr defTabSz="914377"/>
            <a:r>
              <a:rPr lang="en-US" sz="1200" kern="0" spc="-31" dirty="0">
                <a:solidFill>
                  <a:srgbClr val="FFFFFF"/>
                </a:solidFill>
                <a:latin typeface="Arial"/>
                <a:cs typeface="Arial"/>
              </a:rPr>
              <a:t>text</a:t>
            </a:r>
          </a:p>
        </p:txBody>
      </p:sp>
      <p:sp>
        <p:nvSpPr>
          <p:cNvPr id="7" name="Text Placeholder 6"/>
          <p:cNvSpPr>
            <a:spLocks noGrp="1"/>
          </p:cNvSpPr>
          <p:nvPr>
            <p:ph type="body" sz="quarter" idx="10"/>
          </p:nvPr>
        </p:nvSpPr>
        <p:spPr>
          <a:xfrm>
            <a:off x="485424" y="1498601"/>
            <a:ext cx="11345333" cy="1499897"/>
          </a:xfrm>
        </p:spPr>
        <p:txBody>
          <a:bodyPr>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2.xml><?xml version="1.0" encoding="utf-8"?>
<p:sldLayout xmlns:a="http://schemas.openxmlformats.org/drawingml/2006/main" xmlns:r="http://schemas.openxmlformats.org/officeDocument/2006/relationships" xmlns:p="http://schemas.openxmlformats.org/presentationml/2006/main" preserve="1" userDrawn="1">
  <p:cSld name="Custom Layout">
    <p:bg>
      <p:bgRef idx="1001">
        <a:schemeClr val="bg2"/>
      </p:bgRef>
    </p:bg>
    <p:spTree>
      <p:nvGrpSpPr>
        <p:cNvPr id="1" name=""/>
        <p:cNvGrpSpPr/>
        <p:nvPr/>
      </p:nvGrpSpPr>
      <p:grpSpPr>
        <a:xfrm>
          <a:off x="0" y="0"/>
          <a:ext cx="0" cy="0"/>
          <a:chOff x="0" y="0"/>
          <a:chExt cx="0" cy="0"/>
        </a:xfrm>
      </p:grpSpPr>
      <p:sp>
        <p:nvSpPr>
          <p:cNvPr id="5" name="Rectangle 4"/>
          <p:cNvSpPr/>
          <p:nvPr userDrawn="1"/>
        </p:nvSpPr>
        <p:spPr>
          <a:xfrm>
            <a:off x="0" y="1"/>
            <a:ext cx="3048000" cy="6196208"/>
          </a:xfrm>
          <a:prstGeom prst="rect">
            <a:avLst/>
          </a:prstGeom>
          <a:solidFill>
            <a:schemeClr val="tx1"/>
          </a:solidFill>
        </p:spPr>
        <p:txBody>
          <a:bodyPr wrap="square" lIns="0" tIns="0" rIns="0" bIns="0" rtlCol="0" anchor="ctr">
            <a:noAutofit/>
          </a:bodyPr>
          <a:lstStyle/>
          <a:p>
            <a:pPr algn="ctr"/>
            <a:endParaRPr lang="en-US" sz="1600" kern="0" dirty="0">
              <a:solidFill>
                <a:srgbClr val="FFFFFF"/>
              </a:solidFill>
              <a:ea typeface="Arial"/>
              <a:cs typeface="Arial"/>
              <a:sym typeface="Arial"/>
            </a:endParaRPr>
          </a:p>
        </p:txBody>
      </p:sp>
      <p:sp>
        <p:nvSpPr>
          <p:cNvPr id="7" name="Rectangle 6"/>
          <p:cNvSpPr/>
          <p:nvPr userDrawn="1"/>
        </p:nvSpPr>
        <p:spPr>
          <a:xfrm>
            <a:off x="3048000" y="1"/>
            <a:ext cx="3048000" cy="6196208"/>
          </a:xfrm>
          <a:prstGeom prst="rect">
            <a:avLst/>
          </a:prstGeom>
          <a:solidFill>
            <a:srgbClr val="362F9F"/>
          </a:solidFill>
        </p:spPr>
        <p:txBody>
          <a:bodyPr wrap="square" lIns="0" tIns="0" rIns="0" bIns="0" rtlCol="0" anchor="ctr">
            <a:noAutofit/>
          </a:bodyPr>
          <a:lstStyle/>
          <a:p>
            <a:pPr algn="ctr"/>
            <a:endParaRPr lang="en-US" sz="1600" kern="0" dirty="0">
              <a:solidFill>
                <a:srgbClr val="FFFFFF"/>
              </a:solidFill>
              <a:ea typeface="Arial"/>
              <a:cs typeface="Arial"/>
              <a:sym typeface="Arial"/>
            </a:endParaRPr>
          </a:p>
        </p:txBody>
      </p:sp>
      <p:sp>
        <p:nvSpPr>
          <p:cNvPr id="8" name="Rectangle 7"/>
          <p:cNvSpPr/>
          <p:nvPr userDrawn="1"/>
        </p:nvSpPr>
        <p:spPr>
          <a:xfrm>
            <a:off x="6096000" y="1"/>
            <a:ext cx="3048000" cy="6196208"/>
          </a:xfrm>
          <a:prstGeom prst="rect">
            <a:avLst/>
          </a:prstGeom>
          <a:solidFill>
            <a:srgbClr val="211D7F"/>
          </a:solidFill>
        </p:spPr>
        <p:txBody>
          <a:bodyPr wrap="square" lIns="0" tIns="0" rIns="0" bIns="0" rtlCol="0" anchor="ctr">
            <a:noAutofit/>
          </a:bodyPr>
          <a:lstStyle/>
          <a:p>
            <a:pPr algn="ctr"/>
            <a:endParaRPr lang="en-US" sz="1600" kern="0" dirty="0">
              <a:solidFill>
                <a:srgbClr val="FFFFFF"/>
              </a:solidFill>
              <a:ea typeface="Arial"/>
              <a:cs typeface="Arial"/>
              <a:sym typeface="Arial"/>
            </a:endParaRPr>
          </a:p>
        </p:txBody>
      </p:sp>
      <p:sp>
        <p:nvSpPr>
          <p:cNvPr id="9" name="Rectangle 8"/>
          <p:cNvSpPr/>
          <p:nvPr userDrawn="1"/>
        </p:nvSpPr>
        <p:spPr>
          <a:xfrm>
            <a:off x="9144000" y="1"/>
            <a:ext cx="3048000" cy="6196208"/>
          </a:xfrm>
          <a:prstGeom prst="rect">
            <a:avLst/>
          </a:prstGeom>
          <a:solidFill>
            <a:srgbClr val="140956"/>
          </a:solidFill>
        </p:spPr>
        <p:txBody>
          <a:bodyPr wrap="square" lIns="0" tIns="0" rIns="0" bIns="0" rtlCol="0" anchor="ctr">
            <a:noAutofit/>
          </a:bodyPr>
          <a:lstStyle/>
          <a:p>
            <a:pPr algn="ctr"/>
            <a:endParaRPr lang="en-US" sz="1600" kern="0" dirty="0">
              <a:solidFill>
                <a:srgbClr val="FFFFFF"/>
              </a:solidFill>
              <a:ea typeface="Arial"/>
              <a:cs typeface="Arial"/>
              <a:sym typeface="Arial"/>
            </a:endParaRPr>
          </a:p>
        </p:txBody>
      </p:sp>
      <p:sp>
        <p:nvSpPr>
          <p:cNvPr id="12" name="Slide Number Placeholder 2"/>
          <p:cNvSpPr>
            <a:spLocks noGrp="1"/>
          </p:cNvSpPr>
          <p:nvPr>
            <p:ph type="sldNum" sz="quarter" idx="10"/>
          </p:nvPr>
        </p:nvSpPr>
        <p:spPr>
          <a:xfrm>
            <a:off x="9144000" y="6435307"/>
            <a:ext cx="2743200" cy="182880"/>
          </a:xfrm>
        </p:spPr>
        <p:txBody>
          <a:bodyPr/>
          <a:lstStyle>
            <a:lvl1pPr>
              <a:defRPr>
                <a:solidFill>
                  <a:schemeClr val="tx1"/>
                </a:solidFill>
              </a:defRPr>
            </a:lvl1pPr>
          </a:lstStyle>
          <a:p>
            <a:fld id="{D0BE6F14-FF48-0F4F-A8AA-2E3F25371E4A}" type="slidenum">
              <a:rPr lang="en-US" smtClean="0">
                <a:solidFill>
                  <a:srgbClr val="000000"/>
                </a:solidFill>
              </a:rPr>
              <a:pPr/>
              <a:t>‹#›</a:t>
            </a:fld>
            <a:endParaRPr lang="en-US" dirty="0">
              <a:solidFill>
                <a:srgbClr val="000000"/>
              </a:solidFill>
            </a:endParaRPr>
          </a:p>
        </p:txBody>
      </p:sp>
      <p:sp>
        <p:nvSpPr>
          <p:cNvPr id="14" name="Footer Placeholder 4"/>
          <p:cNvSpPr>
            <a:spLocks noGrp="1"/>
          </p:cNvSpPr>
          <p:nvPr>
            <p:ph type="ftr" sz="quarter" idx="11"/>
          </p:nvPr>
        </p:nvSpPr>
        <p:spPr>
          <a:xfrm>
            <a:off x="304800" y="6435307"/>
            <a:ext cx="8534400" cy="182880"/>
          </a:xfrm>
        </p:spPr>
        <p:txBody>
          <a:bodyPr/>
          <a:lstStyle>
            <a:lvl1pPr>
              <a:defRPr>
                <a:solidFill>
                  <a:schemeClr val="tx1"/>
                </a:solidFill>
              </a:defRPr>
            </a:lvl1pPr>
          </a:lstStyle>
          <a:p>
            <a:r>
              <a:rPr lang="de-DE" dirty="0">
                <a:solidFill>
                  <a:srgbClr val="000000"/>
                </a:solidFill>
              </a:rPr>
              <a:t>Group Name / DOC ID / Month XX, 2017</a:t>
            </a:r>
            <a:endParaRPr lang="en-US" dirty="0">
              <a:solidFill>
                <a:srgbClr val="000000"/>
              </a:solidFill>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preserve="1" userDrawn="1">
  <p:cSld name="Left Block">
    <p:bg>
      <p:bgRef idx="1001">
        <a:schemeClr val="bg2"/>
      </p:bgRef>
    </p:bg>
    <p:spTree>
      <p:nvGrpSpPr>
        <p:cNvPr id="1" name=""/>
        <p:cNvGrpSpPr/>
        <p:nvPr/>
      </p:nvGrpSpPr>
      <p:grpSpPr>
        <a:xfrm>
          <a:off x="0" y="0"/>
          <a:ext cx="0" cy="0"/>
          <a:chOff x="0" y="0"/>
          <a:chExt cx="0" cy="0"/>
        </a:xfrm>
      </p:grpSpPr>
      <p:sp>
        <p:nvSpPr>
          <p:cNvPr id="6" name="Rectangle 5"/>
          <p:cNvSpPr/>
          <p:nvPr userDrawn="1"/>
        </p:nvSpPr>
        <p:spPr>
          <a:xfrm>
            <a:off x="0" y="1"/>
            <a:ext cx="6112701" cy="6196209"/>
          </a:xfrm>
          <a:prstGeom prst="rect">
            <a:avLst/>
          </a:prstGeom>
          <a:solidFill>
            <a:schemeClr val="tx1"/>
          </a:solidFill>
        </p:spPr>
        <p:txBody>
          <a:bodyPr wrap="square" lIns="0" tIns="0" rIns="0" bIns="0" rtlCol="0" anchor="ctr">
            <a:noAutofit/>
          </a:bodyPr>
          <a:lstStyle/>
          <a:p>
            <a:pPr algn="ctr"/>
            <a:endParaRPr lang="en-US" sz="1600" kern="0" dirty="0">
              <a:solidFill>
                <a:srgbClr val="FFFFFF"/>
              </a:solidFill>
              <a:ea typeface="Arial"/>
              <a:cs typeface="Arial"/>
              <a:sym typeface="Arial"/>
            </a:endParaRPr>
          </a:p>
        </p:txBody>
      </p:sp>
      <p:sp>
        <p:nvSpPr>
          <p:cNvPr id="7" name="Slide Number Placeholder 2"/>
          <p:cNvSpPr>
            <a:spLocks noGrp="1"/>
          </p:cNvSpPr>
          <p:nvPr>
            <p:ph type="sldNum" sz="quarter" idx="10"/>
          </p:nvPr>
        </p:nvSpPr>
        <p:spPr>
          <a:xfrm>
            <a:off x="9144000" y="6435307"/>
            <a:ext cx="2743200" cy="182880"/>
          </a:xfrm>
        </p:spPr>
        <p:txBody>
          <a:bodyPr/>
          <a:lstStyle>
            <a:lvl1pPr>
              <a:defRPr>
                <a:solidFill>
                  <a:schemeClr val="tx1"/>
                </a:solidFill>
              </a:defRPr>
            </a:lvl1pPr>
          </a:lstStyle>
          <a:p>
            <a:fld id="{D0BE6F14-FF48-0F4F-A8AA-2E3F25371E4A}" type="slidenum">
              <a:rPr lang="en-US" smtClean="0">
                <a:solidFill>
                  <a:srgbClr val="000000"/>
                </a:solidFill>
              </a:rPr>
              <a:pPr/>
              <a:t>‹#›</a:t>
            </a:fld>
            <a:endParaRPr lang="en-US" dirty="0">
              <a:solidFill>
                <a:srgbClr val="000000"/>
              </a:solidFill>
            </a:endParaRPr>
          </a:p>
        </p:txBody>
      </p:sp>
      <p:sp>
        <p:nvSpPr>
          <p:cNvPr id="8" name="Footer Placeholder 4"/>
          <p:cNvSpPr>
            <a:spLocks noGrp="1"/>
          </p:cNvSpPr>
          <p:nvPr>
            <p:ph type="ftr" sz="quarter" idx="11"/>
          </p:nvPr>
        </p:nvSpPr>
        <p:spPr>
          <a:xfrm>
            <a:off x="304800" y="6435307"/>
            <a:ext cx="8534400" cy="182880"/>
          </a:xfrm>
        </p:spPr>
        <p:txBody>
          <a:bodyPr/>
          <a:lstStyle>
            <a:lvl1pPr>
              <a:defRPr>
                <a:solidFill>
                  <a:schemeClr val="tx1"/>
                </a:solidFill>
              </a:defRPr>
            </a:lvl1pPr>
          </a:lstStyle>
          <a:p>
            <a:r>
              <a:rPr lang="de-DE" dirty="0">
                <a:solidFill>
                  <a:srgbClr val="000000"/>
                </a:solidFill>
              </a:rPr>
              <a:t>Group Name / DOC ID / Month XX, 2017</a:t>
            </a:r>
            <a:endParaRPr lang="en-US" dirty="0">
              <a:solidFill>
                <a:srgbClr val="000000"/>
              </a:solidFill>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284.xml><?xml version="1.0" encoding="utf-8"?>
<p:sldLayout xmlns:a="http://schemas.openxmlformats.org/drawingml/2006/main" xmlns:r="http://schemas.openxmlformats.org/officeDocument/2006/relationships" xmlns:p="http://schemas.openxmlformats.org/presentationml/2006/main" preserve="1" userDrawn="1">
  <p:cSld name="Footer only White">
    <p:bg>
      <p:bgRef idx="1001">
        <a:schemeClr val="bg2"/>
      </p:bgRef>
    </p:bg>
    <p:spTree>
      <p:nvGrpSpPr>
        <p:cNvPr id="1" name=""/>
        <p:cNvGrpSpPr/>
        <p:nvPr/>
      </p:nvGrpSpPr>
      <p:grpSpPr>
        <a:xfrm>
          <a:off x="0" y="0"/>
          <a:ext cx="0" cy="0"/>
          <a:chOff x="0" y="0"/>
          <a:chExt cx="0" cy="0"/>
        </a:xfrm>
      </p:grpSpPr>
      <p:sp>
        <p:nvSpPr>
          <p:cNvPr id="5" name="Slide Number Placeholder 2"/>
          <p:cNvSpPr>
            <a:spLocks noGrp="1"/>
          </p:cNvSpPr>
          <p:nvPr>
            <p:ph type="sldNum" sz="quarter" idx="10"/>
          </p:nvPr>
        </p:nvSpPr>
        <p:spPr>
          <a:xfrm>
            <a:off x="9144000" y="6435307"/>
            <a:ext cx="2743200" cy="182880"/>
          </a:xfrm>
        </p:spPr>
        <p:txBody>
          <a:bodyPr/>
          <a:lstStyle>
            <a:lvl1pPr>
              <a:defRPr>
                <a:solidFill>
                  <a:schemeClr val="tx1"/>
                </a:solidFill>
              </a:defRPr>
            </a:lvl1pPr>
          </a:lstStyle>
          <a:p>
            <a:fld id="{D0BE6F14-FF48-0F4F-A8AA-2E3F25371E4A}" type="slidenum">
              <a:rPr lang="en-US" smtClean="0">
                <a:solidFill>
                  <a:srgbClr val="000000"/>
                </a:solidFill>
              </a:rPr>
              <a:pPr/>
              <a:t>‹#›</a:t>
            </a:fld>
            <a:endParaRPr lang="en-US" dirty="0">
              <a:solidFill>
                <a:srgbClr val="000000"/>
              </a:solidFill>
            </a:endParaRPr>
          </a:p>
        </p:txBody>
      </p:sp>
      <p:sp>
        <p:nvSpPr>
          <p:cNvPr id="9" name="Footer Placeholder 4"/>
          <p:cNvSpPr>
            <a:spLocks noGrp="1"/>
          </p:cNvSpPr>
          <p:nvPr>
            <p:ph type="ftr" sz="quarter" idx="11"/>
          </p:nvPr>
        </p:nvSpPr>
        <p:spPr>
          <a:xfrm>
            <a:off x="304800" y="6435307"/>
            <a:ext cx="8534400" cy="182880"/>
          </a:xfrm>
        </p:spPr>
        <p:txBody>
          <a:bodyPr/>
          <a:lstStyle>
            <a:lvl1pPr>
              <a:defRPr>
                <a:solidFill>
                  <a:schemeClr val="tx1"/>
                </a:solidFill>
              </a:defRPr>
            </a:lvl1pPr>
          </a:lstStyle>
          <a:p>
            <a:r>
              <a:rPr lang="de-DE" dirty="0">
                <a:solidFill>
                  <a:srgbClr val="000000"/>
                </a:solidFill>
              </a:rPr>
              <a:t>Group Name / DOC ID / Month XX, 2017</a:t>
            </a:r>
            <a:endParaRPr lang="en-US" dirty="0">
              <a:solidFill>
                <a:srgbClr val="000000"/>
              </a:solidFill>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285.xml><?xml version="1.0" encoding="utf-8"?>
<p:sldLayout xmlns:a="http://schemas.openxmlformats.org/drawingml/2006/main" xmlns:r="http://schemas.openxmlformats.org/officeDocument/2006/relationships" xmlns:p="http://schemas.openxmlformats.org/presentationml/2006/main" preserve="1" userDrawn="1">
  <p:cSld name="Footer Only">
    <p:bg>
      <p:bgRef idx="1001">
        <a:schemeClr val="bg2"/>
      </p:bgRef>
    </p:bg>
    <p:spTree>
      <p:nvGrpSpPr>
        <p:cNvPr id="1" name=""/>
        <p:cNvGrpSpPr/>
        <p:nvPr/>
      </p:nvGrpSpPr>
      <p:grpSpPr>
        <a:xfrm>
          <a:off x="0" y="0"/>
          <a:ext cx="0" cy="0"/>
          <a:chOff x="0" y="0"/>
          <a:chExt cx="0" cy="0"/>
        </a:xfrm>
      </p:grpSpPr>
      <p:sp>
        <p:nvSpPr>
          <p:cNvPr id="9" name="Rectangle 8"/>
          <p:cNvSpPr/>
          <p:nvPr userDrawn="1"/>
        </p:nvSpPr>
        <p:spPr>
          <a:xfrm>
            <a:off x="0" y="1"/>
            <a:ext cx="12192000" cy="6196209"/>
          </a:xfrm>
          <a:prstGeom prst="rect">
            <a:avLst/>
          </a:prstGeom>
          <a:solidFill>
            <a:schemeClr val="tx1"/>
          </a:solidFill>
        </p:spPr>
        <p:txBody>
          <a:bodyPr wrap="square" lIns="0" tIns="0" rIns="0" bIns="0" rtlCol="0" anchor="ctr">
            <a:noAutofit/>
          </a:bodyPr>
          <a:lstStyle/>
          <a:p>
            <a:pPr algn="ctr"/>
            <a:endParaRPr lang="en-US" sz="1600" kern="0" dirty="0">
              <a:solidFill>
                <a:srgbClr val="FFFFFF"/>
              </a:solidFill>
              <a:ea typeface="Arial"/>
              <a:cs typeface="Arial"/>
              <a:sym typeface="Arial"/>
            </a:endParaRPr>
          </a:p>
        </p:txBody>
      </p:sp>
      <p:sp>
        <p:nvSpPr>
          <p:cNvPr id="7" name="Slide Number Placeholder 2"/>
          <p:cNvSpPr>
            <a:spLocks noGrp="1"/>
          </p:cNvSpPr>
          <p:nvPr>
            <p:ph type="sldNum" sz="quarter" idx="10"/>
          </p:nvPr>
        </p:nvSpPr>
        <p:spPr>
          <a:xfrm>
            <a:off x="9144000" y="6435307"/>
            <a:ext cx="2743200" cy="182880"/>
          </a:xfrm>
        </p:spPr>
        <p:txBody>
          <a:bodyPr/>
          <a:lstStyle>
            <a:lvl1pPr>
              <a:defRPr>
                <a:solidFill>
                  <a:schemeClr val="tx1"/>
                </a:solidFill>
              </a:defRPr>
            </a:lvl1pPr>
          </a:lstStyle>
          <a:p>
            <a:fld id="{D0BE6F14-FF48-0F4F-A8AA-2E3F25371E4A}" type="slidenum">
              <a:rPr lang="en-US" smtClean="0">
                <a:solidFill>
                  <a:srgbClr val="000000"/>
                </a:solidFill>
              </a:rPr>
              <a:pPr/>
              <a:t>‹#›</a:t>
            </a:fld>
            <a:endParaRPr lang="en-US" dirty="0">
              <a:solidFill>
                <a:srgbClr val="000000"/>
              </a:solidFill>
            </a:endParaRPr>
          </a:p>
        </p:txBody>
      </p:sp>
      <p:sp>
        <p:nvSpPr>
          <p:cNvPr id="8" name="Footer Placeholder 4"/>
          <p:cNvSpPr>
            <a:spLocks noGrp="1"/>
          </p:cNvSpPr>
          <p:nvPr>
            <p:ph type="ftr" sz="quarter" idx="11"/>
          </p:nvPr>
        </p:nvSpPr>
        <p:spPr>
          <a:xfrm>
            <a:off x="304800" y="6435307"/>
            <a:ext cx="8534400" cy="182880"/>
          </a:xfrm>
        </p:spPr>
        <p:txBody>
          <a:bodyPr/>
          <a:lstStyle>
            <a:lvl1pPr>
              <a:defRPr>
                <a:solidFill>
                  <a:schemeClr val="tx1"/>
                </a:solidFill>
              </a:defRPr>
            </a:lvl1pPr>
          </a:lstStyle>
          <a:p>
            <a:r>
              <a:rPr lang="de-DE" dirty="0">
                <a:solidFill>
                  <a:srgbClr val="000000"/>
                </a:solidFill>
              </a:rPr>
              <a:t>Group Name / DOC ID / Month XX, 2017</a:t>
            </a:r>
            <a:endParaRPr lang="en-US" dirty="0">
              <a:solidFill>
                <a:srgbClr val="000000"/>
              </a:solidFill>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286.xml><?xml version="1.0" encoding="utf-8"?>
<p:sldLayout xmlns:a="http://schemas.openxmlformats.org/drawingml/2006/main" xmlns:r="http://schemas.openxmlformats.org/officeDocument/2006/relationships" xmlns:p="http://schemas.openxmlformats.org/presentationml/2006/main" preserve="1" userDrawn="1">
  <p:cSld name="1_Custom Layout">
    <p:bg>
      <p:bgRef idx="1001">
        <a:schemeClr val="bg2"/>
      </p:bgRef>
    </p:bg>
    <p:spTree>
      <p:nvGrpSpPr>
        <p:cNvPr id="1" name=""/>
        <p:cNvGrpSpPr/>
        <p:nvPr/>
      </p:nvGrpSpPr>
      <p:grpSpPr>
        <a:xfrm>
          <a:off x="0" y="0"/>
          <a:ext cx="0" cy="0"/>
          <a:chOff x="0" y="0"/>
          <a:chExt cx="0" cy="0"/>
        </a:xfrm>
      </p:grpSpPr>
      <p:sp>
        <p:nvSpPr>
          <p:cNvPr id="6" name="Rectangle 5"/>
          <p:cNvSpPr/>
          <p:nvPr userDrawn="1"/>
        </p:nvSpPr>
        <p:spPr>
          <a:xfrm>
            <a:off x="0" y="1"/>
            <a:ext cx="12192000" cy="6196209"/>
          </a:xfrm>
          <a:prstGeom prst="rect">
            <a:avLst/>
          </a:prstGeom>
          <a:solidFill>
            <a:srgbClr val="DFDFDF"/>
          </a:solidFill>
        </p:spPr>
        <p:txBody>
          <a:bodyPr wrap="square" lIns="0" tIns="0" rIns="0" bIns="0" rtlCol="0" anchor="ctr">
            <a:noAutofit/>
          </a:bodyPr>
          <a:lstStyle/>
          <a:p>
            <a:pPr algn="ctr"/>
            <a:endParaRPr lang="en-US" sz="1600" kern="0" dirty="0">
              <a:solidFill>
                <a:srgbClr val="FFFFFF"/>
              </a:solidFill>
              <a:ea typeface="Arial"/>
              <a:cs typeface="Arial"/>
              <a:sym typeface="Arial"/>
            </a:endParaRPr>
          </a:p>
        </p:txBody>
      </p:sp>
      <p:sp>
        <p:nvSpPr>
          <p:cNvPr id="9" name="Slide Number Placeholder 2"/>
          <p:cNvSpPr>
            <a:spLocks noGrp="1"/>
          </p:cNvSpPr>
          <p:nvPr>
            <p:ph type="sldNum" sz="quarter" idx="10"/>
          </p:nvPr>
        </p:nvSpPr>
        <p:spPr>
          <a:xfrm>
            <a:off x="9144000" y="6435307"/>
            <a:ext cx="2743200" cy="182880"/>
          </a:xfrm>
        </p:spPr>
        <p:txBody>
          <a:bodyPr/>
          <a:lstStyle>
            <a:lvl1pPr>
              <a:defRPr>
                <a:solidFill>
                  <a:schemeClr val="tx1"/>
                </a:solidFill>
              </a:defRPr>
            </a:lvl1pPr>
          </a:lstStyle>
          <a:p>
            <a:fld id="{D0BE6F14-FF48-0F4F-A8AA-2E3F25371E4A}" type="slidenum">
              <a:rPr lang="en-US" smtClean="0">
                <a:solidFill>
                  <a:srgbClr val="000000"/>
                </a:solidFill>
              </a:rPr>
              <a:pPr/>
              <a:t>‹#›</a:t>
            </a:fld>
            <a:endParaRPr lang="en-US" dirty="0">
              <a:solidFill>
                <a:srgbClr val="000000"/>
              </a:solidFill>
            </a:endParaRPr>
          </a:p>
        </p:txBody>
      </p:sp>
      <p:sp>
        <p:nvSpPr>
          <p:cNvPr id="10" name="Footer Placeholder 4"/>
          <p:cNvSpPr>
            <a:spLocks noGrp="1"/>
          </p:cNvSpPr>
          <p:nvPr>
            <p:ph type="ftr" sz="quarter" idx="11"/>
          </p:nvPr>
        </p:nvSpPr>
        <p:spPr>
          <a:xfrm>
            <a:off x="304800" y="6435307"/>
            <a:ext cx="8534400" cy="182880"/>
          </a:xfrm>
        </p:spPr>
        <p:txBody>
          <a:bodyPr/>
          <a:lstStyle>
            <a:lvl1pPr>
              <a:defRPr>
                <a:solidFill>
                  <a:schemeClr val="tx1"/>
                </a:solidFill>
              </a:defRPr>
            </a:lvl1pPr>
          </a:lstStyle>
          <a:p>
            <a:r>
              <a:rPr lang="de-DE" dirty="0">
                <a:solidFill>
                  <a:srgbClr val="000000"/>
                </a:solidFill>
              </a:rPr>
              <a:t>Group Name / DOC ID / Month XX, 2017</a:t>
            </a:r>
            <a:endParaRPr lang="en-US" dirty="0">
              <a:solidFill>
                <a:srgbClr val="000000"/>
              </a:solidFill>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287.xml><?xml version="1.0" encoding="utf-8"?>
<p:sldLayout xmlns:a="http://schemas.openxmlformats.org/drawingml/2006/main" xmlns:r="http://schemas.openxmlformats.org/officeDocument/2006/relationships" xmlns:p="http://schemas.openxmlformats.org/presentationml/2006/main" preserve="1">
  <p:cSld name="Cover Slide">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a:xfrm>
            <a:off x="304800" y="6437376"/>
            <a:ext cx="8534400" cy="182880"/>
          </a:xfrm>
        </p:spPr>
        <p:txBody>
          <a:bodyPr/>
          <a:lstStyle>
            <a:lvl1pPr>
              <a:defRPr>
                <a:solidFill>
                  <a:schemeClr val="bg2"/>
                </a:solidFill>
              </a:defRPr>
            </a:lvl1pPr>
          </a:lstStyle>
          <a:p>
            <a:r>
              <a:rPr lang="en-US" dirty="0">
                <a:solidFill>
                  <a:srgbClr val="FFFFFF"/>
                </a:solidFill>
              </a:rPr>
              <a:t>Group Name / DOC ID / Month XX, 2017</a:t>
            </a:r>
          </a:p>
        </p:txBody>
      </p:sp>
      <p:sp>
        <p:nvSpPr>
          <p:cNvPr id="4" name="Title 3"/>
          <p:cNvSpPr>
            <a:spLocks noGrp="1"/>
          </p:cNvSpPr>
          <p:nvPr>
            <p:ph type="title"/>
          </p:nvPr>
        </p:nvSpPr>
        <p:spPr>
          <a:xfrm>
            <a:off x="304800" y="271708"/>
            <a:ext cx="5486401" cy="5972459"/>
          </a:xfrm>
        </p:spPr>
        <p:txBody>
          <a:bodyPr/>
          <a:lstStyle>
            <a:lvl1pPr>
              <a:lnSpc>
                <a:spcPct val="90000"/>
              </a:lnSpc>
              <a:defRPr sz="3200" b="1">
                <a:solidFill>
                  <a:schemeClr val="bg2"/>
                </a:solidFill>
              </a:defRPr>
            </a:lvl1pPr>
          </a:lstStyle>
          <a:p>
            <a:r>
              <a:rPr lang="en-US" dirty="0"/>
              <a:t>Click to edit Master title style</a:t>
            </a: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1749" y="6273801"/>
            <a:ext cx="695452" cy="281940"/>
          </a:xfrm>
          <a:prstGeom prst="rect">
            <a:avLst/>
          </a:prstGeom>
        </p:spPr>
      </p:pic>
    </p:spTree>
  </p:cSld>
  <p:clrMapOvr>
    <a:masterClrMapping/>
  </p:clrMapOvr>
</p:sldLayout>
</file>

<file path=ppt/slideLayouts/slideLayout288.xml><?xml version="1.0" encoding="utf-8"?>
<p:sldLayout xmlns:a="http://schemas.openxmlformats.org/drawingml/2006/main" xmlns:r="http://schemas.openxmlformats.org/officeDocument/2006/relationships" xmlns:p="http://schemas.openxmlformats.org/presentationml/2006/main" preserve="1">
  <p:cSld name="Divider">
    <p:spTree>
      <p:nvGrpSpPr>
        <p:cNvPr id="1" name=""/>
        <p:cNvGrpSpPr/>
        <p:nvPr/>
      </p:nvGrpSpPr>
      <p:grpSpPr>
        <a:xfrm>
          <a:off x="0" y="0"/>
          <a:ext cx="0" cy="0"/>
          <a:chOff x="0" y="0"/>
          <a:chExt cx="0" cy="0"/>
        </a:xfrm>
      </p:grpSpPr>
      <p:sp>
        <p:nvSpPr>
          <p:cNvPr id="5" name="Title 4"/>
          <p:cNvSpPr>
            <a:spLocks noGrp="1"/>
          </p:cNvSpPr>
          <p:nvPr>
            <p:ph type="title"/>
          </p:nvPr>
        </p:nvSpPr>
        <p:spPr>
          <a:xfrm>
            <a:off x="304800" y="268224"/>
            <a:ext cx="5486400" cy="5991669"/>
          </a:xfrm>
        </p:spPr>
        <p:txBody>
          <a:bodyPr/>
          <a:lstStyle>
            <a:lvl1pPr>
              <a:lnSpc>
                <a:spcPct val="90000"/>
              </a:lnSpc>
              <a:defRPr>
                <a:solidFill>
                  <a:schemeClr val="bg2"/>
                </a:solidFill>
              </a:defRPr>
            </a:lvl1pPr>
          </a:lstStyle>
          <a:p>
            <a:r>
              <a:rPr lang="en-US"/>
              <a:t>Click to edit Master title style</a:t>
            </a:r>
            <a:endParaRPr lang="en-US" dirty="0"/>
          </a:p>
        </p:txBody>
      </p:sp>
      <p:sp>
        <p:nvSpPr>
          <p:cNvPr id="6" name="Slide Number Placeholder 2"/>
          <p:cNvSpPr>
            <a:spLocks noGrp="1"/>
          </p:cNvSpPr>
          <p:nvPr>
            <p:ph type="sldNum" sz="quarter" idx="10"/>
          </p:nvPr>
        </p:nvSpPr>
        <p:spPr>
          <a:xfrm>
            <a:off x="9144000" y="6435307"/>
            <a:ext cx="2743200" cy="182880"/>
          </a:xfrm>
        </p:spPr>
        <p:txBody>
          <a:bodyPr/>
          <a:lstStyle>
            <a:lvl1pPr>
              <a:defRPr>
                <a:solidFill>
                  <a:schemeClr val="bg2"/>
                </a:solidFill>
              </a:defRPr>
            </a:lvl1pPr>
          </a:lstStyle>
          <a:p>
            <a:fld id="{D0BE6F14-FF48-0F4F-A8AA-2E3F25371E4A}" type="slidenum">
              <a:rPr lang="en-US" smtClean="0">
                <a:solidFill>
                  <a:srgbClr val="FFFFFF"/>
                </a:solidFill>
              </a:rPr>
              <a:pPr/>
              <a:t>‹#›</a:t>
            </a:fld>
            <a:endParaRPr lang="en-US" dirty="0">
              <a:solidFill>
                <a:srgbClr val="FFFFFF"/>
              </a:solidFill>
            </a:endParaRPr>
          </a:p>
        </p:txBody>
      </p:sp>
      <p:sp>
        <p:nvSpPr>
          <p:cNvPr id="7" name="Footer Placeholder 4"/>
          <p:cNvSpPr>
            <a:spLocks noGrp="1"/>
          </p:cNvSpPr>
          <p:nvPr>
            <p:ph type="ftr" sz="quarter" idx="11"/>
          </p:nvPr>
        </p:nvSpPr>
        <p:spPr>
          <a:xfrm>
            <a:off x="304800" y="6435307"/>
            <a:ext cx="8534400" cy="182880"/>
          </a:xfrm>
        </p:spPr>
        <p:txBody>
          <a:bodyPr/>
          <a:lstStyle>
            <a:lvl1pPr>
              <a:defRPr>
                <a:solidFill>
                  <a:schemeClr val="bg2"/>
                </a:solidFill>
              </a:defRPr>
            </a:lvl1pPr>
          </a:lstStyle>
          <a:p>
            <a:r>
              <a:rPr lang="de-DE" dirty="0">
                <a:solidFill>
                  <a:srgbClr val="FFFFFF"/>
                </a:solidFill>
              </a:rPr>
              <a:t>Group Name / DOC ID / Month XX, 2017</a:t>
            </a:r>
            <a:endParaRPr lang="en-US" dirty="0">
              <a:solidFill>
                <a:srgbClr val="FFFFFF"/>
              </a:solidFill>
            </a:endParaRPr>
          </a:p>
        </p:txBody>
      </p:sp>
    </p:spTree>
  </p:cSld>
  <p:clrMapOvr>
    <a:masterClrMapping/>
  </p:clrMapOvr>
</p:sldLayout>
</file>

<file path=ppt/slideLayouts/slideLayout289.xml><?xml version="1.0" encoding="utf-8"?>
<p:sldLayout xmlns:a="http://schemas.openxmlformats.org/drawingml/2006/main" xmlns:r="http://schemas.openxmlformats.org/officeDocument/2006/relationships" xmlns:p="http://schemas.openxmlformats.org/presentationml/2006/main" preserve="1">
  <p:cSld name="fact, number">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5"/>
            <a:ext cx="5486400" cy="1338409"/>
          </a:xfrm>
        </p:spPr>
        <p:txBody>
          <a:bodyPr/>
          <a:lstStyle>
            <a:lvl1pPr>
              <a:defRPr sz="2133">
                <a:solidFill>
                  <a:schemeClr val="bg2"/>
                </a:solidFill>
              </a:defRPr>
            </a:lvl1p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lvl1pPr>
              <a:defRPr>
                <a:solidFill>
                  <a:schemeClr val="bg2"/>
                </a:solidFill>
              </a:defRPr>
            </a:lvl1pPr>
          </a:lstStyle>
          <a:p>
            <a:fld id="{61306876-7E60-6D40-9A83-6A3AF924BB27}" type="slidenum">
              <a:rPr lang="en-US" smtClean="0">
                <a:solidFill>
                  <a:srgbClr val="FFFFFF"/>
                </a:solidFill>
              </a:rPr>
              <a:pPr/>
              <a:t>‹#›</a:t>
            </a:fld>
            <a:endParaRPr lang="en-US" dirty="0">
              <a:solidFill>
                <a:srgbClr val="FFFFFF"/>
              </a:solidFill>
            </a:endParaRPr>
          </a:p>
        </p:txBody>
      </p:sp>
      <p:sp>
        <p:nvSpPr>
          <p:cNvPr id="4" name="Footer Placeholder 3"/>
          <p:cNvSpPr>
            <a:spLocks noGrp="1"/>
          </p:cNvSpPr>
          <p:nvPr>
            <p:ph type="ftr" sz="quarter" idx="11"/>
          </p:nvPr>
        </p:nvSpPr>
        <p:spPr/>
        <p:txBody>
          <a:bodyPr/>
          <a:lstStyle>
            <a:lvl1pPr>
              <a:defRPr>
                <a:solidFill>
                  <a:schemeClr val="bg2"/>
                </a:solidFill>
              </a:defRPr>
            </a:lvl1pPr>
          </a:lstStyle>
          <a:p>
            <a:r>
              <a:rPr lang="en-US" dirty="0">
                <a:solidFill>
                  <a:srgbClr val="FFFFFF"/>
                </a:solidFill>
              </a:rPr>
              <a:t>Group Name / DOC ID / Month XX, 2017</a:t>
            </a:r>
          </a:p>
        </p:txBody>
      </p:sp>
      <p:sp>
        <p:nvSpPr>
          <p:cNvPr id="8" name="Text Placeholder 7"/>
          <p:cNvSpPr>
            <a:spLocks noGrp="1"/>
          </p:cNvSpPr>
          <p:nvPr>
            <p:ph type="body" sz="quarter" idx="12"/>
          </p:nvPr>
        </p:nvSpPr>
        <p:spPr>
          <a:xfrm>
            <a:off x="304800" y="2015407"/>
            <a:ext cx="5486400" cy="4145280"/>
          </a:xfrm>
        </p:spPr>
        <p:txBody>
          <a:bodyPr/>
          <a:lstStyle>
            <a:lvl1pPr>
              <a:lnSpc>
                <a:spcPct val="90000"/>
              </a:lnSpc>
              <a:spcBef>
                <a:spcPts val="0"/>
              </a:spcBef>
              <a:defRPr sz="12800" b="1" baseline="0">
                <a:solidFill>
                  <a:schemeClr val="bg2"/>
                </a:solidFill>
              </a:defRPr>
            </a:lvl1pPr>
          </a:lstStyle>
          <a:p>
            <a:pPr lvl="0"/>
            <a:r>
              <a:rPr lang="en-US"/>
              <a:t>Click to edit Master text styles</a:t>
            </a:r>
          </a:p>
        </p:txBody>
      </p:sp>
    </p:spTree>
  </p:cSld>
  <p:clrMapOvr>
    <a:masterClrMapping/>
  </p:clrMapOvr>
</p:sldLayout>
</file>

<file path=ppt/slideLayouts/slideLayout290.xml><?xml version="1.0" encoding="utf-8"?>
<p:sldLayout xmlns:a="http://schemas.openxmlformats.org/drawingml/2006/main" xmlns:r="http://schemas.openxmlformats.org/officeDocument/2006/relationships" xmlns:p="http://schemas.openxmlformats.org/presentationml/2006/main" preserve="1">
  <p:cSld name="fact, number, half-image (bleeds)">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5"/>
            <a:ext cx="5486400" cy="1338409"/>
          </a:xfrm>
        </p:spPr>
        <p:txBody>
          <a:bodyPr/>
          <a:lstStyle>
            <a:lvl1pPr>
              <a:defRPr sz="2133">
                <a:solidFill>
                  <a:schemeClr val="bg2"/>
                </a:solidFill>
              </a:defRPr>
            </a:lvl1p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lvl1pPr>
              <a:defRPr>
                <a:solidFill>
                  <a:schemeClr val="bg2"/>
                </a:solidFill>
              </a:defRPr>
            </a:lvl1pPr>
          </a:lstStyle>
          <a:p>
            <a:fld id="{61306876-7E60-6D40-9A83-6A3AF924BB27}" type="slidenum">
              <a:rPr lang="en-US" smtClean="0">
                <a:solidFill>
                  <a:srgbClr val="FFFFFF"/>
                </a:solidFill>
              </a:rPr>
              <a:pPr/>
              <a:t>‹#›</a:t>
            </a:fld>
            <a:endParaRPr lang="en-US" dirty="0">
              <a:solidFill>
                <a:srgbClr val="FFFFFF"/>
              </a:solidFill>
            </a:endParaRPr>
          </a:p>
        </p:txBody>
      </p:sp>
      <p:sp>
        <p:nvSpPr>
          <p:cNvPr id="4" name="Footer Placeholder 3"/>
          <p:cNvSpPr>
            <a:spLocks noGrp="1"/>
          </p:cNvSpPr>
          <p:nvPr>
            <p:ph type="ftr" sz="quarter" idx="11"/>
          </p:nvPr>
        </p:nvSpPr>
        <p:spPr/>
        <p:txBody>
          <a:bodyPr/>
          <a:lstStyle>
            <a:lvl1pPr>
              <a:defRPr>
                <a:solidFill>
                  <a:schemeClr val="bg2"/>
                </a:solidFill>
              </a:defRPr>
            </a:lvl1pPr>
          </a:lstStyle>
          <a:p>
            <a:r>
              <a:rPr lang="en-US" dirty="0">
                <a:solidFill>
                  <a:srgbClr val="FFFFFF"/>
                </a:solidFill>
              </a:rPr>
              <a:t>Group Name / DOC ID / Month XX, 2017</a:t>
            </a:r>
          </a:p>
        </p:txBody>
      </p:sp>
      <p:sp>
        <p:nvSpPr>
          <p:cNvPr id="8" name="Text Placeholder 7"/>
          <p:cNvSpPr>
            <a:spLocks noGrp="1"/>
          </p:cNvSpPr>
          <p:nvPr>
            <p:ph type="body" sz="quarter" idx="12"/>
          </p:nvPr>
        </p:nvSpPr>
        <p:spPr>
          <a:xfrm>
            <a:off x="304800" y="2015407"/>
            <a:ext cx="5486400" cy="4145280"/>
          </a:xfrm>
        </p:spPr>
        <p:txBody>
          <a:bodyPr/>
          <a:lstStyle>
            <a:lvl1pPr>
              <a:lnSpc>
                <a:spcPct val="90000"/>
              </a:lnSpc>
              <a:spcBef>
                <a:spcPts val="0"/>
              </a:spcBef>
              <a:defRPr sz="12800" b="1" baseline="0">
                <a:solidFill>
                  <a:schemeClr val="bg2"/>
                </a:solidFill>
              </a:defRPr>
            </a:lvl1pPr>
          </a:lstStyle>
          <a:p>
            <a:pPr lvl="0"/>
            <a:r>
              <a:rPr lang="en-US"/>
              <a:t>Click to edit Master text styles</a:t>
            </a:r>
          </a:p>
        </p:txBody>
      </p:sp>
      <p:sp>
        <p:nvSpPr>
          <p:cNvPr id="6" name="Picture Placeholder 5"/>
          <p:cNvSpPr>
            <a:spLocks noGrp="1"/>
          </p:cNvSpPr>
          <p:nvPr>
            <p:ph type="pic" sz="quarter" idx="13"/>
          </p:nvPr>
        </p:nvSpPr>
        <p:spPr>
          <a:xfrm>
            <a:off x="6096000" y="0"/>
            <a:ext cx="6096000" cy="6858000"/>
          </a:xfrm>
        </p:spPr>
        <p:txBody>
          <a:bodyPr/>
          <a:lstStyle>
            <a:lvl1pPr>
              <a:defRPr>
                <a:solidFill>
                  <a:schemeClr val="bg2"/>
                </a:solidFill>
              </a:defRPr>
            </a:lvl1pPr>
          </a:lstStyle>
          <a:p>
            <a:r>
              <a:rPr lang="en-US" dirty="0"/>
              <a:t>Drag picture to placeholder or click icon to add</a:t>
            </a:r>
          </a:p>
        </p:txBody>
      </p:sp>
    </p:spTree>
  </p:cSld>
  <p:clrMapOvr>
    <a:masterClrMapping/>
  </p:clrMapOvr>
</p:sldLayout>
</file>

<file path=ppt/slideLayouts/slideLayout291.xml><?xml version="1.0" encoding="utf-8"?>
<p:sldLayout xmlns:a="http://schemas.openxmlformats.org/drawingml/2006/main" xmlns:r="http://schemas.openxmlformats.org/officeDocument/2006/relationships" xmlns:p="http://schemas.openxmlformats.org/presentationml/2006/main" preserve="1">
  <p:cSld name="big text">
    <p:spTree>
      <p:nvGrpSpPr>
        <p:cNvPr id="1" name=""/>
        <p:cNvGrpSpPr/>
        <p:nvPr/>
      </p:nvGrpSpPr>
      <p:grpSpPr>
        <a:xfrm>
          <a:off x="0" y="0"/>
          <a:ext cx="0" cy="0"/>
          <a:chOff x="0" y="0"/>
          <a:chExt cx="0" cy="0"/>
        </a:xfrm>
      </p:grpSpPr>
      <p:sp>
        <p:nvSpPr>
          <p:cNvPr id="2" name="Title 1"/>
          <p:cNvSpPr>
            <a:spLocks noGrp="1"/>
          </p:cNvSpPr>
          <p:nvPr>
            <p:ph type="title"/>
          </p:nvPr>
        </p:nvSpPr>
        <p:spPr>
          <a:xfrm>
            <a:off x="304800" y="279401"/>
            <a:ext cx="11582400" cy="5964767"/>
          </a:xfrm>
        </p:spPr>
        <p:txBody>
          <a:bodyPr/>
          <a:lstStyle>
            <a:lvl1pPr>
              <a:lnSpc>
                <a:spcPct val="90000"/>
              </a:lnSpc>
              <a:defRPr sz="12800" b="1"/>
            </a:lvl1p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61306876-7E60-6D40-9A83-6A3AF924BB27}" type="slidenum">
              <a:rPr lang="en-US" smtClean="0">
                <a:solidFill>
                  <a:srgbClr val="FFFFFF"/>
                </a:solidFill>
              </a:rPr>
              <a:pPr/>
              <a:t>‹#›</a:t>
            </a:fld>
            <a:endParaRPr lang="en-US" dirty="0">
              <a:solidFill>
                <a:srgbClr val="FFFFFF"/>
              </a:solidFill>
            </a:endParaRPr>
          </a:p>
        </p:txBody>
      </p:sp>
      <p:sp>
        <p:nvSpPr>
          <p:cNvPr id="4" name="Footer Placeholder 3"/>
          <p:cNvSpPr>
            <a:spLocks noGrp="1"/>
          </p:cNvSpPr>
          <p:nvPr>
            <p:ph type="ftr" sz="quarter" idx="11"/>
          </p:nvPr>
        </p:nvSpPr>
        <p:spPr/>
        <p:txBody>
          <a:bodyPr/>
          <a:lstStyle/>
          <a:p>
            <a:r>
              <a:rPr lang="en-US" dirty="0">
                <a:solidFill>
                  <a:srgbClr val="FFFFFF"/>
                </a:solidFill>
              </a:rPr>
              <a:t>Group Name / DOC ID / Month XX, 2017</a:t>
            </a:r>
          </a:p>
        </p:txBody>
      </p:sp>
    </p:spTree>
  </p:cSld>
  <p:clrMapOvr>
    <a:masterClrMapping/>
  </p:clrMapOvr>
</p:sldLayout>
</file>

<file path=ppt/slideLayouts/slideLayout292.xml><?xml version="1.0" encoding="utf-8"?>
<p:sldLayout xmlns:a="http://schemas.openxmlformats.org/drawingml/2006/main" xmlns:r="http://schemas.openxmlformats.org/officeDocument/2006/relationships" xmlns:p="http://schemas.openxmlformats.org/presentationml/2006/main" preserve="1">
  <p:cSld name="title, text (two columns, different text sizes)">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669544"/>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61306876-7E60-6D40-9A83-6A3AF924BB27}" type="slidenum">
              <a:rPr lang="en-US" smtClean="0">
                <a:solidFill>
                  <a:srgbClr val="FFFFFF"/>
                </a:solidFill>
              </a:rPr>
              <a:pPr/>
              <a:t>‹#›</a:t>
            </a:fld>
            <a:endParaRPr lang="en-US" dirty="0">
              <a:solidFill>
                <a:srgbClr val="FFFFFF"/>
              </a:solidFill>
            </a:endParaRPr>
          </a:p>
        </p:txBody>
      </p:sp>
      <p:sp>
        <p:nvSpPr>
          <p:cNvPr id="4" name="Footer Placeholder 3"/>
          <p:cNvSpPr>
            <a:spLocks noGrp="1"/>
          </p:cNvSpPr>
          <p:nvPr>
            <p:ph type="ftr" sz="quarter" idx="11"/>
          </p:nvPr>
        </p:nvSpPr>
        <p:spPr/>
        <p:txBody>
          <a:bodyPr/>
          <a:lstStyle/>
          <a:p>
            <a:r>
              <a:rPr lang="en-US" dirty="0">
                <a:solidFill>
                  <a:srgbClr val="FFFFFF"/>
                </a:solidFill>
              </a:rPr>
              <a:t>Group Name / DOC ID / Month XX, 2017</a:t>
            </a:r>
          </a:p>
        </p:txBody>
      </p:sp>
      <p:sp>
        <p:nvSpPr>
          <p:cNvPr id="6" name="Content Placeholder 5"/>
          <p:cNvSpPr>
            <a:spLocks noGrp="1"/>
          </p:cNvSpPr>
          <p:nvPr>
            <p:ph sz="quarter" idx="12"/>
          </p:nvPr>
        </p:nvSpPr>
        <p:spPr>
          <a:xfrm>
            <a:off x="304800" y="1327358"/>
            <a:ext cx="5486400" cy="4916809"/>
          </a:xfrm>
        </p:spPr>
        <p:txBody>
          <a:bodyPr/>
          <a:lstStyle>
            <a:lvl1pPr>
              <a:defRPr sz="3200"/>
            </a:lvl1pPr>
          </a:lstStyle>
          <a:p>
            <a:pPr lvl="0"/>
            <a:r>
              <a:rPr lang="en-US"/>
              <a:t>Click to edit Master text styles</a:t>
            </a:r>
          </a:p>
        </p:txBody>
      </p:sp>
      <p:sp>
        <p:nvSpPr>
          <p:cNvPr id="8" name="Content Placeholder 7"/>
          <p:cNvSpPr>
            <a:spLocks noGrp="1"/>
          </p:cNvSpPr>
          <p:nvPr>
            <p:ph sz="quarter" idx="13"/>
          </p:nvPr>
        </p:nvSpPr>
        <p:spPr>
          <a:xfrm>
            <a:off x="6400800" y="1488865"/>
            <a:ext cx="5486400" cy="4755303"/>
          </a:xfrm>
        </p:spPr>
        <p:txBody>
          <a:bodyPr/>
          <a:lstStyle>
            <a:lvl1pPr>
              <a:defRPr sz="1867"/>
            </a:lvl1pPr>
            <a:lvl2pPr>
              <a:defRPr sz="1867"/>
            </a:lvl2pPr>
            <a:lvl3pPr>
              <a:defRPr sz="1867"/>
            </a:lvl3pPr>
            <a:lvl4pPr>
              <a:defRPr sz="1867"/>
            </a:lvl4pPr>
            <a:lvl5pPr>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preserve="1">
  <p:cSld name="section, title, text (two narrow columns)">
    <p:spTree>
      <p:nvGrpSpPr>
        <p:cNvPr id="1" name=""/>
        <p:cNvGrpSpPr/>
        <p:nvPr/>
      </p:nvGrpSpPr>
      <p:grpSpPr>
        <a:xfrm>
          <a:off x="0" y="0"/>
          <a:ext cx="0" cy="0"/>
          <a:chOff x="0" y="0"/>
          <a:chExt cx="0" cy="0"/>
        </a:xfrm>
      </p:grpSpPr>
      <p:sp>
        <p:nvSpPr>
          <p:cNvPr id="2" name="Title 1"/>
          <p:cNvSpPr>
            <a:spLocks noGrp="1"/>
          </p:cNvSpPr>
          <p:nvPr>
            <p:ph type="title"/>
          </p:nvPr>
        </p:nvSpPr>
        <p:spPr>
          <a:xfrm>
            <a:off x="304800" y="1365504"/>
            <a:ext cx="5486400" cy="4754880"/>
          </a:xfrm>
        </p:spPr>
        <p:txBody>
          <a:bodyPr/>
          <a:lstStyle/>
          <a:p>
            <a:r>
              <a:rPr lang="en-US" dirty="0"/>
              <a:t>Click to edit Master title style</a:t>
            </a:r>
          </a:p>
        </p:txBody>
      </p:sp>
      <p:sp>
        <p:nvSpPr>
          <p:cNvPr id="3" name="Slide Number Placeholder 2"/>
          <p:cNvSpPr>
            <a:spLocks noGrp="1"/>
          </p:cNvSpPr>
          <p:nvPr>
            <p:ph type="sldNum" sz="quarter" idx="10"/>
          </p:nvPr>
        </p:nvSpPr>
        <p:spPr/>
        <p:txBody>
          <a:bodyPr/>
          <a:lstStyle/>
          <a:p>
            <a:fld id="{61306876-7E60-6D40-9A83-6A3AF924BB27}" type="slidenum">
              <a:rPr lang="en-US" smtClean="0">
                <a:solidFill>
                  <a:srgbClr val="FFFFFF"/>
                </a:solidFill>
              </a:rPr>
              <a:pPr/>
              <a:t>‹#›</a:t>
            </a:fld>
            <a:endParaRPr lang="en-US" dirty="0">
              <a:solidFill>
                <a:srgbClr val="FFFFFF"/>
              </a:solidFill>
            </a:endParaRPr>
          </a:p>
        </p:txBody>
      </p:sp>
      <p:sp>
        <p:nvSpPr>
          <p:cNvPr id="4" name="Footer Placeholder 3"/>
          <p:cNvSpPr>
            <a:spLocks noGrp="1"/>
          </p:cNvSpPr>
          <p:nvPr>
            <p:ph type="ftr" sz="quarter" idx="11"/>
          </p:nvPr>
        </p:nvSpPr>
        <p:spPr/>
        <p:txBody>
          <a:bodyPr/>
          <a:lstStyle/>
          <a:p>
            <a:r>
              <a:rPr lang="en-US" dirty="0">
                <a:solidFill>
                  <a:srgbClr val="FFFFFF"/>
                </a:solidFill>
              </a:rPr>
              <a:t>Group Name / DOC ID / Month XX, 2017</a:t>
            </a:r>
          </a:p>
        </p:txBody>
      </p:sp>
      <p:sp>
        <p:nvSpPr>
          <p:cNvPr id="6" name="Text Placeholder 5"/>
          <p:cNvSpPr>
            <a:spLocks noGrp="1"/>
          </p:cNvSpPr>
          <p:nvPr>
            <p:ph type="body" sz="quarter" idx="12"/>
          </p:nvPr>
        </p:nvSpPr>
        <p:spPr>
          <a:xfrm>
            <a:off x="6400800" y="1452237"/>
            <a:ext cx="2438400" cy="4668593"/>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1"/>
          <p:cNvSpPr>
            <a:spLocks noGrp="1"/>
          </p:cNvSpPr>
          <p:nvPr>
            <p:ph type="body" sz="quarter" idx="13"/>
          </p:nvPr>
        </p:nvSpPr>
        <p:spPr>
          <a:xfrm>
            <a:off x="304800" y="268225"/>
            <a:ext cx="5486400" cy="400049"/>
          </a:xfrm>
        </p:spPr>
        <p:txBody>
          <a:bodyPr/>
          <a:lstStyle>
            <a:lvl1pPr>
              <a:defRPr sz="1467"/>
            </a:lvl1pPr>
          </a:lstStyle>
          <a:p>
            <a:pPr lvl="0"/>
            <a:r>
              <a:rPr lang="en-US"/>
              <a:t>Click to edit Master text styles</a:t>
            </a:r>
          </a:p>
        </p:txBody>
      </p:sp>
      <p:sp>
        <p:nvSpPr>
          <p:cNvPr id="10" name="Text Placeholder 9"/>
          <p:cNvSpPr>
            <a:spLocks noGrp="1"/>
          </p:cNvSpPr>
          <p:nvPr>
            <p:ph type="body" sz="quarter" idx="16"/>
          </p:nvPr>
        </p:nvSpPr>
        <p:spPr>
          <a:xfrm>
            <a:off x="9448800" y="1452237"/>
            <a:ext cx="2438400" cy="4668593"/>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294.xml><?xml version="1.0" encoding="utf-8"?>
<p:sldLayout xmlns:a="http://schemas.openxmlformats.org/drawingml/2006/main" xmlns:r="http://schemas.openxmlformats.org/officeDocument/2006/relationships" xmlns:p="http://schemas.openxmlformats.org/presentationml/2006/main" preserve="1">
  <p:cSld name="section, title, text (dark background)">
    <p:spTree>
      <p:nvGrpSpPr>
        <p:cNvPr id="1" name=""/>
        <p:cNvGrpSpPr/>
        <p:nvPr/>
      </p:nvGrpSpPr>
      <p:grpSpPr>
        <a:xfrm>
          <a:off x="0" y="0"/>
          <a:ext cx="0" cy="0"/>
          <a:chOff x="0" y="0"/>
          <a:chExt cx="0" cy="0"/>
        </a:xfrm>
      </p:grpSpPr>
      <p:sp>
        <p:nvSpPr>
          <p:cNvPr id="5" name="Rectangle 4"/>
          <p:cNvSpPr/>
          <p:nvPr/>
        </p:nvSpPr>
        <p:spPr>
          <a:xfrm>
            <a:off x="6096000" y="0"/>
            <a:ext cx="6096000" cy="6858000"/>
          </a:xfrm>
          <a:prstGeom prst="rect">
            <a:avLst/>
          </a:prstGeom>
          <a:solidFill>
            <a:schemeClr val="tx1"/>
          </a:solidFill>
        </p:spPr>
        <p:txBody>
          <a:bodyPr wrap="square" lIns="0" tIns="0" rIns="0" bIns="0" rtlCol="0" anchor="ctr">
            <a:noAutofit/>
          </a:bodyPr>
          <a:lstStyle/>
          <a:p>
            <a:pPr algn="ctr"/>
            <a:endParaRPr lang="en-US" sz="1600" kern="0" dirty="0">
              <a:solidFill>
                <a:srgbClr val="FFFFFF"/>
              </a:solidFill>
              <a:latin typeface="IBM Eliot Sans Regular" charset="0"/>
              <a:ea typeface="IBM Eliot Sans Regular" charset="0"/>
              <a:cs typeface="IBM Eliot Sans Regular" charset="0"/>
              <a:sym typeface="Arial"/>
            </a:endParaRPr>
          </a:p>
        </p:txBody>
      </p:sp>
      <p:sp>
        <p:nvSpPr>
          <p:cNvPr id="2" name="Title 1"/>
          <p:cNvSpPr>
            <a:spLocks noGrp="1"/>
          </p:cNvSpPr>
          <p:nvPr>
            <p:ph type="title"/>
          </p:nvPr>
        </p:nvSpPr>
        <p:spPr>
          <a:xfrm>
            <a:off x="304800" y="1365504"/>
            <a:ext cx="5486400" cy="4754880"/>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61306876-7E60-6D40-9A83-6A3AF924BB27}" type="slidenum">
              <a:rPr lang="en-US" smtClean="0">
                <a:solidFill>
                  <a:srgbClr val="FFFFFF"/>
                </a:solidFill>
              </a:rPr>
              <a:pPr/>
              <a:t>‹#›</a:t>
            </a:fld>
            <a:endParaRPr lang="en-US" dirty="0">
              <a:solidFill>
                <a:srgbClr val="FFFFFF"/>
              </a:solidFill>
            </a:endParaRPr>
          </a:p>
        </p:txBody>
      </p:sp>
      <p:sp>
        <p:nvSpPr>
          <p:cNvPr id="4" name="Footer Placeholder 3"/>
          <p:cNvSpPr>
            <a:spLocks noGrp="1"/>
          </p:cNvSpPr>
          <p:nvPr>
            <p:ph type="ftr" sz="quarter" idx="11"/>
          </p:nvPr>
        </p:nvSpPr>
        <p:spPr/>
        <p:txBody>
          <a:bodyPr/>
          <a:lstStyle/>
          <a:p>
            <a:r>
              <a:rPr lang="en-US" dirty="0">
                <a:solidFill>
                  <a:srgbClr val="FFFFFF"/>
                </a:solidFill>
              </a:rPr>
              <a:t>Group Name / DOC ID / Month XX, 2017</a:t>
            </a:r>
          </a:p>
        </p:txBody>
      </p:sp>
      <p:sp>
        <p:nvSpPr>
          <p:cNvPr id="6" name="Text Placeholder 5"/>
          <p:cNvSpPr>
            <a:spLocks noGrp="1"/>
          </p:cNvSpPr>
          <p:nvPr>
            <p:ph type="body" sz="quarter" idx="12"/>
          </p:nvPr>
        </p:nvSpPr>
        <p:spPr>
          <a:xfrm>
            <a:off x="6400800" y="1481716"/>
            <a:ext cx="5486400" cy="4668593"/>
          </a:xfrm>
        </p:spPr>
        <p:txBody>
          <a:bodyPr/>
          <a:lstStyle>
            <a:lvl1pPr>
              <a:defRPr>
                <a:solidFill>
                  <a:schemeClr val="bg2"/>
                </a:solidFill>
              </a:defRPr>
            </a:lvl1pPr>
            <a:lvl2pPr marL="0" indent="0">
              <a:spcBef>
                <a:spcPts val="1467"/>
              </a:spcBef>
              <a:buFontTx/>
              <a:buNone/>
              <a:defRPr sz="1467">
                <a:solidFill>
                  <a:schemeClr val="bg2"/>
                </a:solidFill>
              </a:defRPr>
            </a:lvl2pPr>
            <a:lvl3pPr>
              <a:defRPr sz="1467">
                <a:solidFill>
                  <a:schemeClr val="bg2"/>
                </a:solidFill>
              </a:defRPr>
            </a:lvl3pPr>
            <a:lvl4pPr>
              <a:defRPr sz="1467">
                <a:solidFill>
                  <a:schemeClr val="bg2"/>
                </a:solidFill>
              </a:defRPr>
            </a:lvl4pPr>
            <a:lvl5pPr>
              <a:defRPr sz="1467">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1"/>
          <p:cNvSpPr>
            <a:spLocks noGrp="1"/>
          </p:cNvSpPr>
          <p:nvPr>
            <p:ph type="body" sz="quarter" idx="13"/>
          </p:nvPr>
        </p:nvSpPr>
        <p:spPr>
          <a:xfrm>
            <a:off x="304800" y="268225"/>
            <a:ext cx="5486400" cy="400049"/>
          </a:xfrm>
        </p:spPr>
        <p:txBody>
          <a:bodyPr/>
          <a:lstStyle>
            <a:lvl1pPr>
              <a:defRPr sz="1467"/>
            </a:lvl1pPr>
          </a:lstStyle>
          <a:p>
            <a:pPr lvl="0"/>
            <a:r>
              <a:rPr lang="en-US"/>
              <a:t>Click to edit Master text styles</a:t>
            </a:r>
          </a:p>
        </p:txBody>
      </p:sp>
    </p:spTree>
  </p:cSld>
  <p:clrMapOvr>
    <a:masterClrMapping/>
  </p:clrMapOvr>
</p:sldLayout>
</file>

<file path=ppt/slideLayouts/slideLayout295.xml><?xml version="1.0" encoding="utf-8"?>
<p:sldLayout xmlns:a="http://schemas.openxmlformats.org/drawingml/2006/main" xmlns:r="http://schemas.openxmlformats.org/officeDocument/2006/relationships" xmlns:p="http://schemas.openxmlformats.org/presentationml/2006/main" preserve="1">
  <p:cSld name="title, image">
    <p:spTree>
      <p:nvGrpSpPr>
        <p:cNvPr id="1" name=""/>
        <p:cNvGrpSpPr/>
        <p:nvPr/>
      </p:nvGrpSpPr>
      <p:grpSpPr>
        <a:xfrm>
          <a:off x="0" y="0"/>
          <a:ext cx="0" cy="0"/>
          <a:chOff x="0" y="0"/>
          <a:chExt cx="0" cy="0"/>
        </a:xfrm>
      </p:grpSpPr>
      <p:sp>
        <p:nvSpPr>
          <p:cNvPr id="8" name="Picture Placeholder 7"/>
          <p:cNvSpPr>
            <a:spLocks noGrp="1"/>
          </p:cNvSpPr>
          <p:nvPr>
            <p:ph type="pic" sz="quarter" idx="15"/>
          </p:nvPr>
        </p:nvSpPr>
        <p:spPr>
          <a:xfrm>
            <a:off x="6096000" y="0"/>
            <a:ext cx="6096000" cy="6858000"/>
          </a:xfrm>
        </p:spPr>
        <p:txBody>
          <a:bodyPr/>
          <a:lstStyle/>
          <a:p>
            <a:r>
              <a:rPr lang="en-US" dirty="0"/>
              <a:t>Drag picture to placeholder or click icon to add</a:t>
            </a:r>
          </a:p>
        </p:txBody>
      </p:sp>
      <p:sp>
        <p:nvSpPr>
          <p:cNvPr id="2" name="Title 1"/>
          <p:cNvSpPr>
            <a:spLocks noGrp="1"/>
          </p:cNvSpPr>
          <p:nvPr>
            <p:ph type="title"/>
          </p:nvPr>
        </p:nvSpPr>
        <p:spPr>
          <a:xfrm>
            <a:off x="304800" y="268225"/>
            <a:ext cx="5486400" cy="5870532"/>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61306876-7E60-6D40-9A83-6A3AF924BB27}" type="slidenum">
              <a:rPr lang="en-US" smtClean="0">
                <a:solidFill>
                  <a:srgbClr val="FFFFFF"/>
                </a:solidFill>
              </a:rPr>
              <a:pPr/>
              <a:t>‹#›</a:t>
            </a:fld>
            <a:endParaRPr lang="en-US" dirty="0">
              <a:solidFill>
                <a:srgbClr val="FFFFFF"/>
              </a:solidFill>
            </a:endParaRPr>
          </a:p>
        </p:txBody>
      </p:sp>
      <p:sp>
        <p:nvSpPr>
          <p:cNvPr id="4" name="Footer Placeholder 3"/>
          <p:cNvSpPr>
            <a:spLocks noGrp="1"/>
          </p:cNvSpPr>
          <p:nvPr>
            <p:ph type="ftr" sz="quarter" idx="11"/>
          </p:nvPr>
        </p:nvSpPr>
        <p:spPr/>
        <p:txBody>
          <a:bodyPr/>
          <a:lstStyle/>
          <a:p>
            <a:r>
              <a:rPr lang="en-US" dirty="0">
                <a:solidFill>
                  <a:srgbClr val="FFFFFF"/>
                </a:solidFill>
              </a:rPr>
              <a:t>Group Name / DOC ID / Month XX, 2017</a:t>
            </a:r>
          </a:p>
        </p:txBody>
      </p:sp>
    </p:spTree>
  </p:cSld>
  <p:clrMapOvr>
    <a:masterClrMapping/>
  </p:clrMapOvr>
</p:sldLayout>
</file>

<file path=ppt/slideLayouts/slideLayout296.xml><?xml version="1.0" encoding="utf-8"?>
<p:sldLayout xmlns:a="http://schemas.openxmlformats.org/drawingml/2006/main" xmlns:r="http://schemas.openxmlformats.org/officeDocument/2006/relationships" xmlns:p="http://schemas.openxmlformats.org/presentationml/2006/main" preserve="1">
  <p:cSld name="title, half-blank area">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5"/>
            <a:ext cx="5486400" cy="5870532"/>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61306876-7E60-6D40-9A83-6A3AF924BB27}" type="slidenum">
              <a:rPr lang="en-US" smtClean="0">
                <a:solidFill>
                  <a:srgbClr val="FFFFFF"/>
                </a:solidFill>
              </a:rPr>
              <a:pPr/>
              <a:t>‹#›</a:t>
            </a:fld>
            <a:endParaRPr lang="en-US" dirty="0">
              <a:solidFill>
                <a:srgbClr val="FFFFFF"/>
              </a:solidFill>
            </a:endParaRPr>
          </a:p>
        </p:txBody>
      </p:sp>
      <p:sp>
        <p:nvSpPr>
          <p:cNvPr id="4" name="Footer Placeholder 3"/>
          <p:cNvSpPr>
            <a:spLocks noGrp="1"/>
          </p:cNvSpPr>
          <p:nvPr>
            <p:ph type="ftr" sz="quarter" idx="11"/>
          </p:nvPr>
        </p:nvSpPr>
        <p:spPr/>
        <p:txBody>
          <a:bodyPr/>
          <a:lstStyle/>
          <a:p>
            <a:r>
              <a:rPr lang="en-US" dirty="0">
                <a:solidFill>
                  <a:srgbClr val="FFFFFF"/>
                </a:solidFill>
              </a:rPr>
              <a:t>Group Name / DOC ID / Month XX, 2017</a:t>
            </a:r>
          </a:p>
        </p:txBody>
      </p:sp>
    </p:spTree>
  </p:cSld>
  <p:clrMapOvr>
    <a:masterClrMapping/>
  </p:clrMapOvr>
</p:sldLayout>
</file>

<file path=ppt/slideLayouts/slideLayout297.xml><?xml version="1.0" encoding="utf-8"?>
<p:sldLayout xmlns:a="http://schemas.openxmlformats.org/drawingml/2006/main" xmlns:r="http://schemas.openxmlformats.org/officeDocument/2006/relationships" xmlns:p="http://schemas.openxmlformats.org/presentationml/2006/main" preserve="1">
  <p:cSld name="titel, blank">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508000"/>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61306876-7E60-6D40-9A83-6A3AF924BB27}" type="slidenum">
              <a:rPr lang="en-US" smtClean="0">
                <a:solidFill>
                  <a:srgbClr val="FFFFFF"/>
                </a:solidFill>
              </a:rPr>
              <a:pPr/>
              <a:t>‹#›</a:t>
            </a:fld>
            <a:endParaRPr lang="en-US" dirty="0">
              <a:solidFill>
                <a:srgbClr val="FFFFFF"/>
              </a:solidFill>
            </a:endParaRPr>
          </a:p>
        </p:txBody>
      </p:sp>
      <p:sp>
        <p:nvSpPr>
          <p:cNvPr id="4" name="Footer Placeholder 3"/>
          <p:cNvSpPr>
            <a:spLocks noGrp="1"/>
          </p:cNvSpPr>
          <p:nvPr>
            <p:ph type="ftr" sz="quarter" idx="11"/>
          </p:nvPr>
        </p:nvSpPr>
        <p:spPr/>
        <p:txBody>
          <a:bodyPr/>
          <a:lstStyle/>
          <a:p>
            <a:r>
              <a:rPr lang="en-US" dirty="0">
                <a:solidFill>
                  <a:srgbClr val="FFFFFF"/>
                </a:solidFill>
              </a:rPr>
              <a:t>Group Name / DOC ID / Month XX, 2017</a:t>
            </a:r>
          </a:p>
        </p:txBody>
      </p:sp>
    </p:spTree>
  </p:cSld>
  <p:clrMapOvr>
    <a:masterClrMapping/>
  </p:clrMapOvr>
</p:sldLayout>
</file>

<file path=ppt/slideLayouts/slideLayout298.xml><?xml version="1.0" encoding="utf-8"?>
<p:sldLayout xmlns:a="http://schemas.openxmlformats.org/drawingml/2006/main" xmlns:r="http://schemas.openxmlformats.org/officeDocument/2006/relationships" xmlns:p="http://schemas.openxmlformats.org/presentationml/2006/main" preserve="1">
  <p:cSld name="insight, text, boxes">
    <p:spTree>
      <p:nvGrpSpPr>
        <p:cNvPr id="1" name=""/>
        <p:cNvGrpSpPr/>
        <p:nvPr/>
      </p:nvGrpSpPr>
      <p:grpSpPr>
        <a:xfrm>
          <a:off x="0" y="0"/>
          <a:ext cx="0" cy="0"/>
          <a:chOff x="0" y="0"/>
          <a:chExt cx="0" cy="0"/>
        </a:xfrm>
      </p:grpSpPr>
      <p:sp>
        <p:nvSpPr>
          <p:cNvPr id="14" name="Content Placeholder 13"/>
          <p:cNvSpPr>
            <a:spLocks noGrp="1"/>
          </p:cNvSpPr>
          <p:nvPr>
            <p:ph sz="quarter" idx="17"/>
          </p:nvPr>
        </p:nvSpPr>
        <p:spPr>
          <a:xfrm>
            <a:off x="6096001" y="3429000"/>
            <a:ext cx="6096000" cy="3429000"/>
          </a:xfrm>
          <a:solidFill>
            <a:schemeClr val="accent2"/>
          </a:solidFill>
        </p:spPr>
        <p:txBody>
          <a:bodyPr lIns="228600" tIns="182880" rIns="228600" bIns="228600"/>
          <a:lstStyle>
            <a:lvl1pPr>
              <a:defRPr sz="1867">
                <a:solidFill>
                  <a:schemeClr val="bg2"/>
                </a:solidFill>
              </a:defRPr>
            </a:lvl1pPr>
          </a:lstStyle>
          <a:p>
            <a:pPr lvl="0"/>
            <a:r>
              <a:rPr lang="en-US"/>
              <a:t>Click to edit Master text styles</a:t>
            </a:r>
          </a:p>
        </p:txBody>
      </p:sp>
      <p:sp>
        <p:nvSpPr>
          <p:cNvPr id="3" name="Slide Number Placeholder 2"/>
          <p:cNvSpPr>
            <a:spLocks noGrp="1"/>
          </p:cNvSpPr>
          <p:nvPr>
            <p:ph type="sldNum" sz="quarter" idx="10"/>
          </p:nvPr>
        </p:nvSpPr>
        <p:spPr/>
        <p:txBody>
          <a:bodyPr/>
          <a:lstStyle/>
          <a:p>
            <a:fld id="{61306876-7E60-6D40-9A83-6A3AF924BB27}" type="slidenum">
              <a:rPr lang="en-US" smtClean="0">
                <a:solidFill>
                  <a:srgbClr val="FFFFFF"/>
                </a:solidFill>
              </a:rPr>
              <a:pPr/>
              <a:t>‹#›</a:t>
            </a:fld>
            <a:endParaRPr lang="en-US" dirty="0">
              <a:solidFill>
                <a:srgbClr val="FFFFFF"/>
              </a:solidFill>
            </a:endParaRPr>
          </a:p>
        </p:txBody>
      </p:sp>
      <p:sp>
        <p:nvSpPr>
          <p:cNvPr id="4" name="Footer Placeholder 3"/>
          <p:cNvSpPr>
            <a:spLocks noGrp="1"/>
          </p:cNvSpPr>
          <p:nvPr>
            <p:ph type="ftr" sz="quarter" idx="11"/>
          </p:nvPr>
        </p:nvSpPr>
        <p:spPr/>
        <p:txBody>
          <a:bodyPr/>
          <a:lstStyle/>
          <a:p>
            <a:r>
              <a:rPr lang="en-US" dirty="0">
                <a:solidFill>
                  <a:srgbClr val="FFFFFF"/>
                </a:solidFill>
              </a:rPr>
              <a:t>Group Name / DOC ID / Month XX, 2017</a:t>
            </a:r>
          </a:p>
        </p:txBody>
      </p:sp>
      <p:sp>
        <p:nvSpPr>
          <p:cNvPr id="12" name="Text Placeholder 11"/>
          <p:cNvSpPr>
            <a:spLocks noGrp="1"/>
          </p:cNvSpPr>
          <p:nvPr>
            <p:ph type="body" sz="quarter" idx="13"/>
          </p:nvPr>
        </p:nvSpPr>
        <p:spPr>
          <a:xfrm>
            <a:off x="304800" y="226485"/>
            <a:ext cx="5486400" cy="400049"/>
          </a:xfrm>
        </p:spPr>
        <p:txBody>
          <a:bodyPr/>
          <a:lstStyle>
            <a:lvl1pPr>
              <a:defRPr sz="2133"/>
            </a:lvl1pPr>
          </a:lstStyle>
          <a:p>
            <a:pPr lvl="0"/>
            <a:r>
              <a:rPr lang="en-US"/>
              <a:t>Click to edit Master text styles</a:t>
            </a:r>
          </a:p>
        </p:txBody>
      </p:sp>
      <p:sp>
        <p:nvSpPr>
          <p:cNvPr id="7" name="Text Placeholder 6"/>
          <p:cNvSpPr>
            <a:spLocks noGrp="1"/>
          </p:cNvSpPr>
          <p:nvPr>
            <p:ph type="body" sz="quarter" idx="14"/>
          </p:nvPr>
        </p:nvSpPr>
        <p:spPr>
          <a:xfrm>
            <a:off x="304800" y="1450849"/>
            <a:ext cx="5486400" cy="4651641"/>
          </a:xfrm>
        </p:spPr>
        <p:txBody>
          <a:bodyPr/>
          <a:lstStyle>
            <a:lvl1pPr>
              <a:defRPr sz="2133"/>
            </a:lvl1pPr>
            <a:lvl2pPr>
              <a:defRPr sz="1867"/>
            </a:lvl2pPr>
            <a:lvl3pPr>
              <a:defRPr sz="1867"/>
            </a:lvl3pPr>
            <a:lvl4pPr>
              <a:defRPr sz="1867"/>
            </a:lvl4pPr>
            <a:lvl5pPr>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7"/>
          <p:cNvSpPr>
            <a:spLocks noGrp="1"/>
          </p:cNvSpPr>
          <p:nvPr>
            <p:ph sz="quarter" idx="15"/>
          </p:nvPr>
        </p:nvSpPr>
        <p:spPr>
          <a:xfrm>
            <a:off x="9144000" y="0"/>
            <a:ext cx="3048000" cy="3429000"/>
          </a:xfrm>
          <a:solidFill>
            <a:schemeClr val="bg1"/>
          </a:solidFill>
        </p:spPr>
        <p:txBody>
          <a:bodyPr lIns="228600" tIns="182880" rIns="228600" bIns="228600"/>
          <a:lstStyle>
            <a:lvl1pPr>
              <a:defRPr sz="1867">
                <a:solidFill>
                  <a:schemeClr val="bg2"/>
                </a:solidFill>
              </a:defRPr>
            </a:lvl1pPr>
          </a:lstStyle>
          <a:p>
            <a:pPr lvl="0"/>
            <a:r>
              <a:rPr lang="en-US"/>
              <a:t>Click to edit Master text styles</a:t>
            </a:r>
          </a:p>
        </p:txBody>
      </p:sp>
      <p:sp>
        <p:nvSpPr>
          <p:cNvPr id="10" name="Content Placeholder 9"/>
          <p:cNvSpPr>
            <a:spLocks noGrp="1"/>
          </p:cNvSpPr>
          <p:nvPr>
            <p:ph sz="quarter" idx="16"/>
          </p:nvPr>
        </p:nvSpPr>
        <p:spPr>
          <a:xfrm>
            <a:off x="6096000" y="0"/>
            <a:ext cx="3048000" cy="3429000"/>
          </a:xfrm>
          <a:solidFill>
            <a:schemeClr val="accent3"/>
          </a:solidFill>
        </p:spPr>
        <p:txBody>
          <a:bodyPr lIns="228600" tIns="182880" rIns="228600" bIns="228600"/>
          <a:lstStyle>
            <a:lvl1pPr>
              <a:defRPr sz="1867">
                <a:solidFill>
                  <a:schemeClr val="bg2"/>
                </a:solidFill>
              </a:defRPr>
            </a:lvl1pPr>
          </a:lstStyle>
          <a:p>
            <a:pPr lvl="0"/>
            <a:r>
              <a:rPr lang="en-US"/>
              <a:t>Click to edit Master text styles</a:t>
            </a:r>
          </a:p>
        </p:txBody>
      </p:sp>
    </p:spTree>
  </p:cSld>
  <p:clrMapOvr>
    <a:masterClrMapping/>
  </p:clrMapOvr>
</p:sldLayout>
</file>

<file path=ppt/slideLayouts/slideLayout299.xml><?xml version="1.0" encoding="utf-8"?>
<p:sldLayout xmlns:a="http://schemas.openxmlformats.org/drawingml/2006/main" xmlns:r="http://schemas.openxmlformats.org/officeDocument/2006/relationships" xmlns:p="http://schemas.openxmlformats.org/presentationml/2006/main" preserve="1">
  <p:cSld name="boxes (3 med, 2 small)">
    <p:spTree>
      <p:nvGrpSpPr>
        <p:cNvPr id="1" name=""/>
        <p:cNvGrpSpPr/>
        <p:nvPr/>
      </p:nvGrpSpPr>
      <p:grpSpPr>
        <a:xfrm>
          <a:off x="0" y="0"/>
          <a:ext cx="0" cy="0"/>
          <a:chOff x="0" y="0"/>
          <a:chExt cx="0" cy="0"/>
        </a:xfrm>
      </p:grpSpPr>
      <p:sp>
        <p:nvSpPr>
          <p:cNvPr id="14" name="Content Placeholder 13"/>
          <p:cNvSpPr>
            <a:spLocks noGrp="1"/>
          </p:cNvSpPr>
          <p:nvPr>
            <p:ph sz="quarter" idx="17"/>
          </p:nvPr>
        </p:nvSpPr>
        <p:spPr>
          <a:xfrm>
            <a:off x="6096001" y="3429000"/>
            <a:ext cx="6096000" cy="3429000"/>
          </a:xfrm>
          <a:solidFill>
            <a:schemeClr val="accent3"/>
          </a:solidFill>
        </p:spPr>
        <p:txBody>
          <a:bodyPr lIns="228600" tIns="182880" rIns="228600" bIns="228600"/>
          <a:lstStyle>
            <a:lvl1pPr>
              <a:defRPr sz="1867">
                <a:solidFill>
                  <a:schemeClr val="bg2"/>
                </a:solidFill>
              </a:defRPr>
            </a:lvl1pPr>
          </a:lstStyle>
          <a:p>
            <a:pPr lvl="0"/>
            <a:r>
              <a:rPr lang="en-US"/>
              <a:t>Click to edit Master text styles</a:t>
            </a:r>
          </a:p>
        </p:txBody>
      </p:sp>
      <p:sp>
        <p:nvSpPr>
          <p:cNvPr id="3" name="Slide Number Placeholder 2"/>
          <p:cNvSpPr>
            <a:spLocks noGrp="1"/>
          </p:cNvSpPr>
          <p:nvPr>
            <p:ph type="sldNum" sz="quarter" idx="10"/>
          </p:nvPr>
        </p:nvSpPr>
        <p:spPr/>
        <p:txBody>
          <a:bodyPr/>
          <a:lstStyle/>
          <a:p>
            <a:fld id="{61306876-7E60-6D40-9A83-6A3AF924BB27}" type="slidenum">
              <a:rPr lang="en-US" smtClean="0">
                <a:solidFill>
                  <a:srgbClr val="FFFFFF"/>
                </a:solidFill>
              </a:rPr>
              <a:pPr/>
              <a:t>‹#›</a:t>
            </a:fld>
            <a:endParaRPr lang="en-US" dirty="0">
              <a:solidFill>
                <a:srgbClr val="FFFFFF"/>
              </a:solidFill>
            </a:endParaRPr>
          </a:p>
        </p:txBody>
      </p:sp>
      <p:sp>
        <p:nvSpPr>
          <p:cNvPr id="4" name="Footer Placeholder 3"/>
          <p:cNvSpPr>
            <a:spLocks noGrp="1"/>
          </p:cNvSpPr>
          <p:nvPr>
            <p:ph type="ftr" sz="quarter" idx="11"/>
          </p:nvPr>
        </p:nvSpPr>
        <p:spPr/>
        <p:txBody>
          <a:bodyPr/>
          <a:lstStyle/>
          <a:p>
            <a:r>
              <a:rPr lang="en-US" dirty="0">
                <a:solidFill>
                  <a:srgbClr val="FFFFFF"/>
                </a:solidFill>
              </a:rPr>
              <a:t>Group Name / DOC ID / Month XX, 2017</a:t>
            </a:r>
          </a:p>
        </p:txBody>
      </p:sp>
      <p:sp>
        <p:nvSpPr>
          <p:cNvPr id="8" name="Content Placeholder 7"/>
          <p:cNvSpPr>
            <a:spLocks noGrp="1"/>
          </p:cNvSpPr>
          <p:nvPr>
            <p:ph sz="quarter" idx="15"/>
          </p:nvPr>
        </p:nvSpPr>
        <p:spPr>
          <a:xfrm>
            <a:off x="9144000" y="0"/>
            <a:ext cx="3048000" cy="3429000"/>
          </a:xfrm>
          <a:solidFill>
            <a:schemeClr val="tx1"/>
          </a:solidFill>
        </p:spPr>
        <p:txBody>
          <a:bodyPr lIns="228600" tIns="182880" rIns="228600" bIns="228600"/>
          <a:lstStyle>
            <a:lvl1pPr>
              <a:defRPr sz="1867">
                <a:solidFill>
                  <a:schemeClr val="bg2"/>
                </a:solidFill>
              </a:defRPr>
            </a:lvl1pPr>
          </a:lstStyle>
          <a:p>
            <a:pPr lvl="0"/>
            <a:r>
              <a:rPr lang="en-US"/>
              <a:t>Click to edit Master text styles</a:t>
            </a:r>
          </a:p>
        </p:txBody>
      </p:sp>
      <p:sp>
        <p:nvSpPr>
          <p:cNvPr id="10" name="Content Placeholder 9"/>
          <p:cNvSpPr>
            <a:spLocks noGrp="1"/>
          </p:cNvSpPr>
          <p:nvPr>
            <p:ph sz="quarter" idx="16"/>
          </p:nvPr>
        </p:nvSpPr>
        <p:spPr>
          <a:xfrm>
            <a:off x="6096000" y="0"/>
            <a:ext cx="3048000" cy="3429000"/>
          </a:xfrm>
          <a:solidFill>
            <a:schemeClr val="tx2">
              <a:lumMod val="50000"/>
            </a:schemeClr>
          </a:solidFill>
        </p:spPr>
        <p:txBody>
          <a:bodyPr lIns="228600" tIns="182880" rIns="228600" bIns="228600"/>
          <a:lstStyle>
            <a:lvl1pPr>
              <a:defRPr sz="1867">
                <a:solidFill>
                  <a:schemeClr val="bg2"/>
                </a:solidFill>
              </a:defRPr>
            </a:lvl1pPr>
          </a:lstStyle>
          <a:p>
            <a:pPr lvl="0"/>
            <a:r>
              <a:rPr lang="en-US"/>
              <a:t>Click to edit Master text styles</a:t>
            </a:r>
          </a:p>
        </p:txBody>
      </p:sp>
      <p:sp>
        <p:nvSpPr>
          <p:cNvPr id="5" name="Content Placeholder 4"/>
          <p:cNvSpPr>
            <a:spLocks noGrp="1"/>
          </p:cNvSpPr>
          <p:nvPr>
            <p:ph sz="quarter" idx="18"/>
          </p:nvPr>
        </p:nvSpPr>
        <p:spPr>
          <a:xfrm>
            <a:off x="0" y="3429001"/>
            <a:ext cx="6096000" cy="2815167"/>
          </a:xfrm>
          <a:solidFill>
            <a:schemeClr val="tx1"/>
          </a:solidFill>
        </p:spPr>
        <p:txBody>
          <a:bodyPr lIns="228600" tIns="182880" rIns="228600" bIns="228600"/>
          <a:lstStyle>
            <a:lvl1pPr>
              <a:defRPr sz="1867">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p:txBody>
      </p:sp>
      <p:sp>
        <p:nvSpPr>
          <p:cNvPr id="6" name="Title 5"/>
          <p:cNvSpPr>
            <a:spLocks noGrp="1"/>
          </p:cNvSpPr>
          <p:nvPr>
            <p:ph type="title"/>
          </p:nvPr>
        </p:nvSpPr>
        <p:spPr>
          <a:xfrm>
            <a:off x="-1" y="-1"/>
            <a:ext cx="6095999" cy="3429001"/>
          </a:xfrm>
          <a:solidFill>
            <a:schemeClr val="accent2"/>
          </a:solidFill>
        </p:spPr>
        <p:txBody>
          <a:bodyPr lIns="228600" tIns="201168" rIns="228600" bIns="228600"/>
          <a:lstStyle>
            <a:lvl1pPr>
              <a:defRPr>
                <a:solidFill>
                  <a:schemeClr val="bg2"/>
                </a:solidFill>
              </a:defRPr>
            </a:lvl1pPr>
          </a:lstStyle>
          <a:p>
            <a:r>
              <a:rPr lang="en-US"/>
              <a:t>Click to edit Master title style</a:t>
            </a:r>
            <a:endParaRPr lang="en-US" dirty="0"/>
          </a:p>
        </p:txBody>
      </p:sp>
    </p:spTree>
  </p:cSld>
  <p:clrMapOvr>
    <a:masterClrMapping/>
  </p:clrMapOvr>
</p:sldLayout>
</file>

<file path=ppt/slideLayouts/slideLayout300.xml><?xml version="1.0" encoding="utf-8"?>
<p:sldLayout xmlns:a="http://schemas.openxmlformats.org/drawingml/2006/main" xmlns:r="http://schemas.openxmlformats.org/officeDocument/2006/relationships" xmlns:p="http://schemas.openxmlformats.org/presentationml/2006/main" preserve="1">
  <p:cSld name="boxes (1 large, 4 small)">
    <p:spTree>
      <p:nvGrpSpPr>
        <p:cNvPr id="1" name=""/>
        <p:cNvGrpSpPr/>
        <p:nvPr/>
      </p:nvGrpSpPr>
      <p:grpSpPr>
        <a:xfrm>
          <a:off x="0" y="0"/>
          <a:ext cx="0" cy="0"/>
          <a:chOff x="0" y="0"/>
          <a:chExt cx="0" cy="0"/>
        </a:xfrm>
      </p:grpSpPr>
      <p:sp>
        <p:nvSpPr>
          <p:cNvPr id="8" name="Content Placeholder 7"/>
          <p:cNvSpPr>
            <a:spLocks noGrp="1"/>
          </p:cNvSpPr>
          <p:nvPr>
            <p:ph sz="quarter" idx="15"/>
          </p:nvPr>
        </p:nvSpPr>
        <p:spPr>
          <a:xfrm>
            <a:off x="9143997" y="3429000"/>
            <a:ext cx="3048000" cy="3429000"/>
          </a:xfrm>
          <a:solidFill>
            <a:schemeClr val="accent1"/>
          </a:solidFill>
        </p:spPr>
        <p:txBody>
          <a:bodyPr lIns="228600" tIns="182880" rIns="228600" bIns="228600"/>
          <a:lstStyle>
            <a:lvl1pPr>
              <a:defRPr sz="1867">
                <a:solidFill>
                  <a:schemeClr val="bg2"/>
                </a:solidFill>
              </a:defRPr>
            </a:lvl1pPr>
          </a:lstStyle>
          <a:p>
            <a:pPr lvl="0"/>
            <a:r>
              <a:rPr lang="en-US"/>
              <a:t>Click to edit Master text styles</a:t>
            </a:r>
          </a:p>
        </p:txBody>
      </p:sp>
      <p:sp>
        <p:nvSpPr>
          <p:cNvPr id="10" name="Content Placeholder 9"/>
          <p:cNvSpPr>
            <a:spLocks noGrp="1"/>
          </p:cNvSpPr>
          <p:nvPr>
            <p:ph sz="quarter" idx="16"/>
          </p:nvPr>
        </p:nvSpPr>
        <p:spPr>
          <a:xfrm>
            <a:off x="3048000" y="3429000"/>
            <a:ext cx="3048000" cy="3429000"/>
          </a:xfrm>
          <a:solidFill>
            <a:schemeClr val="accent3"/>
          </a:solidFill>
        </p:spPr>
        <p:txBody>
          <a:bodyPr lIns="228600" tIns="182880" rIns="228600" bIns="228600"/>
          <a:lstStyle>
            <a:lvl1pPr>
              <a:defRPr sz="1867">
                <a:solidFill>
                  <a:schemeClr val="bg2"/>
                </a:solidFill>
              </a:defRPr>
            </a:lvl1pPr>
          </a:lstStyle>
          <a:p>
            <a:pPr lvl="0"/>
            <a:r>
              <a:rPr lang="en-US"/>
              <a:t>Click to edit Master text styles</a:t>
            </a:r>
          </a:p>
        </p:txBody>
      </p:sp>
      <p:sp>
        <p:nvSpPr>
          <p:cNvPr id="14" name="Content Placeholder 13"/>
          <p:cNvSpPr>
            <a:spLocks noGrp="1"/>
          </p:cNvSpPr>
          <p:nvPr>
            <p:ph sz="quarter" idx="17"/>
          </p:nvPr>
        </p:nvSpPr>
        <p:spPr>
          <a:xfrm>
            <a:off x="6096002" y="3429000"/>
            <a:ext cx="3047996" cy="3429000"/>
          </a:xfrm>
          <a:solidFill>
            <a:schemeClr val="accent2"/>
          </a:solidFill>
        </p:spPr>
        <p:txBody>
          <a:bodyPr lIns="228600" tIns="182880" rIns="228600" bIns="228600"/>
          <a:lstStyle>
            <a:lvl1pPr>
              <a:defRPr sz="1867">
                <a:solidFill>
                  <a:schemeClr val="bg2"/>
                </a:solidFill>
              </a:defRPr>
            </a:lvl1pPr>
          </a:lstStyle>
          <a:p>
            <a:pPr lvl="0"/>
            <a:r>
              <a:rPr lang="en-US"/>
              <a:t>Click to edit Master text styles</a:t>
            </a:r>
          </a:p>
        </p:txBody>
      </p:sp>
      <p:sp>
        <p:nvSpPr>
          <p:cNvPr id="5" name="Content Placeholder 4"/>
          <p:cNvSpPr>
            <a:spLocks noGrp="1"/>
          </p:cNvSpPr>
          <p:nvPr>
            <p:ph sz="quarter" idx="18"/>
          </p:nvPr>
        </p:nvSpPr>
        <p:spPr>
          <a:xfrm>
            <a:off x="0" y="3429000"/>
            <a:ext cx="3048000" cy="3429000"/>
          </a:xfrm>
          <a:solidFill>
            <a:schemeClr val="bg1"/>
          </a:solidFill>
        </p:spPr>
        <p:txBody>
          <a:bodyPr lIns="228600" tIns="182880" rIns="228600" bIns="228600"/>
          <a:lstStyle>
            <a:lvl1pPr>
              <a:defRPr sz="1867">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p:txBody>
      </p:sp>
      <p:sp>
        <p:nvSpPr>
          <p:cNvPr id="3" name="Slide Number Placeholder 2"/>
          <p:cNvSpPr>
            <a:spLocks noGrp="1"/>
          </p:cNvSpPr>
          <p:nvPr>
            <p:ph type="sldNum" sz="quarter" idx="10"/>
          </p:nvPr>
        </p:nvSpPr>
        <p:spPr/>
        <p:txBody>
          <a:bodyPr/>
          <a:lstStyle/>
          <a:p>
            <a:fld id="{61306876-7E60-6D40-9A83-6A3AF924BB27}" type="slidenum">
              <a:rPr lang="en-US" smtClean="0">
                <a:solidFill>
                  <a:srgbClr val="FFFFFF"/>
                </a:solidFill>
              </a:rPr>
              <a:pPr/>
              <a:t>‹#›</a:t>
            </a:fld>
            <a:endParaRPr lang="en-US" dirty="0">
              <a:solidFill>
                <a:srgbClr val="FFFFFF"/>
              </a:solidFill>
            </a:endParaRPr>
          </a:p>
        </p:txBody>
      </p:sp>
      <p:sp>
        <p:nvSpPr>
          <p:cNvPr id="4" name="Footer Placeholder 3"/>
          <p:cNvSpPr>
            <a:spLocks noGrp="1"/>
          </p:cNvSpPr>
          <p:nvPr>
            <p:ph type="ftr" sz="quarter" idx="11"/>
          </p:nvPr>
        </p:nvSpPr>
        <p:spPr/>
        <p:txBody>
          <a:bodyPr/>
          <a:lstStyle/>
          <a:p>
            <a:r>
              <a:rPr lang="en-US" dirty="0">
                <a:solidFill>
                  <a:srgbClr val="FFFFFF"/>
                </a:solidFill>
              </a:rPr>
              <a:t>Group Name / DOC ID / Month XX, 2017</a:t>
            </a:r>
          </a:p>
        </p:txBody>
      </p:sp>
      <p:sp>
        <p:nvSpPr>
          <p:cNvPr id="6" name="Title 5"/>
          <p:cNvSpPr>
            <a:spLocks noGrp="1"/>
          </p:cNvSpPr>
          <p:nvPr>
            <p:ph type="title"/>
          </p:nvPr>
        </p:nvSpPr>
        <p:spPr>
          <a:xfrm>
            <a:off x="-1" y="-1"/>
            <a:ext cx="12191999" cy="3429001"/>
          </a:xfrm>
          <a:solidFill>
            <a:schemeClr val="tx1"/>
          </a:solidFill>
        </p:spPr>
        <p:txBody>
          <a:bodyPr lIns="228600" tIns="155448" rIns="228600" bIns="228600"/>
          <a:lstStyle>
            <a:lvl1pPr>
              <a:defRPr sz="6400">
                <a:solidFill>
                  <a:schemeClr val="bg2"/>
                </a:solidFill>
              </a:defRPr>
            </a:lvl1pPr>
          </a:lstStyle>
          <a:p>
            <a:r>
              <a:rPr lang="en-US"/>
              <a:t>Click to edit Master title style</a:t>
            </a:r>
            <a:endParaRPr lang="en-US" dirty="0"/>
          </a:p>
        </p:txBody>
      </p:sp>
    </p:spTree>
  </p:cSld>
  <p:clrMapOvr>
    <a:masterClrMapping/>
  </p:clrMapOvr>
</p:sldLayout>
</file>

<file path=ppt/slideLayouts/slideLayout301.xml><?xml version="1.0" encoding="utf-8"?>
<p:sldLayout xmlns:a="http://schemas.openxmlformats.org/drawingml/2006/main" xmlns:r="http://schemas.openxmlformats.org/officeDocument/2006/relationships" xmlns:p="http://schemas.openxmlformats.org/presentationml/2006/main" preserve="1">
  <p:cSld name="title (black box) over image(s)">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61306876-7E60-6D40-9A83-6A3AF924BB27}" type="slidenum">
              <a:rPr lang="en-US" smtClean="0">
                <a:solidFill>
                  <a:srgbClr val="FFFFFF"/>
                </a:solidFill>
              </a:rPr>
              <a:pPr/>
              <a:t>‹#›</a:t>
            </a:fld>
            <a:endParaRPr lang="en-US" dirty="0">
              <a:solidFill>
                <a:srgbClr val="FFFFFF"/>
              </a:solidFill>
            </a:endParaRPr>
          </a:p>
        </p:txBody>
      </p:sp>
      <p:sp>
        <p:nvSpPr>
          <p:cNvPr id="4" name="Footer Placeholder 3"/>
          <p:cNvSpPr>
            <a:spLocks noGrp="1"/>
          </p:cNvSpPr>
          <p:nvPr>
            <p:ph type="ftr" sz="quarter" idx="11"/>
          </p:nvPr>
        </p:nvSpPr>
        <p:spPr/>
        <p:txBody>
          <a:bodyPr/>
          <a:lstStyle/>
          <a:p>
            <a:r>
              <a:rPr lang="en-US" dirty="0">
                <a:solidFill>
                  <a:srgbClr val="FFFFFF"/>
                </a:solidFill>
              </a:rPr>
              <a:t>Group Name / DOC ID / Month XX, 2017</a:t>
            </a:r>
          </a:p>
        </p:txBody>
      </p:sp>
      <p:sp>
        <p:nvSpPr>
          <p:cNvPr id="6" name="Title 5"/>
          <p:cNvSpPr>
            <a:spLocks noGrp="1"/>
          </p:cNvSpPr>
          <p:nvPr>
            <p:ph type="title"/>
          </p:nvPr>
        </p:nvSpPr>
        <p:spPr>
          <a:xfrm>
            <a:off x="-1" y="-1"/>
            <a:ext cx="12191999" cy="1720852"/>
          </a:xfrm>
          <a:solidFill>
            <a:schemeClr val="tx1"/>
          </a:solidFill>
        </p:spPr>
        <p:txBody>
          <a:bodyPr lIns="228600" tIns="201168" rIns="228600" bIns="228600"/>
          <a:lstStyle>
            <a:lvl1pPr>
              <a:defRPr sz="3200">
                <a:solidFill>
                  <a:schemeClr val="bg2"/>
                </a:solidFill>
              </a:defRPr>
            </a:lvl1pPr>
          </a:lstStyle>
          <a:p>
            <a:r>
              <a:rPr lang="en-US"/>
              <a:t>Click to edit Master title style</a:t>
            </a:r>
            <a:endParaRPr lang="en-US" dirty="0"/>
          </a:p>
        </p:txBody>
      </p:sp>
    </p:spTree>
  </p:cSld>
  <p:clrMapOvr>
    <a:masterClrMapping/>
  </p:clrMapOvr>
</p:sldLayout>
</file>

<file path=ppt/slideLayouts/slideLayout302.xml><?xml version="1.0" encoding="utf-8"?>
<p:sldLayout xmlns:a="http://schemas.openxmlformats.org/drawingml/2006/main" xmlns:r="http://schemas.openxmlformats.org/officeDocument/2006/relationships" xmlns:p="http://schemas.openxmlformats.org/presentationml/2006/main" preserve="1">
  <p:cSld name="text (black box) over image(s)">
    <p:spTree>
      <p:nvGrpSpPr>
        <p:cNvPr id="1" name=""/>
        <p:cNvGrpSpPr/>
        <p:nvPr/>
      </p:nvGrpSpPr>
      <p:grpSpPr>
        <a:xfrm>
          <a:off x="0" y="0"/>
          <a:ext cx="0" cy="0"/>
          <a:chOff x="0" y="0"/>
          <a:chExt cx="0" cy="0"/>
        </a:xfrm>
      </p:grpSpPr>
      <p:sp>
        <p:nvSpPr>
          <p:cNvPr id="7" name="Content Placeholder 6"/>
          <p:cNvSpPr>
            <a:spLocks noGrp="1"/>
          </p:cNvSpPr>
          <p:nvPr>
            <p:ph sz="quarter" idx="19"/>
          </p:nvPr>
        </p:nvSpPr>
        <p:spPr>
          <a:xfrm>
            <a:off x="0" y="3810000"/>
            <a:ext cx="3048000" cy="3048000"/>
          </a:xfrm>
          <a:solidFill>
            <a:schemeClr val="tx1"/>
          </a:solidFill>
        </p:spPr>
        <p:txBody>
          <a:bodyPr lIns="228600" tIns="155448" rIns="228600" bIns="228600"/>
          <a:lstStyle>
            <a:lvl1pPr>
              <a:defRPr>
                <a:solidFill>
                  <a:schemeClr val="bg2"/>
                </a:solidFill>
              </a:defRPr>
            </a:lvl1pPr>
            <a:lvl2pPr>
              <a:defRPr sz="1333">
                <a:solidFill>
                  <a:schemeClr val="bg2"/>
                </a:solidFill>
              </a:defRPr>
            </a:lvl2pPr>
            <a:lvl3pPr>
              <a:defRPr sz="1333">
                <a:solidFill>
                  <a:schemeClr val="bg2"/>
                </a:solidFill>
              </a:defRPr>
            </a:lvl3pPr>
            <a:lvl4pPr>
              <a:defRPr sz="1333">
                <a:solidFill>
                  <a:schemeClr val="bg2"/>
                </a:solidFill>
              </a:defRPr>
            </a:lvl4pPr>
            <a:lvl5pPr>
              <a:defRPr sz="1333">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2"/>
          <p:cNvSpPr>
            <a:spLocks noGrp="1"/>
          </p:cNvSpPr>
          <p:nvPr>
            <p:ph type="sldNum" sz="quarter" idx="10"/>
          </p:nvPr>
        </p:nvSpPr>
        <p:spPr/>
        <p:txBody>
          <a:bodyPr/>
          <a:lstStyle/>
          <a:p>
            <a:fld id="{61306876-7E60-6D40-9A83-6A3AF924BB27}" type="slidenum">
              <a:rPr lang="en-US" smtClean="0">
                <a:solidFill>
                  <a:srgbClr val="FFFFFF"/>
                </a:solidFill>
              </a:rPr>
              <a:pPr/>
              <a:t>‹#›</a:t>
            </a:fld>
            <a:endParaRPr lang="en-US" dirty="0">
              <a:solidFill>
                <a:srgbClr val="FFFFFF"/>
              </a:solidFill>
            </a:endParaRPr>
          </a:p>
        </p:txBody>
      </p:sp>
      <p:sp>
        <p:nvSpPr>
          <p:cNvPr id="4" name="Footer Placeholder 3"/>
          <p:cNvSpPr>
            <a:spLocks noGrp="1"/>
          </p:cNvSpPr>
          <p:nvPr>
            <p:ph type="ftr" sz="quarter" idx="11"/>
          </p:nvPr>
        </p:nvSpPr>
        <p:spPr/>
        <p:txBody>
          <a:bodyPr/>
          <a:lstStyle/>
          <a:p>
            <a:r>
              <a:rPr lang="en-US" dirty="0">
                <a:solidFill>
                  <a:srgbClr val="FFFFFF"/>
                </a:solidFill>
              </a:rPr>
              <a:t>Group Name / DOC ID / Month XX, 2017</a:t>
            </a:r>
          </a:p>
        </p:txBody>
      </p:sp>
    </p:spTree>
  </p:cSld>
  <p:clrMapOvr>
    <a:masterClrMapping/>
  </p:clrMapOvr>
</p:sldLayout>
</file>

<file path=ppt/slideLayouts/slideLayout303.xml><?xml version="1.0" encoding="utf-8"?>
<p:sldLayout xmlns:a="http://schemas.openxmlformats.org/drawingml/2006/main" xmlns:r="http://schemas.openxmlformats.org/officeDocument/2006/relationships" xmlns:p="http://schemas.openxmlformats.org/presentationml/2006/main" preserve="1">
  <p:cSld name="boxes (4 tall)">
    <p:spTree>
      <p:nvGrpSpPr>
        <p:cNvPr id="1" name=""/>
        <p:cNvGrpSpPr/>
        <p:nvPr/>
      </p:nvGrpSpPr>
      <p:grpSpPr>
        <a:xfrm>
          <a:off x="0" y="0"/>
          <a:ext cx="0" cy="0"/>
          <a:chOff x="0" y="0"/>
          <a:chExt cx="0" cy="0"/>
        </a:xfrm>
      </p:grpSpPr>
      <p:sp>
        <p:nvSpPr>
          <p:cNvPr id="7" name="Content Placeholder 6"/>
          <p:cNvSpPr>
            <a:spLocks noGrp="1"/>
          </p:cNvSpPr>
          <p:nvPr>
            <p:ph sz="quarter" idx="19"/>
          </p:nvPr>
        </p:nvSpPr>
        <p:spPr>
          <a:xfrm>
            <a:off x="0" y="-1"/>
            <a:ext cx="3048000" cy="6858000"/>
          </a:xfrm>
          <a:solidFill>
            <a:schemeClr val="tx1"/>
          </a:solidFill>
        </p:spPr>
        <p:txBody>
          <a:bodyPr lIns="228600" tIns="182880" rIns="228600" bIns="228600"/>
          <a:lstStyle>
            <a:lvl1pPr>
              <a:defRPr sz="2133">
                <a:solidFill>
                  <a:schemeClr val="bg2"/>
                </a:solidFill>
              </a:defRPr>
            </a:lvl1pPr>
            <a:lvl2pPr>
              <a:defRPr sz="1467">
                <a:solidFill>
                  <a:schemeClr val="bg2"/>
                </a:solidFill>
              </a:defRPr>
            </a:lvl2pPr>
            <a:lvl3pPr>
              <a:defRPr sz="1467">
                <a:solidFill>
                  <a:schemeClr val="bg2"/>
                </a:solidFill>
              </a:defRPr>
            </a:lvl3pPr>
            <a:lvl4pPr>
              <a:defRPr sz="1467">
                <a:solidFill>
                  <a:schemeClr val="bg2"/>
                </a:solidFill>
              </a:defRPr>
            </a:lvl4pPr>
            <a:lvl5pPr>
              <a:defRPr sz="1467">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p:cNvSpPr>
            <a:spLocks noGrp="1"/>
          </p:cNvSpPr>
          <p:nvPr>
            <p:ph sz="quarter" idx="20"/>
          </p:nvPr>
        </p:nvSpPr>
        <p:spPr>
          <a:xfrm>
            <a:off x="3048000" y="0"/>
            <a:ext cx="3048000" cy="6858000"/>
          </a:xfrm>
          <a:solidFill>
            <a:schemeClr val="accent2"/>
          </a:solidFill>
        </p:spPr>
        <p:txBody>
          <a:bodyPr lIns="228600" tIns="182880" rIns="228600" bIns="228600"/>
          <a:lstStyle>
            <a:lvl1pPr>
              <a:defRPr sz="1867">
                <a:solidFill>
                  <a:schemeClr val="bg2"/>
                </a:solidFill>
              </a:defRPr>
            </a:lvl1pPr>
            <a:lvl2pPr>
              <a:defRPr sz="1467">
                <a:solidFill>
                  <a:schemeClr val="bg2"/>
                </a:solidFill>
              </a:defRPr>
            </a:lvl2pPr>
            <a:lvl3pPr>
              <a:defRPr sz="1467">
                <a:solidFill>
                  <a:schemeClr val="bg2"/>
                </a:solidFill>
              </a:defRPr>
            </a:lvl3pPr>
            <a:lvl4pPr>
              <a:defRPr sz="1467">
                <a:solidFill>
                  <a:schemeClr val="bg2"/>
                </a:solidFill>
              </a:defRPr>
            </a:lvl4pPr>
            <a:lvl5pPr>
              <a:defRPr sz="1467">
                <a:solidFill>
                  <a:schemeClr val="bg2"/>
                </a:solidFill>
              </a:defRPr>
            </a:lvl5pPr>
          </a:lstStyle>
          <a:p>
            <a:pPr lvl="0"/>
            <a:r>
              <a:rPr lang="en-US"/>
              <a:t>Click to edit Master text styles</a:t>
            </a:r>
          </a:p>
        </p:txBody>
      </p:sp>
      <p:sp>
        <p:nvSpPr>
          <p:cNvPr id="15" name="Content Placeholder 14"/>
          <p:cNvSpPr>
            <a:spLocks noGrp="1"/>
          </p:cNvSpPr>
          <p:nvPr>
            <p:ph sz="quarter" idx="21"/>
          </p:nvPr>
        </p:nvSpPr>
        <p:spPr>
          <a:xfrm>
            <a:off x="6096000" y="0"/>
            <a:ext cx="3048000" cy="6858000"/>
          </a:xfrm>
          <a:solidFill>
            <a:schemeClr val="accent3"/>
          </a:solidFill>
        </p:spPr>
        <p:txBody>
          <a:bodyPr lIns="228600" tIns="182880" rIns="228600" bIns="228600"/>
          <a:lstStyle>
            <a:lvl1pPr>
              <a:defRPr sz="1867">
                <a:solidFill>
                  <a:schemeClr val="bg2"/>
                </a:solidFill>
              </a:defRPr>
            </a:lvl1pPr>
            <a:lvl2pPr>
              <a:defRPr sz="1467">
                <a:solidFill>
                  <a:schemeClr val="bg2"/>
                </a:solidFill>
              </a:defRPr>
            </a:lvl2pPr>
            <a:lvl3pPr>
              <a:defRPr sz="1467">
                <a:solidFill>
                  <a:schemeClr val="bg2"/>
                </a:solidFill>
              </a:defRPr>
            </a:lvl3pPr>
            <a:lvl4pPr>
              <a:defRPr sz="1467">
                <a:solidFill>
                  <a:schemeClr val="bg2"/>
                </a:solidFill>
              </a:defRPr>
            </a:lvl4pPr>
            <a:lvl5pPr>
              <a:defRPr sz="1467">
                <a:solidFill>
                  <a:schemeClr val="bg2"/>
                </a:solidFill>
              </a:defRPr>
            </a:lvl5pPr>
          </a:lstStyle>
          <a:p>
            <a:pPr lvl="0"/>
            <a:r>
              <a:rPr lang="en-US"/>
              <a:t>Click to edit Master text styles</a:t>
            </a:r>
          </a:p>
        </p:txBody>
      </p:sp>
      <p:sp>
        <p:nvSpPr>
          <p:cNvPr id="17" name="Content Placeholder 16"/>
          <p:cNvSpPr>
            <a:spLocks noGrp="1"/>
          </p:cNvSpPr>
          <p:nvPr>
            <p:ph sz="quarter" idx="22"/>
          </p:nvPr>
        </p:nvSpPr>
        <p:spPr>
          <a:xfrm>
            <a:off x="9144000" y="0"/>
            <a:ext cx="3048000" cy="6858000"/>
          </a:xfrm>
          <a:solidFill>
            <a:schemeClr val="tx2">
              <a:lumMod val="75000"/>
            </a:schemeClr>
          </a:solidFill>
        </p:spPr>
        <p:txBody>
          <a:bodyPr lIns="228600" tIns="182880" rIns="228600" bIns="228600"/>
          <a:lstStyle>
            <a:lvl1pPr>
              <a:defRPr sz="1867">
                <a:solidFill>
                  <a:schemeClr val="bg2"/>
                </a:solidFill>
              </a:defRPr>
            </a:lvl1pPr>
            <a:lvl2pPr>
              <a:defRPr sz="1467">
                <a:solidFill>
                  <a:schemeClr val="bg2"/>
                </a:solidFill>
              </a:defRPr>
            </a:lvl2pPr>
            <a:lvl3pPr>
              <a:defRPr sz="1467">
                <a:solidFill>
                  <a:schemeClr val="bg2"/>
                </a:solidFill>
              </a:defRPr>
            </a:lvl3pPr>
            <a:lvl4pPr>
              <a:defRPr sz="1467">
                <a:solidFill>
                  <a:schemeClr val="bg2"/>
                </a:solidFill>
              </a:defRPr>
            </a:lvl4pPr>
            <a:lvl5pPr>
              <a:defRPr sz="1467">
                <a:solidFill>
                  <a:schemeClr val="bg2"/>
                </a:solidFill>
              </a:defRPr>
            </a:lvl5pPr>
          </a:lstStyle>
          <a:p>
            <a:pPr lvl="0"/>
            <a:r>
              <a:rPr lang="en-US"/>
              <a:t>Click to edit Master text styles</a:t>
            </a:r>
          </a:p>
        </p:txBody>
      </p:sp>
      <p:sp>
        <p:nvSpPr>
          <p:cNvPr id="3" name="Slide Number Placeholder 2"/>
          <p:cNvSpPr>
            <a:spLocks noGrp="1"/>
          </p:cNvSpPr>
          <p:nvPr>
            <p:ph type="sldNum" sz="quarter" idx="10"/>
          </p:nvPr>
        </p:nvSpPr>
        <p:spPr/>
        <p:txBody>
          <a:bodyPr/>
          <a:lstStyle/>
          <a:p>
            <a:fld id="{61306876-7E60-6D40-9A83-6A3AF924BB27}" type="slidenum">
              <a:rPr lang="en-US" smtClean="0">
                <a:solidFill>
                  <a:srgbClr val="FFFFFF"/>
                </a:solidFill>
              </a:rPr>
              <a:pPr/>
              <a:t>‹#›</a:t>
            </a:fld>
            <a:endParaRPr lang="en-US" dirty="0">
              <a:solidFill>
                <a:srgbClr val="FFFFFF"/>
              </a:solidFill>
            </a:endParaRPr>
          </a:p>
        </p:txBody>
      </p:sp>
      <p:sp>
        <p:nvSpPr>
          <p:cNvPr id="4" name="Footer Placeholder 3"/>
          <p:cNvSpPr>
            <a:spLocks noGrp="1"/>
          </p:cNvSpPr>
          <p:nvPr>
            <p:ph type="ftr" sz="quarter" idx="11"/>
          </p:nvPr>
        </p:nvSpPr>
        <p:spPr/>
        <p:txBody>
          <a:bodyPr/>
          <a:lstStyle/>
          <a:p>
            <a:r>
              <a:rPr lang="en-US" dirty="0">
                <a:solidFill>
                  <a:srgbClr val="FFFFFF"/>
                </a:solidFill>
              </a:rPr>
              <a:t>Group Name / DOC ID / Month XX, 2017</a:t>
            </a:r>
          </a:p>
        </p:txBody>
      </p:sp>
    </p:spTree>
  </p:cSld>
  <p:clrMapOvr>
    <a:masterClrMapping/>
  </p:clrMapOvr>
</p:sldLayout>
</file>

<file path=ppt/slideLayouts/slideLayout304.xml><?xml version="1.0" encoding="utf-8"?>
<p:sldLayout xmlns:a="http://schemas.openxmlformats.org/drawingml/2006/main" xmlns:r="http://schemas.openxmlformats.org/officeDocument/2006/relationships" xmlns:p="http://schemas.openxmlformats.org/presentationml/2006/main" preserve="1">
  <p:cSld name="graph">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93365"/>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61306876-7E60-6D40-9A83-6A3AF924BB27}" type="slidenum">
              <a:rPr lang="en-US" smtClean="0">
                <a:solidFill>
                  <a:srgbClr val="FFFFFF"/>
                </a:solidFill>
              </a:rPr>
              <a:pPr/>
              <a:t>‹#›</a:t>
            </a:fld>
            <a:endParaRPr lang="en-US" dirty="0">
              <a:solidFill>
                <a:srgbClr val="FFFFFF"/>
              </a:solidFill>
            </a:endParaRPr>
          </a:p>
        </p:txBody>
      </p:sp>
      <p:sp>
        <p:nvSpPr>
          <p:cNvPr id="4" name="Footer Placeholder 3"/>
          <p:cNvSpPr>
            <a:spLocks noGrp="1"/>
          </p:cNvSpPr>
          <p:nvPr>
            <p:ph type="ftr" sz="quarter" idx="11"/>
          </p:nvPr>
        </p:nvSpPr>
        <p:spPr/>
        <p:txBody>
          <a:bodyPr/>
          <a:lstStyle/>
          <a:p>
            <a:r>
              <a:rPr lang="en-US" dirty="0">
                <a:solidFill>
                  <a:srgbClr val="FFFFFF"/>
                </a:solidFill>
              </a:rPr>
              <a:t>Group Name / DOC ID / Month XX, 2017</a:t>
            </a:r>
          </a:p>
        </p:txBody>
      </p:sp>
      <p:sp>
        <p:nvSpPr>
          <p:cNvPr id="6" name="Text Placeholder 5"/>
          <p:cNvSpPr>
            <a:spLocks noGrp="1"/>
          </p:cNvSpPr>
          <p:nvPr>
            <p:ph type="body" sz="quarter" idx="12"/>
          </p:nvPr>
        </p:nvSpPr>
        <p:spPr>
          <a:xfrm>
            <a:off x="304800" y="1450849"/>
            <a:ext cx="2438400" cy="4668593"/>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305.xml><?xml version="1.0" encoding="utf-8"?>
<p:sldLayout xmlns:a="http://schemas.openxmlformats.org/drawingml/2006/main" xmlns:r="http://schemas.openxmlformats.org/officeDocument/2006/relationships" xmlns:p="http://schemas.openxmlformats.org/presentationml/2006/main" preserve="1">
  <p:cSld name="table">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61306876-7E60-6D40-9A83-6A3AF924BB27}" type="slidenum">
              <a:rPr lang="en-US" smtClean="0">
                <a:solidFill>
                  <a:srgbClr val="FFFFFF"/>
                </a:solidFill>
              </a:rPr>
              <a:pPr/>
              <a:t>‹#›</a:t>
            </a:fld>
            <a:endParaRPr lang="en-US" dirty="0">
              <a:solidFill>
                <a:srgbClr val="FFFFFF"/>
              </a:solidFill>
            </a:endParaRPr>
          </a:p>
        </p:txBody>
      </p:sp>
      <p:sp>
        <p:nvSpPr>
          <p:cNvPr id="4" name="Footer Placeholder 3"/>
          <p:cNvSpPr>
            <a:spLocks noGrp="1"/>
          </p:cNvSpPr>
          <p:nvPr>
            <p:ph type="ftr" sz="quarter" idx="11"/>
          </p:nvPr>
        </p:nvSpPr>
        <p:spPr/>
        <p:txBody>
          <a:bodyPr/>
          <a:lstStyle/>
          <a:p>
            <a:r>
              <a:rPr lang="en-US" dirty="0">
                <a:solidFill>
                  <a:srgbClr val="FFFFFF"/>
                </a:solidFill>
              </a:rPr>
              <a:t>Group Name / DOC ID / Month XX, 2017</a:t>
            </a:r>
          </a:p>
        </p:txBody>
      </p:sp>
      <p:sp>
        <p:nvSpPr>
          <p:cNvPr id="6" name="Text Placeholder 5"/>
          <p:cNvSpPr>
            <a:spLocks noGrp="1"/>
          </p:cNvSpPr>
          <p:nvPr>
            <p:ph type="body" sz="quarter" idx="12"/>
          </p:nvPr>
        </p:nvSpPr>
        <p:spPr>
          <a:xfrm>
            <a:off x="304800" y="256033"/>
            <a:ext cx="2438400" cy="5878660"/>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able Placeholder 6"/>
          <p:cNvSpPr>
            <a:spLocks noGrp="1"/>
          </p:cNvSpPr>
          <p:nvPr>
            <p:ph type="tbl" sz="quarter" idx="13"/>
          </p:nvPr>
        </p:nvSpPr>
        <p:spPr>
          <a:xfrm>
            <a:off x="3352800" y="300567"/>
            <a:ext cx="8534400" cy="6129867"/>
          </a:xfrm>
        </p:spPr>
        <p:txBody>
          <a:bodyPr/>
          <a:lstStyle/>
          <a:p>
            <a:r>
              <a:rPr lang="en-US" dirty="0"/>
              <a:t>Click icon to add table</a:t>
            </a:r>
          </a:p>
        </p:txBody>
      </p:sp>
    </p:spTree>
  </p:cSld>
  <p:clrMapOvr>
    <a:masterClrMapping/>
  </p:clrMapOvr>
</p:sldLayout>
</file>

<file path=ppt/slideLayouts/slideLayout306.xml><?xml version="1.0" encoding="utf-8"?>
<p:sldLayout xmlns:a="http://schemas.openxmlformats.org/drawingml/2006/main" xmlns:r="http://schemas.openxmlformats.org/officeDocument/2006/relationships" xmlns:p="http://schemas.openxmlformats.org/presentationml/2006/main" preserve="1">
  <p:cSld name="blank (with footer)">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61306876-7E60-6D40-9A83-6A3AF924BB27}" type="slidenum">
              <a:rPr lang="en-US" smtClean="0">
                <a:solidFill>
                  <a:srgbClr val="FFFFFF"/>
                </a:solidFill>
              </a:rPr>
              <a:pPr/>
              <a:t>‹#›</a:t>
            </a:fld>
            <a:endParaRPr lang="en-US" dirty="0">
              <a:solidFill>
                <a:srgbClr val="FFFFFF"/>
              </a:solidFill>
            </a:endParaRPr>
          </a:p>
        </p:txBody>
      </p:sp>
      <p:sp>
        <p:nvSpPr>
          <p:cNvPr id="4" name="Footer Placeholder 3"/>
          <p:cNvSpPr>
            <a:spLocks noGrp="1"/>
          </p:cNvSpPr>
          <p:nvPr>
            <p:ph type="ftr" sz="quarter" idx="11"/>
          </p:nvPr>
        </p:nvSpPr>
        <p:spPr/>
        <p:txBody>
          <a:bodyPr/>
          <a:lstStyle/>
          <a:p>
            <a:r>
              <a:rPr lang="en-US" dirty="0">
                <a:solidFill>
                  <a:srgbClr val="FFFFFF"/>
                </a:solidFill>
              </a:rPr>
              <a:t>Group Name / DOC ID / Month XX, 2017</a:t>
            </a:r>
          </a:p>
        </p:txBody>
      </p:sp>
    </p:spTree>
  </p:cSld>
  <p:clrMapOvr>
    <a:masterClrMapping/>
  </p:clrMapOvr>
</p:sldLayout>
</file>

<file path=ppt/slideLayouts/slideLayout307.xml><?xml version="1.0" encoding="utf-8"?>
<p:sldLayout xmlns:a="http://schemas.openxmlformats.org/drawingml/2006/main" xmlns:r="http://schemas.openxmlformats.org/officeDocument/2006/relationships" xmlns:p="http://schemas.openxmlformats.org/presentationml/2006/main" preserve="1">
  <p:cSld name="blank (no footer)">
    <p:spTree>
      <p:nvGrpSpPr>
        <p:cNvPr id="1" name=""/>
        <p:cNvGrpSpPr/>
        <p:nvPr/>
      </p:nvGrpSpPr>
      <p:grpSpPr>
        <a:xfrm>
          <a:off x="0" y="0"/>
          <a:ext cx="0" cy="0"/>
          <a:chOff x="0" y="0"/>
          <a:chExt cx="0" cy="0"/>
        </a:xfrm>
      </p:grpSpPr>
    </p:spTree>
  </p:cSld>
  <p:clrMapOvr>
    <a:masterClrMapping/>
  </p:clrMapOvr>
</p:sldLayout>
</file>

<file path=ppt/slideLayouts/slideLayout308.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61306876-7E60-6D40-9A83-6A3AF924BB27}" type="slidenum">
              <a:rPr lang="en-US" smtClean="0">
                <a:solidFill>
                  <a:srgbClr val="FFFFFF"/>
                </a:solidFill>
              </a:rPr>
              <a:pPr/>
              <a:t>‹#›</a:t>
            </a:fld>
            <a:endParaRPr lang="en-US" dirty="0">
              <a:solidFill>
                <a:srgbClr val="FFFFFF"/>
              </a:solidFill>
            </a:endParaRPr>
          </a:p>
        </p:txBody>
      </p:sp>
      <p:sp>
        <p:nvSpPr>
          <p:cNvPr id="4" name="Footer Placeholder 3"/>
          <p:cNvSpPr>
            <a:spLocks noGrp="1"/>
          </p:cNvSpPr>
          <p:nvPr>
            <p:ph type="ftr" sz="quarter" idx="11"/>
          </p:nvPr>
        </p:nvSpPr>
        <p:spPr/>
        <p:txBody>
          <a:bodyPr/>
          <a:lstStyle/>
          <a:p>
            <a:r>
              <a:rPr lang="en-US" dirty="0">
                <a:solidFill>
                  <a:srgbClr val="FFFFFF"/>
                </a:solidFill>
              </a:rPr>
              <a:t>Group Name / DOC ID / Month XX, 2017</a:t>
            </a:r>
          </a:p>
        </p:txBody>
      </p:sp>
      <p:sp>
        <p:nvSpPr>
          <p:cNvPr id="8" name="Text Placeholder 7"/>
          <p:cNvSpPr>
            <a:spLocks noGrp="1"/>
          </p:cNvSpPr>
          <p:nvPr>
            <p:ph type="body" sz="quarter" idx="13"/>
          </p:nvPr>
        </p:nvSpPr>
        <p:spPr>
          <a:xfrm>
            <a:off x="304800" y="1529466"/>
            <a:ext cx="5486400" cy="4714700"/>
          </a:xfrm>
        </p:spPr>
        <p:txBody>
          <a:bodyPr/>
          <a:lstStyle>
            <a:lvl1pPr>
              <a:spcBef>
                <a:spcPts val="0"/>
              </a:spcBef>
              <a:defRPr sz="1467"/>
            </a:lvl1pPr>
          </a:lstStyle>
          <a:p>
            <a:pPr lvl="0"/>
            <a:r>
              <a:rPr lang="en-US"/>
              <a:t>Click to edit Master text styles</a:t>
            </a:r>
          </a:p>
        </p:txBody>
      </p:sp>
      <p:sp>
        <p:nvSpPr>
          <p:cNvPr id="6" name="TextBox 5"/>
          <p:cNvSpPr txBox="1"/>
          <p:nvPr userDrawn="1"/>
        </p:nvSpPr>
        <p:spPr>
          <a:xfrm>
            <a:off x="304801" y="365761"/>
            <a:ext cx="3127169" cy="410433"/>
          </a:xfrm>
          <a:prstGeom prst="rect">
            <a:avLst/>
          </a:prstGeom>
        </p:spPr>
        <p:txBody>
          <a:bodyPr vert="horz" lIns="0" tIns="0" rIns="0" bIns="0" rtlCol="0" anchor="t" anchorCtr="0">
            <a:spAutoFit/>
          </a:bodyPr>
          <a:lstStyle>
            <a:lvl1pPr defTabSz="457200">
              <a:lnSpc>
                <a:spcPct val="90000"/>
              </a:lnSpc>
              <a:spcBef>
                <a:spcPct val="0"/>
              </a:spcBef>
              <a:buNone/>
              <a:defRPr sz="1600" b="1">
                <a:solidFill>
                  <a:schemeClr val="bg2"/>
                </a:solidFill>
                <a:latin typeface="Arial" charset="0"/>
                <a:ea typeface="Arial" charset="0"/>
                <a:cs typeface="Arial" charset="0"/>
              </a:defRPr>
            </a:lvl1pPr>
          </a:lstStyle>
          <a:p>
            <a:pPr>
              <a:lnSpc>
                <a:spcPct val="100000"/>
              </a:lnSpc>
            </a:pPr>
            <a:r>
              <a:rPr lang="en-US" sz="2667" b="0" kern="0" dirty="0">
                <a:solidFill>
                  <a:srgbClr val="FFFFFF"/>
                </a:solidFill>
                <a:latin typeface="IBM Eliot Sans Regular" charset="0"/>
                <a:ea typeface="IBM Eliot Sans Regular" charset="0"/>
                <a:cs typeface="IBM Eliot Sans Regular" charset="0"/>
                <a:sym typeface="Arial"/>
              </a:rPr>
              <a:t>Thank you</a:t>
            </a:r>
          </a:p>
        </p:txBody>
      </p:sp>
    </p:spTree>
  </p:cSld>
  <p:clrMapOvr>
    <a:masterClrMapping/>
  </p:clrMapOvr>
</p:sldLayout>
</file>

<file path=ppt/slideLayouts/slideLayout309.xml><?xml version="1.0" encoding="utf-8"?>
<p:sldLayout xmlns:a="http://schemas.openxmlformats.org/drawingml/2006/main" xmlns:r="http://schemas.openxmlformats.org/officeDocument/2006/relationships" xmlns:p="http://schemas.openxmlformats.org/presentationml/2006/main" preserve="1">
  <p:cSld name="ibm sign-off">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61306876-7E60-6D40-9A83-6A3AF924BB27}" type="slidenum">
              <a:rPr lang="en-US" smtClean="0">
                <a:solidFill>
                  <a:srgbClr val="FFFFFF"/>
                </a:solidFill>
              </a:rPr>
              <a:pPr/>
              <a:t>‹#›</a:t>
            </a:fld>
            <a:endParaRPr lang="en-US" dirty="0">
              <a:solidFill>
                <a:srgbClr val="FFFFFF"/>
              </a:solidFill>
            </a:endParaRPr>
          </a:p>
        </p:txBody>
      </p:sp>
      <p:sp>
        <p:nvSpPr>
          <p:cNvPr id="4" name="Footer Placeholder 3"/>
          <p:cNvSpPr>
            <a:spLocks noGrp="1"/>
          </p:cNvSpPr>
          <p:nvPr>
            <p:ph type="ftr" sz="quarter" idx="11"/>
          </p:nvPr>
        </p:nvSpPr>
        <p:spPr/>
        <p:txBody>
          <a:bodyPr/>
          <a:lstStyle/>
          <a:p>
            <a:r>
              <a:rPr lang="en-US" dirty="0">
                <a:solidFill>
                  <a:srgbClr val="FFFFFF"/>
                </a:solidFill>
              </a:rPr>
              <a:t>Group Name / DOC ID / Month XX, 2017</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234604" y="2914867"/>
            <a:ext cx="1722792" cy="701463"/>
          </a:xfrm>
          <a:prstGeom prst="rect">
            <a:avLst/>
          </a:prstGeom>
        </p:spPr>
      </p:pic>
    </p:spTree>
  </p:cSld>
  <p:clrMapOvr>
    <a:masterClrMapping/>
  </p:clrMapOvr>
</p:sldLayout>
</file>

<file path=ppt/slideLayouts/slideLayout310.xml><?xml version="1.0" encoding="utf-8"?>
<p:sldLayout xmlns:a="http://schemas.openxmlformats.org/drawingml/2006/main" xmlns:r="http://schemas.openxmlformats.org/officeDocument/2006/relationships" xmlns:p="http://schemas.openxmlformats.org/presentationml/2006/main" userDrawn="1">
  <p:cSld name="2_01 Cover Slide">
    <p:bg>
      <p:bgPr>
        <a:solidFill>
          <a:schemeClr val="dk2"/>
        </a:solidFill>
        <a:effectLst/>
      </p:bgPr>
    </p:bg>
    <p:spTree>
      <p:nvGrpSpPr>
        <p:cNvPr id="1" name="Shape 22"/>
        <p:cNvGrpSpPr/>
        <p:nvPr/>
      </p:nvGrpSpPr>
      <p:grpSpPr>
        <a:xfrm>
          <a:off x="0" y="0"/>
          <a:ext cx="0" cy="0"/>
          <a:chOff x="0" y="0"/>
          <a:chExt cx="0" cy="0"/>
        </a:xfrm>
      </p:grpSpPr>
      <p:sp>
        <p:nvSpPr>
          <p:cNvPr id="2" name="Rectangle 1"/>
          <p:cNvSpPr/>
          <p:nvPr userDrawn="1"/>
        </p:nvSpPr>
        <p:spPr>
          <a:xfrm>
            <a:off x="0" y="6318739"/>
            <a:ext cx="12192000" cy="53926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7" kern="0" dirty="0">
              <a:solidFill>
                <a:srgbClr val="150957"/>
              </a:solidFill>
              <a:latin typeface="IBM Eliot Sans Regular" charset="0"/>
              <a:sym typeface="Arial"/>
            </a:endParaRPr>
          </a:p>
        </p:txBody>
      </p:sp>
      <p:sp>
        <p:nvSpPr>
          <p:cNvPr id="7" name="Shape 20"/>
          <p:cNvSpPr txBox="1">
            <a:spLocks noGrp="1"/>
          </p:cNvSpPr>
          <p:nvPr>
            <p:ph type="title"/>
          </p:nvPr>
        </p:nvSpPr>
        <p:spPr>
          <a:xfrm>
            <a:off x="302683" y="239185"/>
            <a:ext cx="11561071" cy="1355155"/>
          </a:xfrm>
          <a:prstGeom prst="rect">
            <a:avLst/>
          </a:prstGeom>
          <a:noFill/>
          <a:ln>
            <a:noFill/>
          </a:ln>
        </p:spPr>
        <p:txBody>
          <a:bodyPr lIns="91425" tIns="91425" rIns="91425" bIns="91425" anchor="t" anchorCtr="0"/>
          <a:lstStyle>
            <a:lvl1pPr marL="0" marR="0" lvl="0" indent="0" algn="l" rtl="0">
              <a:lnSpc>
                <a:spcPts val="3467"/>
              </a:lnSpc>
              <a:spcBef>
                <a:spcPts val="0"/>
              </a:spcBef>
              <a:buClr>
                <a:srgbClr val="FFFFFF"/>
              </a:buClr>
              <a:buFont typeface="Helvetica Neue"/>
              <a:buNone/>
              <a:defRPr sz="3200" b="0" i="0" u="none" strike="noStrike" cap="none">
                <a:solidFill>
                  <a:schemeClr val="bg1"/>
                </a:solidFill>
                <a:latin typeface="IBM Eliot Sans Regular" charset="0"/>
                <a:ea typeface="IBM Eliot Sans Regular" charset="0"/>
                <a:cs typeface="IBM Eliot Sans Regular" charset="0"/>
                <a:sym typeface="Helvetica Neue"/>
              </a:defRPr>
            </a:lvl1pPr>
            <a:lvl2pPr lvl="1" indent="0">
              <a:spcBef>
                <a:spcPts val="0"/>
              </a:spcBef>
              <a:buNone/>
              <a:defRPr sz="2400"/>
            </a:lvl2pPr>
            <a:lvl3pPr lvl="2" indent="0">
              <a:spcBef>
                <a:spcPts val="0"/>
              </a:spcBef>
              <a:buNone/>
              <a:defRPr sz="2400"/>
            </a:lvl3pPr>
            <a:lvl4pPr lvl="3" indent="0">
              <a:spcBef>
                <a:spcPts val="0"/>
              </a:spcBef>
              <a:buNone/>
              <a:defRPr sz="2400"/>
            </a:lvl4pPr>
            <a:lvl5pPr lvl="4" indent="0">
              <a:spcBef>
                <a:spcPts val="0"/>
              </a:spcBef>
              <a:buNone/>
              <a:defRPr sz="2400"/>
            </a:lvl5pPr>
            <a:lvl6pPr lvl="5" indent="0">
              <a:spcBef>
                <a:spcPts val="0"/>
              </a:spcBef>
              <a:buNone/>
              <a:defRPr sz="2400"/>
            </a:lvl6pPr>
            <a:lvl7pPr lvl="6" indent="0">
              <a:spcBef>
                <a:spcPts val="0"/>
              </a:spcBef>
              <a:buNone/>
              <a:defRPr sz="2400"/>
            </a:lvl7pPr>
            <a:lvl8pPr lvl="7" indent="0">
              <a:spcBef>
                <a:spcPts val="0"/>
              </a:spcBef>
              <a:buNone/>
              <a:defRPr sz="2400"/>
            </a:lvl8pPr>
            <a:lvl9pPr lvl="8" indent="0">
              <a:spcBef>
                <a:spcPts val="0"/>
              </a:spcBef>
              <a:buNone/>
              <a:defRPr sz="2400"/>
            </a:lvl9pPr>
          </a:lstStyle>
          <a:p>
            <a:endParaRPr dirty="0"/>
          </a:p>
        </p:txBody>
      </p:sp>
      <p:sp>
        <p:nvSpPr>
          <p:cNvPr id="4" name="Slide Number Placeholder 2"/>
          <p:cNvSpPr>
            <a:spLocks noGrp="1"/>
          </p:cNvSpPr>
          <p:nvPr>
            <p:ph type="sldNum" sz="quarter" idx="10"/>
          </p:nvPr>
        </p:nvSpPr>
        <p:spPr>
          <a:xfrm>
            <a:off x="9144000" y="6435307"/>
            <a:ext cx="2743200" cy="182880"/>
          </a:xfrm>
        </p:spPr>
        <p:txBody>
          <a:bodyPr/>
          <a:lstStyle>
            <a:lvl1pPr>
              <a:defRPr>
                <a:solidFill>
                  <a:schemeClr val="tx1"/>
                </a:solidFill>
              </a:defRPr>
            </a:lvl1pPr>
          </a:lstStyle>
          <a:p>
            <a:fld id="{D0BE6F14-FF48-0F4F-A8AA-2E3F25371E4A}" type="slidenum">
              <a:rPr lang="en-US" smtClean="0">
                <a:solidFill>
                  <a:srgbClr val="000000"/>
                </a:solidFill>
              </a:rPr>
              <a:pPr/>
              <a:t>‹#›</a:t>
            </a:fld>
            <a:endParaRPr lang="en-US" dirty="0">
              <a:solidFill>
                <a:srgbClr val="000000"/>
              </a:solidFill>
            </a:endParaRPr>
          </a:p>
        </p:txBody>
      </p:sp>
      <p:sp>
        <p:nvSpPr>
          <p:cNvPr id="5" name="Footer Placeholder 4"/>
          <p:cNvSpPr>
            <a:spLocks noGrp="1"/>
          </p:cNvSpPr>
          <p:nvPr>
            <p:ph type="ftr" sz="quarter" idx="11"/>
          </p:nvPr>
        </p:nvSpPr>
        <p:spPr>
          <a:xfrm>
            <a:off x="304800" y="6435307"/>
            <a:ext cx="8534400" cy="182880"/>
          </a:xfrm>
        </p:spPr>
        <p:txBody>
          <a:bodyPr/>
          <a:lstStyle>
            <a:lvl1pPr>
              <a:defRPr>
                <a:solidFill>
                  <a:schemeClr val="tx1"/>
                </a:solidFill>
              </a:defRPr>
            </a:lvl1pPr>
          </a:lstStyle>
          <a:p>
            <a:r>
              <a:rPr lang="de-DE" dirty="0">
                <a:solidFill>
                  <a:srgbClr val="000000"/>
                </a:solidFill>
              </a:rPr>
              <a:t>Group Name / DOC ID / Month XX, 2017</a:t>
            </a:r>
            <a:endParaRPr lang="en-US" dirty="0">
              <a:solidFill>
                <a:srgbClr val="000000"/>
              </a:solidFill>
            </a:endParaRPr>
          </a:p>
        </p:txBody>
      </p:sp>
    </p:spTree>
  </p:cSld>
  <p:clrMapOvr>
    <a:masterClrMapping/>
  </p:clrMapOvr>
</p:sldLayout>
</file>

<file path=ppt/slideLayouts/slideLayout311.xml><?xml version="1.0" encoding="utf-8"?>
<p:sldLayout xmlns:a="http://schemas.openxmlformats.org/drawingml/2006/main" xmlns:r="http://schemas.openxmlformats.org/officeDocument/2006/relationships" xmlns:p="http://schemas.openxmlformats.org/presentationml/2006/main" userDrawn="1">
  <p:cSld name="Title (none) + content (1/3 + 2/3)">
    <p:spTree>
      <p:nvGrpSpPr>
        <p:cNvPr id="1" name=""/>
        <p:cNvGrpSpPr/>
        <p:nvPr/>
      </p:nvGrpSpPr>
      <p:grpSpPr>
        <a:xfrm>
          <a:off x="0" y="0"/>
          <a:ext cx="0" cy="0"/>
          <a:chOff x="0" y="0"/>
          <a:chExt cx="0" cy="0"/>
        </a:xfrm>
      </p:grpSpPr>
      <p:sp>
        <p:nvSpPr>
          <p:cNvPr id="3" name="Content Placeholder 2"/>
          <p:cNvSpPr>
            <a:spLocks noGrp="1"/>
          </p:cNvSpPr>
          <p:nvPr>
            <p:ph idx="1"/>
          </p:nvPr>
        </p:nvSpPr>
        <p:spPr>
          <a:xfrm>
            <a:off x="4169664" y="231648"/>
            <a:ext cx="7544405" cy="5791200"/>
          </a:xfrm>
        </p:spPr>
        <p:txBody>
          <a:bodyPr/>
          <a:lstStyle>
            <a:lvl1pPr>
              <a:defRPr sz="2667"/>
            </a:lvl1pPr>
            <a:lvl2pPr>
              <a:defRPr sz="2667"/>
            </a:lvl2pPr>
            <a:lvl3pPr>
              <a:defRPr sz="2667"/>
            </a:lvl3pPr>
            <a:lvl4pPr>
              <a:defRPr sz="2667"/>
            </a:lvl4pPr>
            <a:lvl5pPr>
              <a:defRPr sz="26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304800" y="231648"/>
            <a:ext cx="3779520" cy="5791200"/>
          </a:xfrm>
        </p:spPr>
        <p:txBody>
          <a:bodyPr/>
          <a:lstStyle>
            <a:lvl1pPr>
              <a:defRPr sz="2667"/>
            </a:lvl1pPr>
            <a:lvl2pPr>
              <a:defRPr sz="2667"/>
            </a:lvl2pPr>
            <a:lvl3pPr>
              <a:defRPr sz="2667"/>
            </a:lvl3pPr>
            <a:lvl4pPr>
              <a:defRPr sz="2667"/>
            </a:lvl4pPr>
            <a:lvl5pPr>
              <a:defRPr sz="26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4"/>
          </p:nvPr>
        </p:nvSpPr>
        <p:spPr>
          <a:xfrm>
            <a:off x="2266951" y="6290734"/>
            <a:ext cx="1219200" cy="268817"/>
          </a:xfrm>
          <a:prstGeom prst="rect">
            <a:avLst/>
          </a:prstGeom>
        </p:spPr>
        <p:txBody>
          <a:bodyPr/>
          <a:lstStyle>
            <a:lvl1pPr>
              <a:defRPr/>
            </a:lvl1pPr>
          </a:lstStyle>
          <a:p>
            <a:pPr>
              <a:defRPr/>
            </a:pPr>
            <a:fld id="{E6AB0228-2AD1-914C-A63F-1F5642E91432}" type="datetime1">
              <a:rPr lang="en-US" altLang="en-US" sz="1867" kern="0">
                <a:solidFill>
                  <a:srgbClr val="000000"/>
                </a:solidFill>
                <a:ea typeface="Arial"/>
                <a:cs typeface="Arial"/>
                <a:sym typeface="Arial"/>
              </a:rPr>
              <a:pPr>
                <a:defRPr/>
              </a:pPr>
              <a:t>3/11/2021</a:t>
            </a:fld>
            <a:endParaRPr lang="en-US" altLang="en-US" sz="1867" kern="0">
              <a:solidFill>
                <a:srgbClr val="000000"/>
              </a:solidFill>
              <a:ea typeface="Arial"/>
              <a:cs typeface="Arial"/>
              <a:sym typeface="Arial"/>
            </a:endParaRPr>
          </a:p>
        </p:txBody>
      </p:sp>
      <p:sp>
        <p:nvSpPr>
          <p:cNvPr id="5" name="Footer Placeholder 4"/>
          <p:cNvSpPr>
            <a:spLocks noGrp="1"/>
          </p:cNvSpPr>
          <p:nvPr>
            <p:ph type="ftr" sz="quarter" idx="15"/>
          </p:nvPr>
        </p:nvSpPr>
        <p:spPr/>
        <p:txBody>
          <a:bodyPr/>
          <a:lstStyle>
            <a:lvl1pPr>
              <a:defRPr/>
            </a:lvl1pPr>
          </a:lstStyle>
          <a:p>
            <a:pPr>
              <a:defRPr/>
            </a:pPr>
            <a:r>
              <a:rPr lang="en-US">
                <a:solidFill>
                  <a:srgbClr val="FFFFFF"/>
                </a:solidFill>
              </a:rPr>
              <a:t>World of Watson2016 </a:t>
            </a:r>
          </a:p>
        </p:txBody>
      </p:sp>
      <p:sp>
        <p:nvSpPr>
          <p:cNvPr id="6" name="Slide Number Placeholder 5"/>
          <p:cNvSpPr>
            <a:spLocks noGrp="1"/>
          </p:cNvSpPr>
          <p:nvPr>
            <p:ph type="sldNum" sz="quarter" idx="16"/>
          </p:nvPr>
        </p:nvSpPr>
        <p:spPr/>
        <p:txBody>
          <a:bodyPr/>
          <a:lstStyle>
            <a:lvl1pPr>
              <a:defRPr/>
            </a:lvl1pPr>
          </a:lstStyle>
          <a:p>
            <a:pPr>
              <a:defRPr/>
            </a:pPr>
            <a:r>
              <a:rPr lang="en-US" altLang="en-US">
                <a:solidFill>
                  <a:srgbClr val="FFFFFF"/>
                </a:solidFill>
              </a:rPr>
              <a:t>Page </a:t>
            </a:r>
            <a:fld id="{03BD75BA-2E3C-5A4B-85C1-D6CA4FA39DE8}" type="slidenum">
              <a:rPr lang="en-US" altLang="en-US">
                <a:solidFill>
                  <a:srgbClr val="FFFFFF"/>
                </a:solidFill>
              </a:rPr>
              <a:pPr>
                <a:defRPr/>
              </a:pPr>
              <a:t>‹#›</a:t>
            </a:fld>
            <a:endParaRPr lang="en-US" altLang="en-US">
              <a:solidFill>
                <a:srgbClr val="FFFFFF"/>
              </a:solidFill>
            </a:endParaRPr>
          </a:p>
        </p:txBody>
      </p:sp>
    </p:spTree>
  </p:cSld>
  <p:clrMapOvr>
    <a:masterClrMapping/>
  </p:clrMapOvr>
</p:sldLayout>
</file>

<file path=ppt/slideLayouts/slideLayout312.xml><?xml version="1.0" encoding="utf-8"?>
<p:sldLayout xmlns:a="http://schemas.openxmlformats.org/drawingml/2006/main" xmlns:r="http://schemas.openxmlformats.org/officeDocument/2006/relationships" xmlns:p="http://schemas.openxmlformats.org/presentationml/2006/main" userDrawn="1">
  <p:cSld name="Image slide">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73464" y="513560"/>
            <a:ext cx="11518536" cy="512961"/>
          </a:xfrm>
        </p:spPr>
        <p:txBody>
          <a:bodyPr wrap="square">
            <a:spAutoFit/>
          </a:bodyPr>
          <a:lstStyle>
            <a:lvl1pPr>
              <a:lnSpc>
                <a:spcPts val="4000"/>
              </a:lnSpc>
              <a:defRPr sz="3733" baseline="0">
                <a:solidFill>
                  <a:schemeClr val="accent4"/>
                </a:solidFill>
                <a:latin typeface="Helvetica" charset="0"/>
                <a:ea typeface="Helvetica" charset="0"/>
                <a:cs typeface="Helvetica" charset="0"/>
              </a:defRPr>
            </a:lvl1pPr>
          </a:lstStyle>
          <a:p>
            <a:r>
              <a:rPr lang="en-US" dirty="0"/>
              <a:t>Click to edit Master title</a:t>
            </a:r>
          </a:p>
        </p:txBody>
      </p:sp>
      <p:sp>
        <p:nvSpPr>
          <p:cNvPr id="6" name="Slide Number Placeholder 5"/>
          <p:cNvSpPr>
            <a:spLocks noGrp="1"/>
          </p:cNvSpPr>
          <p:nvPr>
            <p:ph type="sldNum" sz="quarter" idx="12"/>
          </p:nvPr>
        </p:nvSpPr>
        <p:spPr>
          <a:xfrm>
            <a:off x="8610600" y="6356351"/>
            <a:ext cx="2743200" cy="365125"/>
          </a:xfrm>
        </p:spPr>
        <p:txBody>
          <a:bodyPr/>
          <a:lstStyle/>
          <a:p>
            <a:fld id="{1091122D-3E76-4B05-B34D-475B13E32F3F}" type="slidenum">
              <a:rPr lang="en-US" smtClean="0">
                <a:solidFill>
                  <a:srgbClr val="FFFFFF"/>
                </a:solidFill>
              </a:rPr>
              <a:pPr/>
              <a:t>‹#›</a:t>
            </a:fld>
            <a:endParaRPr lang="en-US">
              <a:solidFill>
                <a:srgbClr val="FFFFFF"/>
              </a:solidFill>
            </a:endParaRPr>
          </a:p>
        </p:txBody>
      </p:sp>
    </p:spTree>
  </p:cSld>
  <p:clrMapOvr>
    <a:masterClrMapping/>
  </p:clrMapOvr>
</p:sldLayout>
</file>

<file path=ppt/slideLayouts/slideLayout313.xml><?xml version="1.0" encoding="utf-8"?>
<p:sldLayout xmlns:a="http://schemas.openxmlformats.org/drawingml/2006/main" xmlns:r="http://schemas.openxmlformats.org/officeDocument/2006/relationships" xmlns:p="http://schemas.openxmlformats.org/presentationml/2006/main" type="obj">
  <p:cSld name="4_Two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ga-IE"/>
              <a:t>Click to edit Master title style</a:t>
            </a:r>
            <a:endParaRPr lang="en-US" dirty="0"/>
          </a:p>
        </p:txBody>
      </p:sp>
      <p:sp>
        <p:nvSpPr>
          <p:cNvPr id="3" name="Content Placeholder 2"/>
          <p:cNvSpPr>
            <a:spLocks noGrp="1"/>
          </p:cNvSpPr>
          <p:nvPr>
            <p:ph idx="1"/>
          </p:nvPr>
        </p:nvSpPr>
        <p:spPr>
          <a:xfrm>
            <a:off x="1071033" y="1214960"/>
            <a:ext cx="4998192" cy="4527549"/>
          </a:xfrm>
          <a:prstGeom prst="rect">
            <a:avLst/>
          </a:prstGeom>
        </p:spPr>
        <p:txBody>
          <a:bodyPr/>
          <a:lstStyle>
            <a:lvl1pPr marL="235417" indent="-235417">
              <a:defRPr/>
            </a:lvl1pPr>
            <a:lvl2pPr>
              <a:defRPr/>
            </a:lvl2pPr>
            <a:lvl3pPr>
              <a:defRPr/>
            </a:lvl3pPr>
            <a:lvl4pPr>
              <a:defRPr/>
            </a:lvl4pPr>
            <a:lvl5pPr>
              <a:defRPr/>
            </a:lvl5p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dirty="0"/>
          </a:p>
        </p:txBody>
      </p:sp>
      <p:sp>
        <p:nvSpPr>
          <p:cNvPr id="7" name="Content Placeholder 2"/>
          <p:cNvSpPr>
            <a:spLocks noGrp="1"/>
          </p:cNvSpPr>
          <p:nvPr>
            <p:ph idx="13"/>
          </p:nvPr>
        </p:nvSpPr>
        <p:spPr>
          <a:xfrm>
            <a:off x="6456840" y="1214960"/>
            <a:ext cx="5214136" cy="4527549"/>
          </a:xfrm>
          <a:prstGeom prst="rect">
            <a:avLst/>
          </a:prstGeom>
        </p:spPr>
        <p:txBody>
          <a:bodyPr/>
          <a:lstStyle>
            <a:lvl1pPr marL="235417" indent="-235417">
              <a:defRPr baseline="0"/>
            </a:lvl1pPr>
            <a:lvl2pPr>
              <a:defRPr/>
            </a:lvl2p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dirty="0"/>
          </a:p>
        </p:txBody>
      </p:sp>
    </p:spTree>
  </p:cSld>
  <p:clrMapOvr>
    <a:masterClrMapping/>
  </p:clrMapOvr>
</p:sldLayout>
</file>

<file path=ppt/slideLayouts/slideLayout314.xml><?xml version="1.0" encoding="utf-8"?>
<p:sldLayout xmlns:a="http://schemas.openxmlformats.org/drawingml/2006/main" xmlns:r="http://schemas.openxmlformats.org/officeDocument/2006/relationships" xmlns:p="http://schemas.openxmlformats.org/presentationml/2006/main" showMasterSp="0" type="tx">
  <p:cSld name="Content 5">
    <p:bg>
      <p:bgPr>
        <a:solidFill>
          <a:schemeClr val="accent6">
            <a:hueOff val="-1425723"/>
            <a:satOff val="52538"/>
            <a:lumOff val="85544"/>
          </a:schemeClr>
        </a:solidFill>
        <a:effectLst/>
      </p:bgPr>
    </p:bg>
    <p:spTree>
      <p:nvGrpSpPr>
        <p:cNvPr id="1" name=""/>
        <p:cNvGrpSpPr/>
        <p:nvPr/>
      </p:nvGrpSpPr>
      <p:grpSpPr>
        <a:xfrm>
          <a:off x="0" y="0"/>
          <a:ext cx="0" cy="0"/>
          <a:chOff x="0" y="0"/>
          <a:chExt cx="0" cy="0"/>
        </a:xfrm>
      </p:grpSpPr>
      <p:sp>
        <p:nvSpPr>
          <p:cNvPr id="291" name="Shape 291"/>
          <p:cNvSpPr>
            <a:spLocks noGrp="1"/>
          </p:cNvSpPr>
          <p:nvPr>
            <p:ph type="body" sz="quarter" idx="13"/>
          </p:nvPr>
        </p:nvSpPr>
        <p:spPr>
          <a:xfrm>
            <a:off x="1643534" y="2054206"/>
            <a:ext cx="683948" cy="315557"/>
          </a:xfrm>
          <a:prstGeom prst="rect">
            <a:avLst/>
          </a:prstGeom>
        </p:spPr>
        <p:txBody>
          <a:bodyPr wrap="none" anchor="t">
            <a:spAutoFit/>
          </a:bodyPr>
          <a:lstStyle>
            <a:lvl1pPr marL="0" indent="0">
              <a:spcBef>
                <a:spcPts val="0"/>
              </a:spcBef>
              <a:buSzTx/>
              <a:buNone/>
              <a:defRPr sz="2051" b="1">
                <a:solidFill>
                  <a:schemeClr val="accent5"/>
                </a:solidFill>
                <a:latin typeface="+mn-lt"/>
                <a:ea typeface="+mn-ea"/>
                <a:cs typeface="+mn-cs"/>
                <a:sym typeface="Helvetica"/>
              </a:defRPr>
            </a:lvl1pPr>
          </a:lstStyle>
          <a:p>
            <a:r>
              <a:t>Label</a:t>
            </a:r>
          </a:p>
        </p:txBody>
      </p:sp>
      <p:sp>
        <p:nvSpPr>
          <p:cNvPr id="292" name="Shape 292"/>
          <p:cNvSpPr>
            <a:spLocks noGrp="1"/>
          </p:cNvSpPr>
          <p:nvPr>
            <p:ph type="body" sz="quarter" idx="14"/>
          </p:nvPr>
        </p:nvSpPr>
        <p:spPr>
          <a:xfrm>
            <a:off x="1643533" y="2460279"/>
            <a:ext cx="4202808" cy="861775"/>
          </a:xfrm>
          <a:prstGeom prst="rect">
            <a:avLst/>
          </a:prstGeom>
        </p:spPr>
        <p:txBody>
          <a:bodyPr>
            <a:spAutoFit/>
          </a:bodyPr>
          <a:lstStyle>
            <a:lvl1pPr marL="0" indent="0">
              <a:spcBef>
                <a:spcPts val="2951"/>
              </a:spcBef>
              <a:buSzTx/>
              <a:buNone/>
            </a:lvl1pPr>
          </a:lstStyle>
          <a:p>
            <a:r>
              <a:t>Lorem ipsum dolor sit amet, consectetur adipiscing elit, sed do eiusmod tempor incididunt ut labore et.</a:t>
            </a:r>
          </a:p>
        </p:txBody>
      </p:sp>
      <p:sp>
        <p:nvSpPr>
          <p:cNvPr id="293" name="Shape 293"/>
          <p:cNvSpPr>
            <a:spLocks noGrp="1"/>
          </p:cNvSpPr>
          <p:nvPr>
            <p:ph type="body" sz="quarter" idx="15"/>
          </p:nvPr>
        </p:nvSpPr>
        <p:spPr>
          <a:xfrm>
            <a:off x="1643534" y="3546475"/>
            <a:ext cx="683948" cy="315557"/>
          </a:xfrm>
          <a:prstGeom prst="rect">
            <a:avLst/>
          </a:prstGeom>
        </p:spPr>
        <p:txBody>
          <a:bodyPr wrap="none" anchor="t">
            <a:spAutoFit/>
          </a:bodyPr>
          <a:lstStyle>
            <a:lvl1pPr marL="0" indent="0">
              <a:spcBef>
                <a:spcPts val="0"/>
              </a:spcBef>
              <a:buSzTx/>
              <a:buNone/>
              <a:defRPr sz="2051" b="1">
                <a:solidFill>
                  <a:schemeClr val="accent5"/>
                </a:solidFill>
                <a:latin typeface="+mn-lt"/>
                <a:ea typeface="+mn-ea"/>
                <a:cs typeface="+mn-cs"/>
                <a:sym typeface="Helvetica"/>
              </a:defRPr>
            </a:lvl1pPr>
          </a:lstStyle>
          <a:p>
            <a:r>
              <a:t>Label</a:t>
            </a:r>
          </a:p>
        </p:txBody>
      </p:sp>
      <p:sp>
        <p:nvSpPr>
          <p:cNvPr id="294" name="Shape 294"/>
          <p:cNvSpPr>
            <a:spLocks noGrp="1"/>
          </p:cNvSpPr>
          <p:nvPr>
            <p:ph type="body" sz="quarter" idx="16"/>
          </p:nvPr>
        </p:nvSpPr>
        <p:spPr>
          <a:xfrm>
            <a:off x="1643534" y="3938598"/>
            <a:ext cx="4117679" cy="861775"/>
          </a:xfrm>
          <a:prstGeom prst="rect">
            <a:avLst/>
          </a:prstGeom>
        </p:spPr>
        <p:txBody>
          <a:bodyPr>
            <a:spAutoFit/>
          </a:bodyPr>
          <a:lstStyle>
            <a:lvl1pPr marL="0" indent="0">
              <a:spcBef>
                <a:spcPts val="2951"/>
              </a:spcBef>
              <a:buSzTx/>
              <a:buNone/>
            </a:lvl1pPr>
          </a:lstStyle>
          <a:p>
            <a:r>
              <a:t>Lorem ipsum dolor sit amet, consectetur adipiscing elit, sed do eiusmod tempor incididunt ut labore et.</a:t>
            </a:r>
          </a:p>
        </p:txBody>
      </p:sp>
      <p:sp>
        <p:nvSpPr>
          <p:cNvPr id="295" name="Shape 295"/>
          <p:cNvSpPr>
            <a:spLocks noGrp="1"/>
          </p:cNvSpPr>
          <p:nvPr>
            <p:ph type="body" sz="quarter" idx="17"/>
          </p:nvPr>
        </p:nvSpPr>
        <p:spPr>
          <a:xfrm>
            <a:off x="1643534" y="5026046"/>
            <a:ext cx="683948" cy="315557"/>
          </a:xfrm>
          <a:prstGeom prst="rect">
            <a:avLst/>
          </a:prstGeom>
        </p:spPr>
        <p:txBody>
          <a:bodyPr wrap="none" anchor="t">
            <a:spAutoFit/>
          </a:bodyPr>
          <a:lstStyle>
            <a:lvl1pPr marL="0" indent="0">
              <a:spcBef>
                <a:spcPts val="0"/>
              </a:spcBef>
              <a:buSzTx/>
              <a:buNone/>
              <a:defRPr sz="2051" b="1">
                <a:solidFill>
                  <a:schemeClr val="accent5"/>
                </a:solidFill>
                <a:latin typeface="+mn-lt"/>
                <a:ea typeface="+mn-ea"/>
                <a:cs typeface="+mn-cs"/>
                <a:sym typeface="Helvetica"/>
              </a:defRPr>
            </a:lvl1pPr>
          </a:lstStyle>
          <a:p>
            <a:r>
              <a:t>Label</a:t>
            </a:r>
          </a:p>
        </p:txBody>
      </p:sp>
      <p:sp>
        <p:nvSpPr>
          <p:cNvPr id="296" name="Shape 296"/>
          <p:cNvSpPr>
            <a:spLocks noGrp="1"/>
          </p:cNvSpPr>
          <p:nvPr>
            <p:ph type="body" sz="quarter" idx="18"/>
          </p:nvPr>
        </p:nvSpPr>
        <p:spPr>
          <a:xfrm>
            <a:off x="1643533" y="5432305"/>
            <a:ext cx="4202808" cy="861775"/>
          </a:xfrm>
          <a:prstGeom prst="rect">
            <a:avLst/>
          </a:prstGeom>
        </p:spPr>
        <p:txBody>
          <a:bodyPr>
            <a:spAutoFit/>
          </a:bodyPr>
          <a:lstStyle>
            <a:lvl1pPr marL="0" indent="0">
              <a:spcBef>
                <a:spcPts val="2951"/>
              </a:spcBef>
              <a:buSzTx/>
              <a:buNone/>
            </a:lvl1pPr>
          </a:lstStyle>
          <a:p>
            <a:r>
              <a:t>Lorem ipsum dolor sit amet, consectetur adipiscing elit, sed do eiusmod tempor incididunt ut labore et.</a:t>
            </a:r>
          </a:p>
        </p:txBody>
      </p:sp>
      <p:sp>
        <p:nvSpPr>
          <p:cNvPr id="297" name="Shape 297"/>
          <p:cNvSpPr/>
          <p:nvPr/>
        </p:nvSpPr>
        <p:spPr>
          <a:xfrm>
            <a:off x="590903" y="528764"/>
            <a:ext cx="3726982" cy="508344"/>
          </a:xfrm>
          <a:prstGeom prst="rect">
            <a:avLst/>
          </a:prstGeom>
          <a:ln w="12700">
            <a:miter lim="400000"/>
          </a:ln>
          <a:extLst>
            <a:ext uri="{C572A759-6A51-4108-AA02-DFA0A04FC94B}">
              <ma14:wrappingTextBoxFlag xmlns:ma14="http://schemas.microsoft.com/office/mac/drawingml/2011/main" xmlns="" val="1"/>
            </a:ext>
          </a:extLst>
        </p:spPr>
        <p:txBody>
          <a:bodyPr wrap="none" lIns="25400" tIns="25400" rIns="25400" bIns="25400" anchor="ctr">
            <a:spAutoFit/>
          </a:bodyPr>
          <a:lstStyle>
            <a:lvl1pPr>
              <a:lnSpc>
                <a:spcPct val="90000"/>
              </a:lnSpc>
              <a:defRPr sz="6600">
                <a:solidFill>
                  <a:srgbClr val="325C80"/>
                </a:solidFill>
                <a:latin typeface="HelvNeue Medium for IBM"/>
                <a:ea typeface="HelvNeue Medium for IBM"/>
                <a:cs typeface="HelvNeue Medium for IBM"/>
                <a:sym typeface="HelvNeue Medium for IBM"/>
              </a:defRPr>
            </a:lvl1pPr>
          </a:lstStyle>
          <a:p>
            <a:r>
              <a:rPr sz="3300" kern="0"/>
              <a:t>Slide Title Goes Here</a:t>
            </a:r>
          </a:p>
        </p:txBody>
      </p:sp>
      <p:sp>
        <p:nvSpPr>
          <p:cNvPr id="298" name="Shape 298"/>
          <p:cNvSpPr/>
          <p:nvPr/>
        </p:nvSpPr>
        <p:spPr>
          <a:xfrm>
            <a:off x="0" y="-3647"/>
            <a:ext cx="12192000" cy="1273589"/>
          </a:xfrm>
          <a:prstGeom prst="rect">
            <a:avLst/>
          </a:prstGeom>
          <a:solidFill>
            <a:schemeClr val="accent4">
              <a:hueOff val="682739"/>
              <a:satOff val="53055"/>
              <a:lumOff val="38442"/>
            </a:schemeClr>
          </a:solidFill>
          <a:ln w="12700">
            <a:miter lim="400000"/>
          </a:ln>
        </p:spPr>
        <p:txBody>
          <a:bodyPr lIns="25400" tIns="25400" rIns="25400" bIns="25400" anchor="ctr"/>
          <a:lstStyle/>
          <a:p>
            <a:pPr algn="ctr">
              <a:defRPr sz="3200"/>
            </a:pPr>
            <a:endParaRPr sz="1600" kern="0">
              <a:solidFill>
                <a:srgbClr val="000000"/>
              </a:solidFill>
              <a:ea typeface="Arial"/>
              <a:cs typeface="Arial"/>
              <a:sym typeface="Arial"/>
            </a:endParaRPr>
          </a:p>
        </p:txBody>
      </p:sp>
      <p:sp>
        <p:nvSpPr>
          <p:cNvPr id="299" name="Shape 299"/>
          <p:cNvSpPr>
            <a:spLocks noGrp="1"/>
          </p:cNvSpPr>
          <p:nvPr>
            <p:ph type="body" sz="quarter" idx="19"/>
          </p:nvPr>
        </p:nvSpPr>
        <p:spPr>
          <a:xfrm>
            <a:off x="545667" y="386205"/>
            <a:ext cx="4631927" cy="223224"/>
          </a:xfrm>
          <a:prstGeom prst="rect">
            <a:avLst/>
          </a:prstGeom>
        </p:spPr>
        <p:txBody>
          <a:bodyPr>
            <a:spAutoFit/>
          </a:bodyPr>
          <a:lstStyle>
            <a:lvl1pPr marL="0" indent="0" defTabSz="292093">
              <a:spcBef>
                <a:spcPts val="0"/>
              </a:spcBef>
              <a:buSzTx/>
              <a:buNone/>
              <a:defRPr sz="1451" b="1" spc="116">
                <a:solidFill>
                  <a:schemeClr val="accent6">
                    <a:hueOff val="-1425723"/>
                    <a:satOff val="52538"/>
                    <a:lumOff val="85544"/>
                  </a:schemeClr>
                </a:solidFill>
                <a:latin typeface="Helvetica Neue"/>
                <a:ea typeface="Helvetica Neue"/>
                <a:cs typeface="Helvetica Neue"/>
                <a:sym typeface="Helvetica Neue"/>
              </a:defRPr>
            </a:lvl1pPr>
          </a:lstStyle>
          <a:p>
            <a:r>
              <a:rPr dirty="0"/>
              <a:t>SLIDE TITLE GOES HERE</a:t>
            </a:r>
          </a:p>
        </p:txBody>
      </p:sp>
      <p:sp>
        <p:nvSpPr>
          <p:cNvPr id="300" name="Shape 300"/>
          <p:cNvSpPr/>
          <p:nvPr/>
        </p:nvSpPr>
        <p:spPr>
          <a:xfrm>
            <a:off x="607862" y="811709"/>
            <a:ext cx="451677" cy="0"/>
          </a:xfrm>
          <a:prstGeom prst="line">
            <a:avLst/>
          </a:prstGeom>
          <a:ln w="76200">
            <a:solidFill>
              <a:schemeClr val="accent4"/>
            </a:solidFill>
            <a:miter lim="400000"/>
          </a:ln>
        </p:spPr>
        <p:txBody>
          <a:bodyPr lIns="25400" tIns="25400" rIns="25400" bIns="25400" anchor="ctr"/>
          <a:lstStyle/>
          <a:p>
            <a:pPr algn="ctr">
              <a:defRPr sz="3200">
                <a:solidFill>
                  <a:srgbClr val="000000"/>
                </a:solidFill>
              </a:defRPr>
            </a:pPr>
            <a:endParaRPr sz="1600" kern="0">
              <a:solidFill>
                <a:srgbClr val="000000"/>
              </a:solidFill>
              <a:ea typeface="Arial"/>
              <a:cs typeface="Arial"/>
              <a:sym typeface="Arial"/>
            </a:endParaRPr>
          </a:p>
        </p:txBody>
      </p:sp>
      <p:sp>
        <p:nvSpPr>
          <p:cNvPr id="301" name="Shape 301"/>
          <p:cNvSpPr>
            <a:spLocks noGrp="1"/>
          </p:cNvSpPr>
          <p:nvPr>
            <p:ph type="body" sz="quarter" idx="20"/>
          </p:nvPr>
        </p:nvSpPr>
        <p:spPr>
          <a:xfrm>
            <a:off x="6482234" y="2054206"/>
            <a:ext cx="683948" cy="315557"/>
          </a:xfrm>
          <a:prstGeom prst="rect">
            <a:avLst/>
          </a:prstGeom>
        </p:spPr>
        <p:txBody>
          <a:bodyPr wrap="none" anchor="t">
            <a:spAutoFit/>
          </a:bodyPr>
          <a:lstStyle>
            <a:lvl1pPr marL="0" indent="0">
              <a:spcBef>
                <a:spcPts val="0"/>
              </a:spcBef>
              <a:buSzTx/>
              <a:buNone/>
              <a:defRPr sz="2051" b="1">
                <a:solidFill>
                  <a:schemeClr val="accent5"/>
                </a:solidFill>
                <a:latin typeface="+mn-lt"/>
                <a:ea typeface="+mn-ea"/>
                <a:cs typeface="+mn-cs"/>
                <a:sym typeface="Helvetica"/>
              </a:defRPr>
            </a:lvl1pPr>
          </a:lstStyle>
          <a:p>
            <a:r>
              <a:t>Label</a:t>
            </a:r>
          </a:p>
        </p:txBody>
      </p:sp>
      <p:sp>
        <p:nvSpPr>
          <p:cNvPr id="302" name="Shape 302"/>
          <p:cNvSpPr>
            <a:spLocks noGrp="1"/>
          </p:cNvSpPr>
          <p:nvPr>
            <p:ph type="body" sz="quarter" idx="21"/>
          </p:nvPr>
        </p:nvSpPr>
        <p:spPr>
          <a:xfrm>
            <a:off x="6482233" y="2460279"/>
            <a:ext cx="4202808" cy="861775"/>
          </a:xfrm>
          <a:prstGeom prst="rect">
            <a:avLst/>
          </a:prstGeom>
        </p:spPr>
        <p:txBody>
          <a:bodyPr>
            <a:spAutoFit/>
          </a:bodyPr>
          <a:lstStyle>
            <a:lvl1pPr marL="0" indent="0">
              <a:spcBef>
                <a:spcPts val="2951"/>
              </a:spcBef>
              <a:buSzTx/>
              <a:buNone/>
            </a:lvl1pPr>
          </a:lstStyle>
          <a:p>
            <a:r>
              <a:t>Lorem ipsum dolor sit amet, consectetur adipiscing elit, sed do eiusmod tempor incididunt ut labore et.</a:t>
            </a:r>
          </a:p>
        </p:txBody>
      </p:sp>
      <p:sp>
        <p:nvSpPr>
          <p:cNvPr id="303" name="Shape 303"/>
          <p:cNvSpPr>
            <a:spLocks noGrp="1"/>
          </p:cNvSpPr>
          <p:nvPr>
            <p:ph type="body" sz="quarter" idx="22"/>
          </p:nvPr>
        </p:nvSpPr>
        <p:spPr>
          <a:xfrm>
            <a:off x="6482234" y="3546475"/>
            <a:ext cx="683948" cy="315557"/>
          </a:xfrm>
          <a:prstGeom prst="rect">
            <a:avLst/>
          </a:prstGeom>
        </p:spPr>
        <p:txBody>
          <a:bodyPr wrap="none" anchor="t">
            <a:spAutoFit/>
          </a:bodyPr>
          <a:lstStyle>
            <a:lvl1pPr marL="0" indent="0">
              <a:spcBef>
                <a:spcPts val="0"/>
              </a:spcBef>
              <a:buSzTx/>
              <a:buNone/>
              <a:defRPr sz="2051" b="1">
                <a:solidFill>
                  <a:schemeClr val="accent5"/>
                </a:solidFill>
                <a:latin typeface="+mn-lt"/>
                <a:ea typeface="+mn-ea"/>
                <a:cs typeface="+mn-cs"/>
                <a:sym typeface="Helvetica"/>
              </a:defRPr>
            </a:lvl1pPr>
          </a:lstStyle>
          <a:p>
            <a:r>
              <a:t>Label</a:t>
            </a:r>
          </a:p>
        </p:txBody>
      </p:sp>
      <p:sp>
        <p:nvSpPr>
          <p:cNvPr id="304" name="Shape 304"/>
          <p:cNvSpPr>
            <a:spLocks noGrp="1"/>
          </p:cNvSpPr>
          <p:nvPr>
            <p:ph type="body" sz="quarter" idx="23"/>
          </p:nvPr>
        </p:nvSpPr>
        <p:spPr>
          <a:xfrm>
            <a:off x="6482234" y="3938598"/>
            <a:ext cx="4117679" cy="861775"/>
          </a:xfrm>
          <a:prstGeom prst="rect">
            <a:avLst/>
          </a:prstGeom>
        </p:spPr>
        <p:txBody>
          <a:bodyPr>
            <a:spAutoFit/>
          </a:bodyPr>
          <a:lstStyle>
            <a:lvl1pPr marL="0" indent="0">
              <a:spcBef>
                <a:spcPts val="2951"/>
              </a:spcBef>
              <a:buSzTx/>
              <a:buNone/>
            </a:lvl1pPr>
          </a:lstStyle>
          <a:p>
            <a:r>
              <a:t>Lorem ipsum dolor sit amet, consectetur adipiscing elit, sed do eiusmod tempor incididunt ut labore et.</a:t>
            </a:r>
          </a:p>
        </p:txBody>
      </p:sp>
      <p:sp>
        <p:nvSpPr>
          <p:cNvPr id="305" name="Shape 305"/>
          <p:cNvSpPr>
            <a:spLocks noGrp="1"/>
          </p:cNvSpPr>
          <p:nvPr>
            <p:ph type="body" sz="quarter" idx="24"/>
          </p:nvPr>
        </p:nvSpPr>
        <p:spPr>
          <a:xfrm>
            <a:off x="6482234" y="5026046"/>
            <a:ext cx="683948" cy="315557"/>
          </a:xfrm>
          <a:prstGeom prst="rect">
            <a:avLst/>
          </a:prstGeom>
        </p:spPr>
        <p:txBody>
          <a:bodyPr wrap="none" anchor="t">
            <a:spAutoFit/>
          </a:bodyPr>
          <a:lstStyle>
            <a:lvl1pPr marL="0" indent="0">
              <a:spcBef>
                <a:spcPts val="0"/>
              </a:spcBef>
              <a:buSzTx/>
              <a:buNone/>
              <a:defRPr sz="2051" b="1">
                <a:solidFill>
                  <a:schemeClr val="accent5"/>
                </a:solidFill>
                <a:latin typeface="+mn-lt"/>
                <a:ea typeface="+mn-ea"/>
                <a:cs typeface="+mn-cs"/>
                <a:sym typeface="Helvetica"/>
              </a:defRPr>
            </a:lvl1pPr>
          </a:lstStyle>
          <a:p>
            <a:r>
              <a:t>Label</a:t>
            </a:r>
          </a:p>
        </p:txBody>
      </p:sp>
      <p:sp>
        <p:nvSpPr>
          <p:cNvPr id="306" name="Shape 306"/>
          <p:cNvSpPr>
            <a:spLocks noGrp="1"/>
          </p:cNvSpPr>
          <p:nvPr>
            <p:ph type="body" sz="quarter" idx="25"/>
          </p:nvPr>
        </p:nvSpPr>
        <p:spPr>
          <a:xfrm>
            <a:off x="6482233" y="5432305"/>
            <a:ext cx="4202808" cy="861775"/>
          </a:xfrm>
          <a:prstGeom prst="rect">
            <a:avLst/>
          </a:prstGeom>
        </p:spPr>
        <p:txBody>
          <a:bodyPr>
            <a:spAutoFit/>
          </a:bodyPr>
          <a:lstStyle>
            <a:lvl1pPr marL="0" indent="0">
              <a:spcBef>
                <a:spcPts val="2951"/>
              </a:spcBef>
              <a:buSzTx/>
              <a:buNone/>
            </a:lvl1pPr>
          </a:lstStyle>
          <a:p>
            <a:r>
              <a:t>Lorem ipsum dolor sit amet, consectetur adipiscing elit, sed do eiusmod tempor incididunt ut labore et.</a:t>
            </a:r>
          </a:p>
        </p:txBody>
      </p:sp>
      <p:sp>
        <p:nvSpPr>
          <p:cNvPr id="307" name="Shape 307"/>
          <p:cNvSpPr/>
          <p:nvPr/>
        </p:nvSpPr>
        <p:spPr>
          <a:xfrm>
            <a:off x="583848" y="6506971"/>
            <a:ext cx="1931619" cy="174407"/>
          </a:xfrm>
          <a:prstGeom prst="rect">
            <a:avLst/>
          </a:prstGeom>
          <a:ln w="12700">
            <a:miter lim="400000"/>
          </a:ln>
          <a:extLst>
            <a:ext uri="{C572A759-6A51-4108-AA02-DFA0A04FC94B}">
              <ma14:wrappingTextBoxFlag xmlns:ma14="http://schemas.microsoft.com/office/mac/drawingml/2011/main" xmlns="" val="1"/>
            </a:ext>
          </a:extLst>
        </p:spPr>
        <p:txBody>
          <a:bodyPr wrap="none" lIns="25400" tIns="25400" rIns="25400" bIns="25400" anchor="ctr">
            <a:spAutoFit/>
          </a:bodyPr>
          <a:lstStyle/>
          <a:p>
            <a:pPr>
              <a:spcBef>
                <a:spcPts val="2951"/>
              </a:spcBef>
              <a:defRPr sz="1600">
                <a:solidFill>
                  <a:srgbClr val="E5D9D3">
                    <a:hueOff val="62365"/>
                    <a:satOff val="-31104"/>
                    <a:lumOff val="45391"/>
                  </a:srgbClr>
                </a:solidFill>
                <a:latin typeface="HelvNeue Roman for IBM"/>
                <a:ea typeface="HelvNeue Roman for IBM"/>
                <a:cs typeface="HelvNeue Roman for IBM"/>
                <a:sym typeface="HelvNeue Roman for IBM"/>
              </a:defRPr>
            </a:pPr>
            <a:r>
              <a:rPr sz="800" kern="0" dirty="0">
                <a:solidFill>
                  <a:srgbClr val="E5D9D3">
                    <a:hueOff val="62365"/>
                    <a:satOff val="-31104"/>
                    <a:lumOff val="45391"/>
                  </a:srgbClr>
                </a:solidFill>
                <a:latin typeface="HelvNeue Light for IBM"/>
                <a:ea typeface="HelvNeue Light for IBM"/>
                <a:cs typeface="HelvNeue Light for IBM"/>
                <a:sym typeface="HelvNeue Light for IBM"/>
              </a:rPr>
              <a:t>IBM Confidential</a:t>
            </a:r>
            <a:r>
              <a:rPr sz="800" kern="0" dirty="0">
                <a:solidFill>
                  <a:srgbClr val="E5D9D3">
                    <a:hueOff val="62365"/>
                    <a:satOff val="-31104"/>
                    <a:lumOff val="45391"/>
                  </a:srgbClr>
                </a:solidFill>
                <a:latin typeface="HelvNeue Bold for IBM"/>
                <a:ea typeface="HelvNeue Bold for IBM"/>
                <a:cs typeface="HelvNeue Bold for IBM"/>
                <a:sym typeface="HelvNeue Bold for IBM"/>
              </a:rPr>
              <a:t>  </a:t>
            </a:r>
            <a:r>
              <a:rPr sz="800" kern="0" dirty="0">
                <a:solidFill>
                  <a:srgbClr val="E5D9D3">
                    <a:hueOff val="62365"/>
                    <a:satOff val="-31104"/>
                    <a:lumOff val="45391"/>
                  </a:srgbClr>
                </a:solidFill>
                <a:latin typeface="HelvNeue Light for IBM"/>
                <a:ea typeface="HelvNeue Light for IBM"/>
                <a:cs typeface="HelvNeue Light for IBM"/>
                <a:sym typeface="HelvNeue Light for IBM"/>
              </a:rPr>
              <a:t>|  ©201</a:t>
            </a:r>
            <a:r>
              <a:rPr lang="en-US" sz="800" kern="0" dirty="0">
                <a:solidFill>
                  <a:srgbClr val="E5D9D3">
                    <a:hueOff val="62365"/>
                    <a:satOff val="-31104"/>
                    <a:lumOff val="45391"/>
                  </a:srgbClr>
                </a:solidFill>
                <a:latin typeface="HelvNeue Light for IBM"/>
                <a:ea typeface="HelvNeue Light for IBM"/>
                <a:cs typeface="HelvNeue Light for IBM"/>
                <a:sym typeface="HelvNeue Light for IBM"/>
              </a:rPr>
              <a:t>7</a:t>
            </a:r>
            <a:r>
              <a:rPr sz="800" kern="0" dirty="0">
                <a:solidFill>
                  <a:srgbClr val="E5D9D3">
                    <a:hueOff val="62365"/>
                    <a:satOff val="-31104"/>
                    <a:lumOff val="45391"/>
                  </a:srgbClr>
                </a:solidFill>
                <a:latin typeface="HelvNeue Light for IBM"/>
                <a:ea typeface="HelvNeue Light for IBM"/>
                <a:cs typeface="HelvNeue Light for IBM"/>
                <a:sym typeface="HelvNeue Light for IBM"/>
              </a:rPr>
              <a:t> IBM Corporation</a:t>
            </a:r>
          </a:p>
        </p:txBody>
      </p:sp>
      <p:sp>
        <p:nvSpPr>
          <p:cNvPr id="308" name="Shape 308"/>
          <p:cNvSpPr>
            <a:spLocks noGrp="1"/>
          </p:cNvSpPr>
          <p:nvPr>
            <p:ph type="sldNum" sz="quarter" idx="2"/>
          </p:nvPr>
        </p:nvSpPr>
        <p:spPr>
          <a:xfrm>
            <a:off x="11821516" y="6476699"/>
            <a:ext cx="226619" cy="234951"/>
          </a:xfrm>
          <a:prstGeom prst="rect">
            <a:avLst/>
          </a:prstGeom>
        </p:spPr>
        <p:txBody>
          <a:bodyPr/>
          <a:lstStyle>
            <a:lvl1pPr>
              <a:defRPr sz="1200">
                <a:solidFill>
                  <a:schemeClr val="accent6">
                    <a:hueOff val="62365"/>
                    <a:satOff val="-31104"/>
                    <a:lumOff val="45391"/>
                  </a:schemeClr>
                </a:solidFill>
              </a:defRPr>
            </a:lvl1pPr>
          </a:lstStyle>
          <a:p>
            <a:fld id="{86CB4B4D-7CA3-9044-876B-883B54F8677D}" type="slidenum">
              <a:rPr>
                <a:solidFill>
                  <a:srgbClr val="E5D9D3">
                    <a:hueOff val="62365"/>
                    <a:satOff val="-31104"/>
                    <a:lumOff val="45391"/>
                  </a:srgbClr>
                </a:solidFill>
              </a:rPr>
              <a:pPr/>
              <a:t>‹#›</a:t>
            </a:fld>
            <a:endParaRPr>
              <a:solidFill>
                <a:srgbClr val="E5D9D3">
                  <a:hueOff val="62365"/>
                  <a:satOff val="-31104"/>
                  <a:lumOff val="45391"/>
                </a:srgbClr>
              </a:solidFill>
            </a:endParaRPr>
          </a:p>
        </p:txBody>
      </p:sp>
    </p:spTree>
  </p:cSld>
  <p:clrMapOvr>
    <a:masterClrMapping/>
  </p:clrMapOvr>
  <p:transition spd="med"/>
</p:sldLayout>
</file>

<file path=ppt/slideLayouts/slideLayout315.xml><?xml version="1.0" encoding="utf-8"?>
<p:sldLayout xmlns:a="http://schemas.openxmlformats.org/drawingml/2006/main" xmlns:r="http://schemas.openxmlformats.org/officeDocument/2006/relationships" xmlns:p="http://schemas.openxmlformats.org/presentationml/2006/main" userDrawn="1">
  <p:cSld name="7_01 Cover Slide">
    <p:bg>
      <p:bgPr>
        <a:solidFill>
          <a:schemeClr val="dk2"/>
        </a:solidFill>
        <a:effectLst/>
      </p:bgPr>
    </p:bg>
    <p:spTree>
      <p:nvGrpSpPr>
        <p:cNvPr id="1" name="Shape 32"/>
        <p:cNvGrpSpPr/>
        <p:nvPr/>
      </p:nvGrpSpPr>
      <p:grpSpPr>
        <a:xfrm>
          <a:off x="0" y="0"/>
          <a:ext cx="0" cy="0"/>
          <a:chOff x="0" y="0"/>
          <a:chExt cx="0" cy="0"/>
        </a:xfrm>
      </p:grpSpPr>
      <p:sp>
        <p:nvSpPr>
          <p:cNvPr id="2" name="Shape 20"/>
          <p:cNvSpPr txBox="1">
            <a:spLocks noGrp="1"/>
          </p:cNvSpPr>
          <p:nvPr>
            <p:ph type="title"/>
          </p:nvPr>
        </p:nvSpPr>
        <p:spPr>
          <a:xfrm>
            <a:off x="302683" y="239185"/>
            <a:ext cx="11561071" cy="1355155"/>
          </a:xfrm>
          <a:prstGeom prst="rect">
            <a:avLst/>
          </a:prstGeom>
          <a:noFill/>
          <a:ln>
            <a:noFill/>
          </a:ln>
        </p:spPr>
        <p:txBody>
          <a:bodyPr lIns="91425" tIns="91425" rIns="91425" bIns="91425" anchor="t" anchorCtr="0"/>
          <a:lstStyle>
            <a:lvl1pPr marL="0" marR="0" lvl="0" indent="0" algn="l" rtl="0">
              <a:lnSpc>
                <a:spcPts val="3467"/>
              </a:lnSpc>
              <a:spcBef>
                <a:spcPts val="0"/>
              </a:spcBef>
              <a:buClr>
                <a:srgbClr val="FFFFFF"/>
              </a:buClr>
              <a:buFont typeface="Helvetica Neue"/>
              <a:buNone/>
              <a:defRPr sz="3200" b="0" i="0" u="none" strike="noStrike" cap="none">
                <a:solidFill>
                  <a:schemeClr val="bg1"/>
                </a:solidFill>
                <a:latin typeface="IBM Eliot Sans Regular" charset="0"/>
                <a:ea typeface="IBM Eliot Sans Regular" charset="0"/>
                <a:cs typeface="IBM Eliot Sans Regular" charset="0"/>
                <a:sym typeface="Helvetica Neue"/>
              </a:defRPr>
            </a:lvl1pPr>
            <a:lvl2pPr lvl="1" indent="0">
              <a:spcBef>
                <a:spcPts val="0"/>
              </a:spcBef>
              <a:buNone/>
              <a:defRPr sz="2400"/>
            </a:lvl2pPr>
            <a:lvl3pPr lvl="2" indent="0">
              <a:spcBef>
                <a:spcPts val="0"/>
              </a:spcBef>
              <a:buNone/>
              <a:defRPr sz="2400"/>
            </a:lvl3pPr>
            <a:lvl4pPr lvl="3" indent="0">
              <a:spcBef>
                <a:spcPts val="0"/>
              </a:spcBef>
              <a:buNone/>
              <a:defRPr sz="2400"/>
            </a:lvl4pPr>
            <a:lvl5pPr lvl="4" indent="0">
              <a:spcBef>
                <a:spcPts val="0"/>
              </a:spcBef>
              <a:buNone/>
              <a:defRPr sz="2400"/>
            </a:lvl5pPr>
            <a:lvl6pPr lvl="5" indent="0">
              <a:spcBef>
                <a:spcPts val="0"/>
              </a:spcBef>
              <a:buNone/>
              <a:defRPr sz="2400"/>
            </a:lvl6pPr>
            <a:lvl7pPr lvl="6" indent="0">
              <a:spcBef>
                <a:spcPts val="0"/>
              </a:spcBef>
              <a:buNone/>
              <a:defRPr sz="2400"/>
            </a:lvl7pPr>
            <a:lvl8pPr lvl="7" indent="0">
              <a:spcBef>
                <a:spcPts val="0"/>
              </a:spcBef>
              <a:buNone/>
              <a:defRPr sz="2400"/>
            </a:lvl8pPr>
            <a:lvl9pPr lvl="8" indent="0">
              <a:spcBef>
                <a:spcPts val="0"/>
              </a:spcBef>
              <a:buNone/>
              <a:defRPr sz="2400"/>
            </a:lvl9pPr>
          </a:lstStyle>
          <a:p>
            <a:endParaRPr dirty="0"/>
          </a:p>
        </p:txBody>
      </p:sp>
      <p:sp>
        <p:nvSpPr>
          <p:cNvPr id="3" name="Slide Number Placeholder 2"/>
          <p:cNvSpPr>
            <a:spLocks noGrp="1"/>
          </p:cNvSpPr>
          <p:nvPr>
            <p:ph type="sldNum" sz="quarter" idx="10"/>
          </p:nvPr>
        </p:nvSpPr>
        <p:spPr>
          <a:xfrm>
            <a:off x="9144000" y="6435307"/>
            <a:ext cx="2743200" cy="182880"/>
          </a:xfrm>
        </p:spPr>
        <p:txBody>
          <a:bodyPr/>
          <a:lstStyle>
            <a:lvl1pPr>
              <a:defRPr>
                <a:solidFill>
                  <a:schemeClr val="tx1"/>
                </a:solidFill>
              </a:defRPr>
            </a:lvl1pPr>
          </a:lstStyle>
          <a:p>
            <a:fld id="{D0BE6F14-FF48-0F4F-A8AA-2E3F25371E4A}" type="slidenum">
              <a:rPr lang="en-US" smtClean="0">
                <a:solidFill>
                  <a:srgbClr val="000000"/>
                </a:solidFill>
              </a:rPr>
              <a:pPr/>
              <a:t>‹#›</a:t>
            </a:fld>
            <a:endParaRPr lang="en-US" dirty="0">
              <a:solidFill>
                <a:srgbClr val="000000"/>
              </a:solidFill>
            </a:endParaRPr>
          </a:p>
        </p:txBody>
      </p:sp>
      <p:sp>
        <p:nvSpPr>
          <p:cNvPr id="4" name="Footer Placeholder 4"/>
          <p:cNvSpPr>
            <a:spLocks noGrp="1"/>
          </p:cNvSpPr>
          <p:nvPr>
            <p:ph type="ftr" sz="quarter" idx="11"/>
          </p:nvPr>
        </p:nvSpPr>
        <p:spPr>
          <a:xfrm>
            <a:off x="304800" y="6435307"/>
            <a:ext cx="8534400" cy="182880"/>
          </a:xfrm>
        </p:spPr>
        <p:txBody>
          <a:bodyPr/>
          <a:lstStyle>
            <a:lvl1pPr>
              <a:defRPr>
                <a:solidFill>
                  <a:schemeClr val="tx1"/>
                </a:solidFill>
              </a:defRPr>
            </a:lvl1pPr>
          </a:lstStyle>
          <a:p>
            <a:r>
              <a:rPr lang="de-DE" dirty="0">
                <a:solidFill>
                  <a:srgbClr val="000000"/>
                </a:solidFill>
              </a:rPr>
              <a:t>Group Name / DOC ID / Month XX, 2017</a:t>
            </a:r>
            <a:endParaRPr lang="en-US" dirty="0">
              <a:solidFill>
                <a:srgbClr val="000000"/>
              </a:solidFill>
            </a:endParaRPr>
          </a:p>
        </p:txBody>
      </p:sp>
    </p:spTree>
  </p:cSld>
  <p:clrMapOvr>
    <a:masterClrMapping/>
  </p:clrMapOvr>
</p:sldLayout>
</file>

<file path=ppt/slideLayouts/slideLayout316.xml><?xml version="1.0" encoding="utf-8"?>
<p:sldLayout xmlns:a="http://schemas.openxmlformats.org/drawingml/2006/main" xmlns:r="http://schemas.openxmlformats.org/officeDocument/2006/relationships" xmlns:p="http://schemas.openxmlformats.org/presentationml/2006/main">
  <p:cSld name="section, title, text (two columns)">
    <p:spTree>
      <p:nvGrpSpPr>
        <p:cNvPr id="1" name=""/>
        <p:cNvGrpSpPr/>
        <p:nvPr/>
      </p:nvGrpSpPr>
      <p:grpSpPr>
        <a:xfrm>
          <a:off x="0" y="0"/>
          <a:ext cx="0" cy="0"/>
          <a:chOff x="0" y="0"/>
          <a:chExt cx="0" cy="0"/>
        </a:xfrm>
      </p:grpSpPr>
      <p:sp>
        <p:nvSpPr>
          <p:cNvPr id="2" name="Title 1"/>
          <p:cNvSpPr>
            <a:spLocks noGrp="1"/>
          </p:cNvSpPr>
          <p:nvPr>
            <p:ph type="title"/>
          </p:nvPr>
        </p:nvSpPr>
        <p:spPr>
          <a:xfrm>
            <a:off x="304800" y="536448"/>
            <a:ext cx="8534400" cy="853440"/>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D0BE6F14-FF48-0F4F-A8AA-2E3F25371E4A}" type="slidenum">
              <a:rPr lang="en-US" smtClean="0">
                <a:solidFill>
                  <a:srgbClr val="FFFFFF"/>
                </a:solidFill>
              </a:rPr>
              <a:pPr/>
              <a:t>‹#›</a:t>
            </a:fld>
            <a:endParaRPr lang="en-US" dirty="0">
              <a:solidFill>
                <a:srgbClr val="FFFFFF"/>
              </a:solidFill>
            </a:endParaRPr>
          </a:p>
        </p:txBody>
      </p:sp>
      <p:sp>
        <p:nvSpPr>
          <p:cNvPr id="4" name="Footer Placeholder 3"/>
          <p:cNvSpPr>
            <a:spLocks noGrp="1"/>
          </p:cNvSpPr>
          <p:nvPr>
            <p:ph type="ftr" sz="quarter" idx="11"/>
          </p:nvPr>
        </p:nvSpPr>
        <p:spPr/>
        <p:txBody>
          <a:bodyPr/>
          <a:lstStyle/>
          <a:p>
            <a:r>
              <a:rPr lang="de-DE" dirty="0">
                <a:solidFill>
                  <a:srgbClr val="FFFFFF"/>
                </a:solidFill>
              </a:rPr>
              <a:t>Group Name / DOC ID / Month XX, 2017</a:t>
            </a:r>
            <a:endParaRPr lang="en-US" dirty="0">
              <a:solidFill>
                <a:srgbClr val="FFFFFF"/>
              </a:solidFill>
            </a:endParaRPr>
          </a:p>
        </p:txBody>
      </p:sp>
      <p:sp>
        <p:nvSpPr>
          <p:cNvPr id="6" name="Text Placeholder 5"/>
          <p:cNvSpPr>
            <a:spLocks noGrp="1"/>
          </p:cNvSpPr>
          <p:nvPr>
            <p:ph type="body" sz="quarter" idx="12"/>
          </p:nvPr>
        </p:nvSpPr>
        <p:spPr>
          <a:xfrm>
            <a:off x="6400800" y="1457960"/>
            <a:ext cx="5486400" cy="4786208"/>
          </a:xfrm>
        </p:spPr>
        <p:txBody>
          <a:bodyPr/>
          <a:lstStyle>
            <a:lvl1pPr>
              <a:defRPr sz="2133"/>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1"/>
          <p:cNvSpPr>
            <a:spLocks noGrp="1"/>
          </p:cNvSpPr>
          <p:nvPr>
            <p:ph type="body" sz="quarter" idx="13"/>
          </p:nvPr>
        </p:nvSpPr>
        <p:spPr>
          <a:xfrm>
            <a:off x="304800" y="268225"/>
            <a:ext cx="5486400" cy="400049"/>
          </a:xfrm>
        </p:spPr>
        <p:txBody>
          <a:bodyPr/>
          <a:lstStyle>
            <a:lvl1pPr>
              <a:defRPr sz="1467"/>
            </a:lvl1pPr>
          </a:lstStyle>
          <a:p>
            <a:pPr lvl="0"/>
            <a:r>
              <a:rPr lang="en-US"/>
              <a:t>Click to edit Master text styles</a:t>
            </a:r>
          </a:p>
        </p:txBody>
      </p:sp>
      <p:sp>
        <p:nvSpPr>
          <p:cNvPr id="7" name="Text Placeholder 6"/>
          <p:cNvSpPr>
            <a:spLocks noGrp="1"/>
          </p:cNvSpPr>
          <p:nvPr>
            <p:ph type="body" sz="quarter" idx="14"/>
          </p:nvPr>
        </p:nvSpPr>
        <p:spPr>
          <a:xfrm>
            <a:off x="304800" y="1457961"/>
            <a:ext cx="5486400" cy="4786207"/>
          </a:xfrm>
        </p:spPr>
        <p:txBody>
          <a:bodyPr/>
          <a:lstStyle>
            <a:lvl1pPr>
              <a:defRPr sz="2133"/>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317.xml><?xml version="1.0" encoding="utf-8"?>
<p:sldLayout xmlns:a="http://schemas.openxmlformats.org/drawingml/2006/main" xmlns:r="http://schemas.openxmlformats.org/officeDocument/2006/relationships" xmlns:p="http://schemas.openxmlformats.org/presentationml/2006/main" type="tx">
  <p:cSld name="Gradient Title">
    <p:spTree>
      <p:nvGrpSpPr>
        <p:cNvPr id="1" name=""/>
        <p:cNvGrpSpPr/>
        <p:nvPr/>
      </p:nvGrpSpPr>
      <p:grpSpPr>
        <a:xfrm>
          <a:off x="0" y="0"/>
          <a:ext cx="0" cy="0"/>
          <a:chOff x="0" y="0"/>
          <a:chExt cx="0" cy="0"/>
        </a:xfrm>
      </p:grpSpPr>
      <p:sp>
        <p:nvSpPr>
          <p:cNvPr id="12" name="Rectangle 4"/>
          <p:cNvSpPr/>
          <p:nvPr/>
        </p:nvSpPr>
        <p:spPr>
          <a:xfrm>
            <a:off x="0" y="0"/>
            <a:ext cx="12192000" cy="6858000"/>
          </a:xfrm>
          <a:prstGeom prst="rect">
            <a:avLst/>
          </a:prstGeom>
          <a:gradFill>
            <a:gsLst>
              <a:gs pos="1000">
                <a:schemeClr val="accent2"/>
              </a:gs>
              <a:gs pos="100000">
                <a:srgbClr val="FFFFFF">
                  <a:alpha val="0"/>
                </a:srgbClr>
              </a:gs>
            </a:gsLst>
            <a:lin ang="16200000"/>
          </a:gradFill>
          <a:ln w="12700">
            <a:miter lim="400000"/>
          </a:ln>
        </p:spPr>
        <p:txBody>
          <a:bodyPr lIns="0" tIns="0" rIns="0" bIns="0" anchor="ctr"/>
          <a:lstStyle/>
          <a:p>
            <a:pPr algn="ctr" defTabSz="914377" hangingPunct="0">
              <a:defRPr sz="1200">
                <a:solidFill>
                  <a:srgbClr val="FFFFFF"/>
                </a:solidFill>
              </a:defRPr>
            </a:pPr>
            <a:endParaRPr sz="1600" kern="0">
              <a:solidFill>
                <a:srgbClr val="FFFFFF"/>
              </a:solidFill>
              <a:sym typeface="IBM Plex Sans"/>
            </a:endParaRPr>
          </a:p>
        </p:txBody>
      </p:sp>
      <p:sp>
        <p:nvSpPr>
          <p:cNvPr id="13" name="Slide Number"/>
          <p:cNvSpPr txBox="1">
            <a:spLocks noGrp="1"/>
          </p:cNvSpPr>
          <p:nvPr>
            <p:ph type="sldNum" sz="quarter" idx="2"/>
          </p:nvPr>
        </p:nvSpPr>
        <p:spPr>
          <a:xfrm>
            <a:off x="11772939" y="6562788"/>
            <a:ext cx="114262" cy="110800"/>
          </a:xfrm>
          <a:prstGeom prst="rect">
            <a:avLst/>
          </a:prstGeom>
        </p:spPr>
        <p:txBody>
          <a:bodyPr/>
          <a:lstStyle/>
          <a:p>
            <a:fld id="{86CB4B4D-7CA3-9044-876B-883B54F8677D}" type="slidenum">
              <a:rPr/>
              <a:pPr/>
              <a:t>‹#›</a:t>
            </a:fld>
            <a:endParaRPr/>
          </a:p>
        </p:txBody>
      </p:sp>
      <p:sp>
        <p:nvSpPr>
          <p:cNvPr id="14" name="Title Text"/>
          <p:cNvSpPr txBox="1">
            <a:spLocks noGrp="1"/>
          </p:cNvSpPr>
          <p:nvPr>
            <p:ph type="title"/>
          </p:nvPr>
        </p:nvSpPr>
        <p:spPr>
          <a:xfrm>
            <a:off x="304800" y="2668805"/>
            <a:ext cx="4775200" cy="652951"/>
          </a:xfrm>
          <a:prstGeom prst="rect">
            <a:avLst/>
          </a:prstGeom>
        </p:spPr>
        <p:txBody>
          <a:bodyPr anchor="b">
            <a:normAutofit/>
          </a:bodyPr>
          <a:lstStyle>
            <a:lvl1pPr>
              <a:defRPr sz="3733" spc="-53"/>
            </a:lvl1pPr>
          </a:lstStyle>
          <a:p>
            <a:r>
              <a:t>Title Text</a:t>
            </a:r>
          </a:p>
        </p:txBody>
      </p:sp>
      <p:sp>
        <p:nvSpPr>
          <p:cNvPr id="15" name="Body Level One…"/>
          <p:cNvSpPr txBox="1">
            <a:spLocks noGrp="1"/>
          </p:cNvSpPr>
          <p:nvPr>
            <p:ph type="body" sz="half" idx="1"/>
          </p:nvPr>
        </p:nvSpPr>
        <p:spPr>
          <a:xfrm>
            <a:off x="304800" y="3525519"/>
            <a:ext cx="5655733" cy="3001228"/>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Tree>
  </p:cSld>
  <p:clrMapOvr>
    <a:masterClrMapping/>
  </p:clrMapOvr>
  <p:transition spd="med"/>
</p:sldLayout>
</file>

<file path=ppt/slideLayouts/slideLayout318.xml><?xml version="1.0" encoding="utf-8"?>
<p:sldLayout xmlns:a="http://schemas.openxmlformats.org/drawingml/2006/main" xmlns:r="http://schemas.openxmlformats.org/officeDocument/2006/relationships" xmlns:p="http://schemas.openxmlformats.org/presentationml/2006/main" type="tx">
  <p:cSld name="1_Gradient Title">
    <p:spTree>
      <p:nvGrpSpPr>
        <p:cNvPr id="1" name=""/>
        <p:cNvGrpSpPr/>
        <p:nvPr/>
      </p:nvGrpSpPr>
      <p:grpSpPr>
        <a:xfrm>
          <a:off x="0" y="0"/>
          <a:ext cx="0" cy="0"/>
          <a:chOff x="0" y="0"/>
          <a:chExt cx="0" cy="0"/>
        </a:xfrm>
      </p:grpSpPr>
      <p:sp>
        <p:nvSpPr>
          <p:cNvPr id="22" name="Rectangle 4"/>
          <p:cNvSpPr/>
          <p:nvPr/>
        </p:nvSpPr>
        <p:spPr>
          <a:xfrm>
            <a:off x="0" y="0"/>
            <a:ext cx="12192000" cy="6858000"/>
          </a:xfrm>
          <a:prstGeom prst="rect">
            <a:avLst/>
          </a:prstGeom>
          <a:gradFill>
            <a:gsLst>
              <a:gs pos="0">
                <a:schemeClr val="accent2"/>
              </a:gs>
              <a:gs pos="95000">
                <a:srgbClr val="7EDDD3"/>
              </a:gs>
            </a:gsLst>
            <a:lin ang="16200000"/>
          </a:gradFill>
          <a:ln w="12700">
            <a:miter lim="400000"/>
          </a:ln>
        </p:spPr>
        <p:txBody>
          <a:bodyPr lIns="0" tIns="0" rIns="0" bIns="0" anchor="ctr"/>
          <a:lstStyle/>
          <a:p>
            <a:pPr algn="ctr" defTabSz="914377" hangingPunct="0">
              <a:defRPr sz="1200">
                <a:solidFill>
                  <a:srgbClr val="FFFFFF"/>
                </a:solidFill>
              </a:defRPr>
            </a:pPr>
            <a:endParaRPr sz="1600" kern="0">
              <a:solidFill>
                <a:srgbClr val="FFFFFF"/>
              </a:solidFill>
              <a:sym typeface="IBM Plex Sans"/>
            </a:endParaRPr>
          </a:p>
        </p:txBody>
      </p:sp>
      <p:sp>
        <p:nvSpPr>
          <p:cNvPr id="23" name="Slide Number"/>
          <p:cNvSpPr txBox="1">
            <a:spLocks noGrp="1"/>
          </p:cNvSpPr>
          <p:nvPr>
            <p:ph type="sldNum" sz="quarter" idx="2"/>
          </p:nvPr>
        </p:nvSpPr>
        <p:spPr>
          <a:xfrm>
            <a:off x="11772939" y="6562788"/>
            <a:ext cx="114262" cy="110800"/>
          </a:xfrm>
          <a:prstGeom prst="rect">
            <a:avLst/>
          </a:prstGeom>
        </p:spPr>
        <p:txBody>
          <a:bodyPr/>
          <a:lstStyle/>
          <a:p>
            <a:fld id="{86CB4B4D-7CA3-9044-876B-883B54F8677D}" type="slidenum">
              <a:rPr/>
              <a:pPr/>
              <a:t>‹#›</a:t>
            </a:fld>
            <a:endParaRPr/>
          </a:p>
        </p:txBody>
      </p:sp>
      <p:sp>
        <p:nvSpPr>
          <p:cNvPr id="24" name="Title Text"/>
          <p:cNvSpPr txBox="1">
            <a:spLocks noGrp="1"/>
          </p:cNvSpPr>
          <p:nvPr>
            <p:ph type="title"/>
          </p:nvPr>
        </p:nvSpPr>
        <p:spPr>
          <a:xfrm>
            <a:off x="304800" y="2664291"/>
            <a:ext cx="4732867" cy="652951"/>
          </a:xfrm>
          <a:prstGeom prst="rect">
            <a:avLst/>
          </a:prstGeom>
        </p:spPr>
        <p:txBody>
          <a:bodyPr anchor="b">
            <a:normAutofit/>
          </a:bodyPr>
          <a:lstStyle>
            <a:lvl1pPr>
              <a:defRPr sz="3733" spc="-53"/>
            </a:lvl1pPr>
          </a:lstStyle>
          <a:p>
            <a:r>
              <a:t>Title Text</a:t>
            </a:r>
          </a:p>
        </p:txBody>
      </p:sp>
      <p:sp>
        <p:nvSpPr>
          <p:cNvPr id="25" name="Body Level One…"/>
          <p:cNvSpPr txBox="1">
            <a:spLocks noGrp="1"/>
          </p:cNvSpPr>
          <p:nvPr>
            <p:ph type="body" sz="half" idx="1"/>
          </p:nvPr>
        </p:nvSpPr>
        <p:spPr>
          <a:xfrm>
            <a:off x="304800" y="3532294"/>
            <a:ext cx="5655733" cy="3001228"/>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Tree>
  </p:cSld>
  <p:clrMapOvr>
    <a:masterClrMapping/>
  </p:clrMapOvr>
  <p:transition spd="med"/>
</p:sldLayout>
</file>

<file path=ppt/slideLayouts/slideLayout319.xml><?xml version="1.0" encoding="utf-8"?>
<p:sldLayout xmlns:a="http://schemas.openxmlformats.org/drawingml/2006/main" xmlns:r="http://schemas.openxmlformats.org/officeDocument/2006/relationships" xmlns:p="http://schemas.openxmlformats.org/presentationml/2006/main" type="tx">
  <p:cSld name="Title and 2 text columns">
    <p:spTree>
      <p:nvGrpSpPr>
        <p:cNvPr id="1" name=""/>
        <p:cNvGrpSpPr/>
        <p:nvPr/>
      </p:nvGrpSpPr>
      <p:grpSpPr>
        <a:xfrm>
          <a:off x="0" y="0"/>
          <a:ext cx="0" cy="0"/>
          <a:chOff x="0" y="0"/>
          <a:chExt cx="0" cy="0"/>
        </a:xfrm>
      </p:grpSpPr>
      <p:sp>
        <p:nvSpPr>
          <p:cNvPr id="41" name="Title Text"/>
          <p:cNvSpPr txBox="1">
            <a:spLocks noGrp="1"/>
          </p:cNvSpPr>
          <p:nvPr>
            <p:ph type="title"/>
          </p:nvPr>
        </p:nvSpPr>
        <p:spPr>
          <a:xfrm>
            <a:off x="304800" y="268224"/>
            <a:ext cx="5486400" cy="894533"/>
          </a:xfrm>
          <a:prstGeom prst="rect">
            <a:avLst/>
          </a:prstGeom>
        </p:spPr>
        <p:txBody>
          <a:bodyPr>
            <a:normAutofit/>
          </a:bodyPr>
          <a:lstStyle/>
          <a:p>
            <a:r>
              <a:t>Title Text</a:t>
            </a:r>
          </a:p>
        </p:txBody>
      </p:sp>
      <p:sp>
        <p:nvSpPr>
          <p:cNvPr id="42" name="Body Level One…"/>
          <p:cNvSpPr txBox="1">
            <a:spLocks noGrp="1"/>
          </p:cNvSpPr>
          <p:nvPr>
            <p:ph type="body" sz="half" idx="1"/>
          </p:nvPr>
        </p:nvSpPr>
        <p:spPr>
          <a:xfrm>
            <a:off x="304800" y="1499616"/>
            <a:ext cx="5486400" cy="4781129"/>
          </a:xfrm>
          <a:prstGeom prst="rect">
            <a:avLst/>
          </a:prstGeom>
        </p:spPr>
        <p:txBody>
          <a:bodyPr>
            <a:normAutofit/>
          </a:bodyPr>
          <a:lstStyle>
            <a:lvl1pPr>
              <a:spcBef>
                <a:spcPts val="0"/>
              </a:spcBef>
              <a:defRPr>
                <a:latin typeface="+mn-lt"/>
                <a:ea typeface="+mn-ea"/>
                <a:cs typeface="+mn-cs"/>
                <a:sym typeface="IBM Plex Sans"/>
              </a:defRPr>
            </a:lvl1pPr>
            <a:lvl2pPr>
              <a:spcBef>
                <a:spcPts val="0"/>
              </a:spcBef>
              <a:defRPr>
                <a:latin typeface="+mn-lt"/>
                <a:ea typeface="+mn-ea"/>
                <a:cs typeface="+mn-cs"/>
                <a:sym typeface="IBM Plex Sans"/>
              </a:defRPr>
            </a:lvl2pPr>
            <a:lvl3pPr>
              <a:spcBef>
                <a:spcPts val="0"/>
              </a:spcBef>
              <a:defRPr>
                <a:latin typeface="+mn-lt"/>
                <a:ea typeface="+mn-ea"/>
                <a:cs typeface="+mn-cs"/>
                <a:sym typeface="IBM Plex Sans"/>
              </a:defRPr>
            </a:lvl3pPr>
            <a:lvl4pPr>
              <a:spcBef>
                <a:spcPts val="0"/>
              </a:spcBef>
              <a:defRPr>
                <a:latin typeface="+mn-lt"/>
                <a:ea typeface="+mn-ea"/>
                <a:cs typeface="+mn-cs"/>
                <a:sym typeface="IBM Plex Sans"/>
              </a:defRPr>
            </a:lvl4pPr>
            <a:lvl5pPr>
              <a:spcBef>
                <a:spcPts val="0"/>
              </a:spcBef>
              <a:defRPr>
                <a:latin typeface="+mn-lt"/>
                <a:ea typeface="+mn-ea"/>
                <a:cs typeface="+mn-cs"/>
                <a:sym typeface="IBM Plex Sans"/>
              </a:defRPr>
            </a:lvl5pPr>
          </a:lstStyle>
          <a:p>
            <a:r>
              <a:t>Body Level One</a:t>
            </a:r>
          </a:p>
          <a:p>
            <a:pPr lvl="1"/>
            <a:r>
              <a:t>Body Level Two</a:t>
            </a:r>
          </a:p>
          <a:p>
            <a:pPr lvl="2"/>
            <a:r>
              <a:t>Body Level Three</a:t>
            </a:r>
          </a:p>
          <a:p>
            <a:pPr lvl="3"/>
            <a:r>
              <a:t>Body Level Four</a:t>
            </a:r>
          </a:p>
          <a:p>
            <a:pPr lvl="4"/>
            <a:r>
              <a:t>Body Level Five</a:t>
            </a:r>
          </a:p>
        </p:txBody>
      </p:sp>
      <p:sp>
        <p:nvSpPr>
          <p:cNvPr id="43" name="Text Placeholder 9"/>
          <p:cNvSpPr>
            <a:spLocks noGrp="1"/>
          </p:cNvSpPr>
          <p:nvPr>
            <p:ph type="body" sz="half" idx="13"/>
          </p:nvPr>
        </p:nvSpPr>
        <p:spPr>
          <a:xfrm>
            <a:off x="6400800" y="1499616"/>
            <a:ext cx="5486400" cy="4781129"/>
          </a:xfrm>
          <a:prstGeom prst="rect">
            <a:avLst/>
          </a:prstGeom>
        </p:spPr>
        <p:txBody>
          <a:bodyPr>
            <a:normAutofit/>
          </a:bodyPr>
          <a:lstStyle>
            <a:lvl1pPr>
              <a:spcBef>
                <a:spcPts val="0"/>
              </a:spcBef>
              <a:defRPr spc="-100">
                <a:latin typeface="+mn-lt"/>
                <a:ea typeface="+mn-ea"/>
                <a:cs typeface="+mn-cs"/>
                <a:sym typeface="IBM Plex Sans"/>
              </a:defRPr>
            </a:lvl1pPr>
          </a:lstStyle>
          <a:p>
            <a:pPr>
              <a:spcBef>
                <a:spcPts val="0"/>
              </a:spcBef>
              <a:defRPr spc="-100">
                <a:latin typeface="+mn-lt"/>
                <a:ea typeface="+mn-ea"/>
                <a:cs typeface="+mn-cs"/>
                <a:sym typeface="IBM Plex Sans"/>
              </a:defRPr>
            </a:pPr>
            <a:endParaRPr/>
          </a:p>
        </p:txBody>
      </p:sp>
      <p:sp>
        <p:nvSpPr>
          <p:cNvPr id="44" name="Footer Placeholder 3"/>
          <p:cNvSpPr txBox="1"/>
          <p:nvPr/>
        </p:nvSpPr>
        <p:spPr>
          <a:xfrm>
            <a:off x="304800" y="6510466"/>
            <a:ext cx="8534400" cy="215444"/>
          </a:xfrm>
          <a:prstGeom prst="rect">
            <a:avLst/>
          </a:prstGeom>
          <a:ln w="12700">
            <a:miter lim="400000"/>
          </a:ln>
          <a:extLst>
            <a:ext uri="{C572A759-6A51-4108-AA02-DFA0A04FC94B}">
              <ma14:wrappingTextBoxFlag xmlns:ma14="http://schemas.microsoft.com/office/mac/drawingml/2011/main" xmlns="" val="1"/>
            </a:ext>
          </a:extLst>
        </p:spPr>
        <p:txBody>
          <a:bodyPr lIns="60959" rIns="60959" anchor="ctr">
            <a:spAutoFit/>
          </a:bodyPr>
          <a:lstStyle>
            <a:lvl1pPr>
              <a:defRPr sz="600">
                <a:solidFill>
                  <a:srgbClr val="FFFFFF"/>
                </a:solidFill>
              </a:defRPr>
            </a:lvl1pPr>
          </a:lstStyle>
          <a:p>
            <a:pPr defTabSz="914377" hangingPunct="0"/>
            <a:r>
              <a:rPr sz="800" kern="0">
                <a:sym typeface="IBM Plex Sans"/>
              </a:rPr>
              <a:t>IBM Cloud/ © 2018 IBM Corporation</a:t>
            </a: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rPr/>
              <a:pPr/>
              <a:t>‹#›</a:t>
            </a:fld>
            <a:endParaRPr/>
          </a:p>
        </p:txBody>
      </p:sp>
    </p:spTree>
  </p:cSld>
  <p:clrMapOvr>
    <a:masterClrMapping/>
  </p:clrMapOvr>
  <p:transition spd="med"/>
</p:sldLayout>
</file>

<file path=ppt/slideLayouts/slideLayout320.xml><?xml version="1.0" encoding="utf-8"?>
<p:sldLayout xmlns:a="http://schemas.openxmlformats.org/drawingml/2006/main" xmlns:r="http://schemas.openxmlformats.org/officeDocument/2006/relationships" xmlns:p="http://schemas.openxmlformats.org/presentationml/2006/main" type="tx">
  <p:cSld name="Title and 1 text">
    <p:spTree>
      <p:nvGrpSpPr>
        <p:cNvPr id="1" name=""/>
        <p:cNvGrpSpPr/>
        <p:nvPr/>
      </p:nvGrpSpPr>
      <p:grpSpPr>
        <a:xfrm>
          <a:off x="0" y="0"/>
          <a:ext cx="0" cy="0"/>
          <a:chOff x="0" y="0"/>
          <a:chExt cx="0" cy="0"/>
        </a:xfrm>
      </p:grpSpPr>
      <p:sp>
        <p:nvSpPr>
          <p:cNvPr id="52" name="Title Text"/>
          <p:cNvSpPr txBox="1">
            <a:spLocks noGrp="1"/>
          </p:cNvSpPr>
          <p:nvPr>
            <p:ph type="title"/>
          </p:nvPr>
        </p:nvSpPr>
        <p:spPr>
          <a:xfrm>
            <a:off x="304800" y="304800"/>
            <a:ext cx="5486400" cy="544576"/>
          </a:xfrm>
          <a:prstGeom prst="rect">
            <a:avLst/>
          </a:prstGeom>
        </p:spPr>
        <p:txBody>
          <a:bodyPr>
            <a:normAutofit/>
          </a:bodyPr>
          <a:lstStyle/>
          <a:p>
            <a:r>
              <a:t>Title Text</a:t>
            </a:r>
          </a:p>
        </p:txBody>
      </p:sp>
      <p:sp>
        <p:nvSpPr>
          <p:cNvPr id="53" name="Body Level One…"/>
          <p:cNvSpPr txBox="1">
            <a:spLocks noGrp="1"/>
          </p:cNvSpPr>
          <p:nvPr>
            <p:ph type="body" sz="half" idx="1"/>
          </p:nvPr>
        </p:nvSpPr>
        <p:spPr>
          <a:xfrm>
            <a:off x="304800" y="1881717"/>
            <a:ext cx="5486400" cy="4399028"/>
          </a:xfrm>
          <a:prstGeom prst="rect">
            <a:avLst/>
          </a:prstGeom>
        </p:spPr>
        <p:txBody>
          <a:bodyPr>
            <a:normAutofit/>
          </a:bodyPr>
          <a:lstStyle>
            <a:lvl1pPr>
              <a:spcBef>
                <a:spcPts val="0"/>
              </a:spcBef>
              <a:defRPr>
                <a:latin typeface="+mn-lt"/>
                <a:ea typeface="+mn-ea"/>
                <a:cs typeface="+mn-cs"/>
                <a:sym typeface="IBM Plex Sans"/>
              </a:defRPr>
            </a:lvl1pPr>
            <a:lvl2pPr>
              <a:spcBef>
                <a:spcPts val="0"/>
              </a:spcBef>
              <a:defRPr>
                <a:latin typeface="+mn-lt"/>
                <a:ea typeface="+mn-ea"/>
                <a:cs typeface="+mn-cs"/>
                <a:sym typeface="IBM Plex Sans"/>
              </a:defRPr>
            </a:lvl2pPr>
            <a:lvl3pPr>
              <a:spcBef>
                <a:spcPts val="0"/>
              </a:spcBef>
              <a:defRPr>
                <a:latin typeface="+mn-lt"/>
                <a:ea typeface="+mn-ea"/>
                <a:cs typeface="+mn-cs"/>
                <a:sym typeface="IBM Plex Sans"/>
              </a:defRPr>
            </a:lvl3pPr>
            <a:lvl4pPr>
              <a:spcBef>
                <a:spcPts val="0"/>
              </a:spcBef>
              <a:defRPr>
                <a:latin typeface="+mn-lt"/>
                <a:ea typeface="+mn-ea"/>
                <a:cs typeface="+mn-cs"/>
                <a:sym typeface="IBM Plex Sans"/>
              </a:defRPr>
            </a:lvl4pPr>
            <a:lvl5pPr>
              <a:spcBef>
                <a:spcPts val="0"/>
              </a:spcBef>
              <a:defRPr>
                <a:latin typeface="+mn-lt"/>
                <a:ea typeface="+mn-ea"/>
                <a:cs typeface="+mn-cs"/>
                <a:sym typeface="IBM Plex Sans"/>
              </a:defRPr>
            </a:lvl5pPr>
          </a:lstStyle>
          <a:p>
            <a:r>
              <a:t>Body Level One</a:t>
            </a:r>
          </a:p>
          <a:p>
            <a:pPr lvl="1"/>
            <a:r>
              <a:t>Body Level Two</a:t>
            </a:r>
          </a:p>
          <a:p>
            <a:pPr lvl="2"/>
            <a:r>
              <a:t>Body Level Three</a:t>
            </a:r>
          </a:p>
          <a:p>
            <a:pPr lvl="3"/>
            <a:r>
              <a:t>Body Level Four</a:t>
            </a:r>
          </a:p>
          <a:p>
            <a:pPr lvl="4"/>
            <a:r>
              <a:t>Body Level Five</a:t>
            </a:r>
          </a:p>
        </p:txBody>
      </p:sp>
      <p:sp>
        <p:nvSpPr>
          <p:cNvPr id="54" name="Footer Placeholder 3"/>
          <p:cNvSpPr txBox="1"/>
          <p:nvPr/>
        </p:nvSpPr>
        <p:spPr>
          <a:xfrm>
            <a:off x="304800" y="6510466"/>
            <a:ext cx="8534400" cy="215444"/>
          </a:xfrm>
          <a:prstGeom prst="rect">
            <a:avLst/>
          </a:prstGeom>
          <a:ln w="12700">
            <a:miter lim="400000"/>
          </a:ln>
          <a:extLst>
            <a:ext uri="{C572A759-6A51-4108-AA02-DFA0A04FC94B}">
              <ma14:wrappingTextBoxFlag xmlns:ma14="http://schemas.microsoft.com/office/mac/drawingml/2011/main" xmlns="" val="1"/>
            </a:ext>
          </a:extLst>
        </p:spPr>
        <p:txBody>
          <a:bodyPr lIns="60959" rIns="60959" anchor="ctr">
            <a:spAutoFit/>
          </a:bodyPr>
          <a:lstStyle>
            <a:lvl1pPr>
              <a:defRPr sz="600">
                <a:solidFill>
                  <a:srgbClr val="FFFFFF"/>
                </a:solidFill>
              </a:defRPr>
            </a:lvl1pPr>
          </a:lstStyle>
          <a:p>
            <a:pPr defTabSz="914377" hangingPunct="0"/>
            <a:r>
              <a:rPr sz="800" kern="0">
                <a:sym typeface="IBM Plex Sans"/>
              </a:rPr>
              <a:t>IBM Cloud/© 2018 IBM Corporation</a:t>
            </a:r>
          </a:p>
        </p:txBody>
      </p:sp>
      <p:sp>
        <p:nvSpPr>
          <p:cNvPr id="55" name="Text Placeholder 4"/>
          <p:cNvSpPr>
            <a:spLocks noGrp="1"/>
          </p:cNvSpPr>
          <p:nvPr>
            <p:ph type="body" sz="quarter" idx="13"/>
          </p:nvPr>
        </p:nvSpPr>
        <p:spPr>
          <a:xfrm>
            <a:off x="304800" y="812800"/>
            <a:ext cx="5486400" cy="620184"/>
          </a:xfrm>
          <a:prstGeom prst="rect">
            <a:avLst/>
          </a:prstGeom>
        </p:spPr>
        <p:txBody>
          <a:bodyPr>
            <a:normAutofit/>
          </a:bodyPr>
          <a:lstStyle/>
          <a:p>
            <a:pPr>
              <a:defRPr spc="-100"/>
            </a:pPr>
            <a:endParaRPr/>
          </a:p>
        </p:txBody>
      </p:sp>
      <p:sp>
        <p:nvSpPr>
          <p:cNvPr id="56" name="Slide Number"/>
          <p:cNvSpPr txBox="1">
            <a:spLocks noGrp="1"/>
          </p:cNvSpPr>
          <p:nvPr>
            <p:ph type="sldNum" sz="quarter" idx="2"/>
          </p:nvPr>
        </p:nvSpPr>
        <p:spPr>
          <a:prstGeom prst="rect">
            <a:avLst/>
          </a:prstGeom>
        </p:spPr>
        <p:txBody>
          <a:bodyPr/>
          <a:lstStyle/>
          <a:p>
            <a:fld id="{86CB4B4D-7CA3-9044-876B-883B54F8677D}" type="slidenum">
              <a:rPr/>
              <a:pPr/>
              <a:t>‹#›</a:t>
            </a:fld>
            <a:endParaRPr/>
          </a:p>
        </p:txBody>
      </p:sp>
    </p:spTree>
  </p:cSld>
  <p:clrMapOvr>
    <a:masterClrMapping/>
  </p:clrMapOvr>
  <p:transition spd="med"/>
</p:sldLayout>
</file>

<file path=ppt/slideLayouts/slideLayout321.xml><?xml version="1.0" encoding="utf-8"?>
<p:sldLayout xmlns:a="http://schemas.openxmlformats.org/drawingml/2006/main" xmlns:r="http://schemas.openxmlformats.org/officeDocument/2006/relationships" xmlns:p="http://schemas.openxmlformats.org/presentationml/2006/main" type="tx">
  <p:cSld name="section, title, text (two columns)">
    <p:spTree>
      <p:nvGrpSpPr>
        <p:cNvPr id="1" name=""/>
        <p:cNvGrpSpPr/>
        <p:nvPr/>
      </p:nvGrpSpPr>
      <p:grpSpPr>
        <a:xfrm>
          <a:off x="0" y="0"/>
          <a:ext cx="0" cy="0"/>
          <a:chOff x="0" y="0"/>
          <a:chExt cx="0" cy="0"/>
        </a:xfrm>
      </p:grpSpPr>
      <p:sp>
        <p:nvSpPr>
          <p:cNvPr id="63" name="Title Text"/>
          <p:cNvSpPr txBox="1">
            <a:spLocks noGrp="1"/>
          </p:cNvSpPr>
          <p:nvPr>
            <p:ph type="title"/>
          </p:nvPr>
        </p:nvSpPr>
        <p:spPr>
          <a:xfrm>
            <a:off x="304800" y="304801"/>
            <a:ext cx="5793317" cy="853441"/>
          </a:xfrm>
          <a:prstGeom prst="rect">
            <a:avLst/>
          </a:prstGeom>
        </p:spPr>
        <p:txBody>
          <a:bodyPr>
            <a:normAutofit/>
          </a:bodyPr>
          <a:lstStyle/>
          <a:p>
            <a:r>
              <a:t>Title Text</a:t>
            </a:r>
          </a:p>
        </p:txBody>
      </p:sp>
      <p:sp>
        <p:nvSpPr>
          <p:cNvPr id="64" name="Slide Number"/>
          <p:cNvSpPr txBox="1">
            <a:spLocks noGrp="1"/>
          </p:cNvSpPr>
          <p:nvPr>
            <p:ph type="sldNum" sz="quarter" idx="2"/>
          </p:nvPr>
        </p:nvSpPr>
        <p:spPr>
          <a:xfrm>
            <a:off x="11772939" y="6562788"/>
            <a:ext cx="114262" cy="110800"/>
          </a:xfrm>
          <a:prstGeom prst="rect">
            <a:avLst/>
          </a:prstGeom>
        </p:spPr>
        <p:txBody>
          <a:bodyPr/>
          <a:lstStyle/>
          <a:p>
            <a:fld id="{86CB4B4D-7CA3-9044-876B-883B54F8677D}" type="slidenum">
              <a:rPr/>
              <a:pPr/>
              <a:t>‹#›</a:t>
            </a:fld>
            <a:endParaRPr/>
          </a:p>
        </p:txBody>
      </p:sp>
      <p:sp>
        <p:nvSpPr>
          <p:cNvPr id="65" name="Body Level One…"/>
          <p:cNvSpPr txBox="1">
            <a:spLocks noGrp="1"/>
          </p:cNvSpPr>
          <p:nvPr>
            <p:ph type="body" sz="half" idx="1"/>
          </p:nvPr>
        </p:nvSpPr>
        <p:spPr>
          <a:xfrm>
            <a:off x="6400800" y="1457959"/>
            <a:ext cx="5486400" cy="4786211"/>
          </a:xfrm>
          <a:prstGeom prst="rect">
            <a:avLst/>
          </a:prstGeom>
        </p:spPr>
        <p:txBody>
          <a:bodyPr>
            <a:normAutofit/>
          </a:bodyPr>
          <a:lstStyle>
            <a:lvl1pPr>
              <a:defRPr sz="2133"/>
            </a:lvl1pPr>
            <a:lvl2pPr marL="301970" indent="-301970">
              <a:defRPr sz="2133"/>
            </a:lvl2pPr>
            <a:lvl3pPr marL="535503" indent="-237061">
              <a:defRPr sz="2133"/>
            </a:lvl3pPr>
            <a:lvl4pPr marL="935927" indent="-326343">
              <a:defRPr sz="2133"/>
            </a:lvl4pPr>
            <a:lvl5pPr marL="1175875" indent="-335580">
              <a:defRPr sz="2133"/>
            </a:lvl5pPr>
          </a:lstStyle>
          <a:p>
            <a:r>
              <a:t>Body Level One</a:t>
            </a:r>
          </a:p>
          <a:p>
            <a:pPr lvl="1"/>
            <a:r>
              <a:t>Body Level Two</a:t>
            </a:r>
          </a:p>
          <a:p>
            <a:pPr lvl="2"/>
            <a:r>
              <a:t>Body Level Three</a:t>
            </a:r>
          </a:p>
          <a:p>
            <a:pPr lvl="3"/>
            <a:r>
              <a:t>Body Level Four</a:t>
            </a:r>
          </a:p>
          <a:p>
            <a:pPr lvl="4"/>
            <a:r>
              <a:t>Body Level Five</a:t>
            </a:r>
          </a:p>
        </p:txBody>
      </p:sp>
      <p:sp>
        <p:nvSpPr>
          <p:cNvPr id="66" name="Text Placeholder 6"/>
          <p:cNvSpPr>
            <a:spLocks noGrp="1"/>
          </p:cNvSpPr>
          <p:nvPr>
            <p:ph type="body" sz="half" idx="13"/>
          </p:nvPr>
        </p:nvSpPr>
        <p:spPr>
          <a:xfrm>
            <a:off x="304798" y="1457959"/>
            <a:ext cx="5644447" cy="4786208"/>
          </a:xfrm>
          <a:prstGeom prst="rect">
            <a:avLst/>
          </a:prstGeom>
        </p:spPr>
        <p:txBody>
          <a:bodyPr>
            <a:normAutofit/>
          </a:bodyPr>
          <a:lstStyle/>
          <a:p>
            <a:pPr>
              <a:defRPr sz="1600" spc="-100"/>
            </a:pPr>
            <a:endParaRPr/>
          </a:p>
        </p:txBody>
      </p:sp>
    </p:spTree>
  </p:cSld>
  <p:clrMapOvr>
    <a:masterClrMapping/>
  </p:clrMapOvr>
  <p:transition spd="med"/>
</p:sldLayout>
</file>

<file path=ppt/slideLayouts/slideLayout322.xml><?xml version="1.0" encoding="utf-8"?>
<p:sldLayout xmlns:a="http://schemas.openxmlformats.org/drawingml/2006/main" xmlns:r="http://schemas.openxmlformats.org/officeDocument/2006/relationships" xmlns:p="http://schemas.openxmlformats.org/presentationml/2006/main" type="tx">
  <p:cSld name="section, title, text (four columns)">
    <p:spTree>
      <p:nvGrpSpPr>
        <p:cNvPr id="1" name=""/>
        <p:cNvGrpSpPr/>
        <p:nvPr/>
      </p:nvGrpSpPr>
      <p:grpSpPr>
        <a:xfrm>
          <a:off x="0" y="0"/>
          <a:ext cx="0" cy="0"/>
          <a:chOff x="0" y="0"/>
          <a:chExt cx="0" cy="0"/>
        </a:xfrm>
      </p:grpSpPr>
      <p:sp>
        <p:nvSpPr>
          <p:cNvPr id="73" name="Title Text"/>
          <p:cNvSpPr txBox="1">
            <a:spLocks noGrp="1"/>
          </p:cNvSpPr>
          <p:nvPr>
            <p:ph type="title"/>
          </p:nvPr>
        </p:nvSpPr>
        <p:spPr>
          <a:xfrm>
            <a:off x="304800" y="548641"/>
            <a:ext cx="8534400" cy="853441"/>
          </a:xfrm>
          <a:prstGeom prst="rect">
            <a:avLst/>
          </a:prstGeom>
        </p:spPr>
        <p:txBody>
          <a:bodyPr>
            <a:normAutofit/>
          </a:bodyPr>
          <a:lstStyle/>
          <a:p>
            <a:r>
              <a:t>Title Text</a:t>
            </a:r>
          </a:p>
        </p:txBody>
      </p:sp>
      <p:sp>
        <p:nvSpPr>
          <p:cNvPr id="74" name="Slide Number"/>
          <p:cNvSpPr txBox="1">
            <a:spLocks noGrp="1"/>
          </p:cNvSpPr>
          <p:nvPr>
            <p:ph type="sldNum" sz="quarter" idx="2"/>
          </p:nvPr>
        </p:nvSpPr>
        <p:spPr>
          <a:xfrm>
            <a:off x="11772939" y="6562788"/>
            <a:ext cx="114262" cy="110800"/>
          </a:xfrm>
          <a:prstGeom prst="rect">
            <a:avLst/>
          </a:prstGeom>
        </p:spPr>
        <p:txBody>
          <a:bodyPr/>
          <a:lstStyle/>
          <a:p>
            <a:fld id="{86CB4B4D-7CA3-9044-876B-883B54F8677D}" type="slidenum">
              <a:rPr/>
              <a:pPr/>
              <a:t>‹#›</a:t>
            </a:fld>
            <a:endParaRPr/>
          </a:p>
        </p:txBody>
      </p:sp>
      <p:sp>
        <p:nvSpPr>
          <p:cNvPr id="75" name="Body Level One…"/>
          <p:cNvSpPr txBox="1">
            <a:spLocks noGrp="1"/>
          </p:cNvSpPr>
          <p:nvPr>
            <p:ph type="body" sz="quarter" idx="1"/>
          </p:nvPr>
        </p:nvSpPr>
        <p:spPr>
          <a:xfrm>
            <a:off x="6400800" y="1457959"/>
            <a:ext cx="2438400" cy="4786207"/>
          </a:xfrm>
          <a:prstGeom prst="rect">
            <a:avLst/>
          </a:prstGeom>
        </p:spPr>
        <p:txBody>
          <a:bodyPr>
            <a:normAutofit/>
          </a:bodyPr>
          <a:lstStyle>
            <a:lvl1pPr>
              <a:defRPr sz="2133"/>
            </a:lvl1pPr>
            <a:lvl2pPr marL="0" indent="0">
              <a:buSzTx/>
              <a:buNone/>
              <a:defRPr sz="2133"/>
            </a:lvl2pPr>
            <a:lvl3pPr marL="535503" indent="-237061">
              <a:defRPr sz="2133"/>
            </a:lvl3pPr>
            <a:lvl4pPr marL="935927" indent="-326343">
              <a:defRPr sz="2133"/>
            </a:lvl4pPr>
            <a:lvl5pPr marL="1175875" indent="-335580">
              <a:defRPr sz="2133"/>
            </a:lvl5pPr>
          </a:lstStyle>
          <a:p>
            <a:r>
              <a:t>Body Level One</a:t>
            </a:r>
          </a:p>
          <a:p>
            <a:pPr lvl="1"/>
            <a:r>
              <a:t>Body Level Two</a:t>
            </a:r>
          </a:p>
          <a:p>
            <a:pPr lvl="2"/>
            <a:r>
              <a:t>Body Level Three</a:t>
            </a:r>
          </a:p>
          <a:p>
            <a:pPr lvl="3"/>
            <a:r>
              <a:t>Body Level Four</a:t>
            </a:r>
          </a:p>
          <a:p>
            <a:pPr lvl="4"/>
            <a:r>
              <a:t>Body Level Five</a:t>
            </a:r>
          </a:p>
        </p:txBody>
      </p:sp>
      <p:sp>
        <p:nvSpPr>
          <p:cNvPr id="76" name="Text Placeholder 6"/>
          <p:cNvSpPr>
            <a:spLocks noGrp="1"/>
          </p:cNvSpPr>
          <p:nvPr>
            <p:ph type="body" sz="quarter" idx="13"/>
          </p:nvPr>
        </p:nvSpPr>
        <p:spPr>
          <a:xfrm>
            <a:off x="304800" y="1457959"/>
            <a:ext cx="2438400" cy="4786207"/>
          </a:xfrm>
          <a:prstGeom prst="rect">
            <a:avLst/>
          </a:prstGeom>
        </p:spPr>
        <p:txBody>
          <a:bodyPr>
            <a:normAutofit/>
          </a:bodyPr>
          <a:lstStyle>
            <a:lvl1pPr>
              <a:spcBef>
                <a:spcPts val="1467"/>
              </a:spcBef>
              <a:defRPr sz="1600" spc="-100"/>
            </a:lvl1pPr>
          </a:lstStyle>
          <a:p>
            <a:pPr>
              <a:spcBef>
                <a:spcPts val="1100"/>
              </a:spcBef>
              <a:defRPr sz="1600" spc="-100"/>
            </a:pPr>
            <a:endParaRPr/>
          </a:p>
        </p:txBody>
      </p:sp>
      <p:sp>
        <p:nvSpPr>
          <p:cNvPr id="77" name="Text Placeholder 7"/>
          <p:cNvSpPr>
            <a:spLocks noGrp="1"/>
          </p:cNvSpPr>
          <p:nvPr>
            <p:ph type="body" sz="quarter" idx="14"/>
          </p:nvPr>
        </p:nvSpPr>
        <p:spPr>
          <a:xfrm>
            <a:off x="3352800" y="1457959"/>
            <a:ext cx="2438400" cy="4786207"/>
          </a:xfrm>
          <a:prstGeom prst="rect">
            <a:avLst/>
          </a:prstGeom>
        </p:spPr>
        <p:txBody>
          <a:bodyPr>
            <a:normAutofit/>
          </a:bodyPr>
          <a:lstStyle/>
          <a:p>
            <a:pPr>
              <a:defRPr sz="1600" spc="-100"/>
            </a:pPr>
            <a:endParaRPr/>
          </a:p>
        </p:txBody>
      </p:sp>
      <p:sp>
        <p:nvSpPr>
          <p:cNvPr id="78" name="Text Placeholder 9"/>
          <p:cNvSpPr>
            <a:spLocks noGrp="1"/>
          </p:cNvSpPr>
          <p:nvPr>
            <p:ph type="body" sz="quarter" idx="15"/>
          </p:nvPr>
        </p:nvSpPr>
        <p:spPr>
          <a:xfrm>
            <a:off x="9448800" y="1457959"/>
            <a:ext cx="2438400" cy="4786207"/>
          </a:xfrm>
          <a:prstGeom prst="rect">
            <a:avLst/>
          </a:prstGeom>
        </p:spPr>
        <p:txBody>
          <a:bodyPr>
            <a:normAutofit/>
          </a:bodyPr>
          <a:lstStyle/>
          <a:p>
            <a:pPr>
              <a:defRPr sz="1600" spc="-100"/>
            </a:pPr>
            <a:endParaRPr/>
          </a:p>
        </p:txBody>
      </p:sp>
    </p:spTree>
  </p:cSld>
  <p:clrMapOvr>
    <a:masterClrMapping/>
  </p:clrMapOvr>
  <p:transition spd="med"/>
</p:sldLayout>
</file>

<file path=ppt/slideLayouts/slideLayout323.xml><?xml version="1.0" encoding="utf-8"?>
<p:sldLayout xmlns:a="http://schemas.openxmlformats.org/drawingml/2006/main" xmlns:r="http://schemas.openxmlformats.org/officeDocument/2006/relationships" xmlns:p="http://schemas.openxmlformats.org/presentationml/2006/main" type="tx">
  <p:cSld name="section, title, text (dark background)">
    <p:spTree>
      <p:nvGrpSpPr>
        <p:cNvPr id="1" name=""/>
        <p:cNvGrpSpPr/>
        <p:nvPr/>
      </p:nvGrpSpPr>
      <p:grpSpPr>
        <a:xfrm>
          <a:off x="0" y="0"/>
          <a:ext cx="0" cy="0"/>
          <a:chOff x="0" y="0"/>
          <a:chExt cx="0" cy="0"/>
        </a:xfrm>
      </p:grpSpPr>
      <p:sp>
        <p:nvSpPr>
          <p:cNvPr id="85" name="Rectangle 4"/>
          <p:cNvSpPr/>
          <p:nvPr/>
        </p:nvSpPr>
        <p:spPr>
          <a:xfrm>
            <a:off x="6096000" y="0"/>
            <a:ext cx="6096000" cy="6858000"/>
          </a:xfrm>
          <a:prstGeom prst="rect">
            <a:avLst/>
          </a:prstGeom>
          <a:solidFill>
            <a:srgbClr val="000000"/>
          </a:solidFill>
          <a:ln w="12700">
            <a:miter lim="400000"/>
          </a:ln>
        </p:spPr>
        <p:txBody>
          <a:bodyPr lIns="0" tIns="0" rIns="0" bIns="0" anchor="ctr"/>
          <a:lstStyle/>
          <a:p>
            <a:pPr algn="ctr" defTabSz="914377" hangingPunct="0">
              <a:defRPr sz="1200">
                <a:solidFill>
                  <a:srgbClr val="FFFFFF"/>
                </a:solidFill>
              </a:defRPr>
            </a:pPr>
            <a:endParaRPr sz="1600" kern="0">
              <a:solidFill>
                <a:srgbClr val="FFFFFF"/>
              </a:solidFill>
              <a:sym typeface="IBM Plex Sans"/>
            </a:endParaRPr>
          </a:p>
        </p:txBody>
      </p:sp>
      <p:sp>
        <p:nvSpPr>
          <p:cNvPr id="86" name="Title Text"/>
          <p:cNvSpPr txBox="1">
            <a:spLocks noGrp="1"/>
          </p:cNvSpPr>
          <p:nvPr>
            <p:ph type="title"/>
          </p:nvPr>
        </p:nvSpPr>
        <p:spPr>
          <a:xfrm>
            <a:off x="304800" y="1377696"/>
            <a:ext cx="5486400" cy="4754880"/>
          </a:xfrm>
          <a:prstGeom prst="rect">
            <a:avLst/>
          </a:prstGeom>
        </p:spPr>
        <p:txBody>
          <a:bodyPr>
            <a:normAutofit/>
          </a:bodyPr>
          <a:lstStyle/>
          <a:p>
            <a:r>
              <a:t>Title Text</a:t>
            </a:r>
          </a:p>
        </p:txBody>
      </p:sp>
      <p:sp>
        <p:nvSpPr>
          <p:cNvPr id="87" name="Slide Number"/>
          <p:cNvSpPr txBox="1">
            <a:spLocks noGrp="1"/>
          </p:cNvSpPr>
          <p:nvPr>
            <p:ph type="sldNum" sz="quarter" idx="2"/>
          </p:nvPr>
        </p:nvSpPr>
        <p:spPr>
          <a:xfrm>
            <a:off x="11772939" y="6562788"/>
            <a:ext cx="114262" cy="110800"/>
          </a:xfrm>
          <a:prstGeom prst="rect">
            <a:avLst/>
          </a:prstGeom>
        </p:spPr>
        <p:txBody>
          <a:bodyPr/>
          <a:lstStyle/>
          <a:p>
            <a:fld id="{86CB4B4D-7CA3-9044-876B-883B54F8677D}" type="slidenum">
              <a:rPr/>
              <a:pPr/>
              <a:t>‹#›</a:t>
            </a:fld>
            <a:endParaRPr/>
          </a:p>
        </p:txBody>
      </p:sp>
      <p:sp>
        <p:nvSpPr>
          <p:cNvPr id="88" name="Body Level One…"/>
          <p:cNvSpPr txBox="1">
            <a:spLocks noGrp="1"/>
          </p:cNvSpPr>
          <p:nvPr>
            <p:ph type="body" sz="half" idx="1"/>
          </p:nvPr>
        </p:nvSpPr>
        <p:spPr>
          <a:xfrm>
            <a:off x="6400800" y="1499615"/>
            <a:ext cx="5486400" cy="4668596"/>
          </a:xfrm>
          <a:prstGeom prst="rect">
            <a:avLst/>
          </a:prstGeom>
        </p:spPr>
        <p:txBody>
          <a:bodyPr>
            <a:normAutofit/>
          </a:bodyPr>
          <a:lstStyle>
            <a:lvl2pPr marL="0" indent="0">
              <a:buSzTx/>
              <a:buNone/>
            </a:lvl2pPr>
          </a:lstStyle>
          <a:p>
            <a:r>
              <a:t>Body Level One</a:t>
            </a:r>
          </a:p>
          <a:p>
            <a:pPr lvl="1"/>
            <a:r>
              <a:t>Body Level Two</a:t>
            </a:r>
          </a:p>
          <a:p>
            <a:pPr lvl="2"/>
            <a:r>
              <a:t>Body Level Three</a:t>
            </a:r>
          </a:p>
          <a:p>
            <a:pPr lvl="3"/>
            <a:r>
              <a:t>Body Level Four</a:t>
            </a:r>
          </a:p>
          <a:p>
            <a:pPr lvl="4"/>
            <a:r>
              <a:t>Body Level Five</a:t>
            </a:r>
          </a:p>
        </p:txBody>
      </p:sp>
      <p:sp>
        <p:nvSpPr>
          <p:cNvPr id="89" name="Text Placeholder 11"/>
          <p:cNvSpPr>
            <a:spLocks noGrp="1"/>
          </p:cNvSpPr>
          <p:nvPr>
            <p:ph type="body" sz="quarter" idx="13"/>
          </p:nvPr>
        </p:nvSpPr>
        <p:spPr>
          <a:xfrm>
            <a:off x="304800" y="268223"/>
            <a:ext cx="5486400" cy="400052"/>
          </a:xfrm>
          <a:prstGeom prst="rect">
            <a:avLst/>
          </a:prstGeom>
        </p:spPr>
        <p:txBody>
          <a:bodyPr>
            <a:normAutofit/>
          </a:bodyPr>
          <a:lstStyle/>
          <a:p>
            <a:pPr>
              <a:defRPr sz="1100" spc="-100"/>
            </a:pPr>
            <a:endParaRPr/>
          </a:p>
        </p:txBody>
      </p:sp>
      <p:sp>
        <p:nvSpPr>
          <p:cNvPr id="90" name="Footer Placeholder 3"/>
          <p:cNvSpPr txBox="1"/>
          <p:nvPr/>
        </p:nvSpPr>
        <p:spPr>
          <a:xfrm>
            <a:off x="304800" y="6510466"/>
            <a:ext cx="8534400" cy="215444"/>
          </a:xfrm>
          <a:prstGeom prst="rect">
            <a:avLst/>
          </a:prstGeom>
          <a:ln w="12700">
            <a:miter lim="400000"/>
          </a:ln>
          <a:extLst>
            <a:ext uri="{C572A759-6A51-4108-AA02-DFA0A04FC94B}">
              <ma14:wrappingTextBoxFlag xmlns:ma14="http://schemas.microsoft.com/office/mac/drawingml/2011/main" xmlns="" val="1"/>
            </a:ext>
          </a:extLst>
        </p:spPr>
        <p:txBody>
          <a:bodyPr lIns="60959" rIns="60959" anchor="ctr">
            <a:spAutoFit/>
          </a:bodyPr>
          <a:lstStyle>
            <a:lvl1pPr>
              <a:defRPr sz="600">
                <a:solidFill>
                  <a:srgbClr val="FFFFFF"/>
                </a:solidFill>
              </a:defRPr>
            </a:lvl1pPr>
          </a:lstStyle>
          <a:p>
            <a:pPr defTabSz="914377" hangingPunct="0"/>
            <a:r>
              <a:rPr sz="800" kern="0">
                <a:sym typeface="IBM Plex Sans"/>
              </a:rPr>
              <a:t>IBM Cloud/ DOC ID / Month XX, 2017 / © 2017 IBM Corporation</a:t>
            </a:r>
          </a:p>
        </p:txBody>
      </p:sp>
      <p:pic>
        <p:nvPicPr>
          <p:cNvPr id="91" name="Picture 9" descr="Picture 9">
            <a:hlinkClick r:id="" action="ppaction://noaction"/>
          </p:cNvPr>
          <p:cNvPicPr>
            <a:picLocks noChangeAspect="1"/>
          </p:cNvPicPr>
          <p:nvPr/>
        </p:nvPicPr>
        <p:blipFill>
          <a:blip r:embed="rId2"/>
          <a:stretch>
            <a:fillRect/>
          </a:stretch>
        </p:blipFill>
        <p:spPr>
          <a:xfrm>
            <a:off x="12034032" y="6700031"/>
            <a:ext cx="94088" cy="94088"/>
          </a:xfrm>
          <a:prstGeom prst="rect">
            <a:avLst/>
          </a:prstGeom>
          <a:ln w="12700">
            <a:miter lim="400000"/>
          </a:ln>
        </p:spPr>
      </p:pic>
    </p:spTree>
  </p:cSld>
  <p:clrMapOvr>
    <a:masterClrMapping/>
  </p:clrMapOvr>
  <p:transition spd="med"/>
</p:sldLayout>
</file>

<file path=ppt/slideLayouts/slideLayout324.xml><?xml version="1.0" encoding="utf-8"?>
<p:sldLayout xmlns:a="http://schemas.openxmlformats.org/drawingml/2006/main" xmlns:r="http://schemas.openxmlformats.org/officeDocument/2006/relationships" xmlns:p="http://schemas.openxmlformats.org/presentationml/2006/main" type="tx">
  <p:cSld name="title, image">
    <p:spTree>
      <p:nvGrpSpPr>
        <p:cNvPr id="1" name=""/>
        <p:cNvGrpSpPr/>
        <p:nvPr/>
      </p:nvGrpSpPr>
      <p:grpSpPr>
        <a:xfrm>
          <a:off x="0" y="0"/>
          <a:ext cx="0" cy="0"/>
          <a:chOff x="0" y="0"/>
          <a:chExt cx="0" cy="0"/>
        </a:xfrm>
      </p:grpSpPr>
      <p:sp>
        <p:nvSpPr>
          <p:cNvPr id="98" name="Picture Placeholder 7"/>
          <p:cNvSpPr>
            <a:spLocks noGrp="1"/>
          </p:cNvSpPr>
          <p:nvPr>
            <p:ph type="pic" idx="13"/>
          </p:nvPr>
        </p:nvSpPr>
        <p:spPr>
          <a:xfrm>
            <a:off x="6096000" y="0"/>
            <a:ext cx="6096000" cy="6858000"/>
          </a:xfrm>
          <a:prstGeom prst="rect">
            <a:avLst/>
          </a:prstGeom>
        </p:spPr>
        <p:txBody>
          <a:bodyPr lIns="91439" tIns="45719" rIns="91439" bIns="45719"/>
          <a:lstStyle/>
          <a:p>
            <a:endParaRPr/>
          </a:p>
        </p:txBody>
      </p:sp>
      <p:sp>
        <p:nvSpPr>
          <p:cNvPr id="99" name="Title Text"/>
          <p:cNvSpPr txBox="1">
            <a:spLocks noGrp="1"/>
          </p:cNvSpPr>
          <p:nvPr>
            <p:ph type="title"/>
          </p:nvPr>
        </p:nvSpPr>
        <p:spPr>
          <a:xfrm>
            <a:off x="304800" y="268224"/>
            <a:ext cx="5486400" cy="5870533"/>
          </a:xfrm>
          <a:prstGeom prst="rect">
            <a:avLst/>
          </a:prstGeom>
        </p:spPr>
        <p:txBody>
          <a:bodyPr>
            <a:normAutofit/>
          </a:bodyPr>
          <a:lstStyle/>
          <a:p>
            <a:r>
              <a:t>Title Text</a:t>
            </a:r>
          </a:p>
        </p:txBody>
      </p:sp>
      <p:sp>
        <p:nvSpPr>
          <p:cNvPr id="100" name="Slide Number"/>
          <p:cNvSpPr txBox="1">
            <a:spLocks noGrp="1"/>
          </p:cNvSpPr>
          <p:nvPr>
            <p:ph type="sldNum" sz="quarter" idx="2"/>
          </p:nvPr>
        </p:nvSpPr>
        <p:spPr>
          <a:xfrm>
            <a:off x="11772939" y="6562788"/>
            <a:ext cx="114262" cy="110800"/>
          </a:xfrm>
          <a:prstGeom prst="rect">
            <a:avLst/>
          </a:prstGeom>
        </p:spPr>
        <p:txBody>
          <a:bodyPr/>
          <a:lstStyle/>
          <a:p>
            <a:fld id="{86CB4B4D-7CA3-9044-876B-883B54F8677D}" type="slidenum">
              <a:rPr/>
              <a:pPr/>
              <a:t>‹#›</a:t>
            </a:fld>
            <a:endParaRPr/>
          </a:p>
        </p:txBody>
      </p:sp>
      <p:sp>
        <p:nvSpPr>
          <p:cNvPr id="101" name="Footer Placeholder 3"/>
          <p:cNvSpPr txBox="1"/>
          <p:nvPr/>
        </p:nvSpPr>
        <p:spPr>
          <a:xfrm>
            <a:off x="304800" y="6510466"/>
            <a:ext cx="8534400" cy="215444"/>
          </a:xfrm>
          <a:prstGeom prst="rect">
            <a:avLst/>
          </a:prstGeom>
          <a:ln w="12700">
            <a:miter lim="400000"/>
          </a:ln>
          <a:extLst>
            <a:ext uri="{C572A759-6A51-4108-AA02-DFA0A04FC94B}">
              <ma14:wrappingTextBoxFlag xmlns:ma14="http://schemas.microsoft.com/office/mac/drawingml/2011/main" xmlns="" val="1"/>
            </a:ext>
          </a:extLst>
        </p:spPr>
        <p:txBody>
          <a:bodyPr lIns="60959" rIns="60959" anchor="ctr">
            <a:spAutoFit/>
          </a:bodyPr>
          <a:lstStyle>
            <a:lvl1pPr>
              <a:defRPr sz="600">
                <a:solidFill>
                  <a:srgbClr val="FFFFFF"/>
                </a:solidFill>
              </a:defRPr>
            </a:lvl1pPr>
          </a:lstStyle>
          <a:p>
            <a:pPr defTabSz="914377" hangingPunct="0"/>
            <a:r>
              <a:rPr sz="800" kern="0">
                <a:sym typeface="IBM Plex Sans"/>
              </a:rPr>
              <a:t>IBM Cloud/ DOC ID / Month XX, 2017 / © 2017 IBM Corporation</a:t>
            </a:r>
          </a:p>
        </p:txBody>
      </p:sp>
    </p:spTree>
  </p:cSld>
  <p:clrMapOvr>
    <a:masterClrMapping/>
  </p:clrMapOvr>
  <p:transition spd="med"/>
</p:sldLayout>
</file>

<file path=ppt/slideLayouts/slideLayout325.xml><?xml version="1.0" encoding="utf-8"?>
<p:sldLayout xmlns:a="http://schemas.openxmlformats.org/drawingml/2006/main" xmlns:r="http://schemas.openxmlformats.org/officeDocument/2006/relationships" xmlns:p="http://schemas.openxmlformats.org/presentationml/2006/main" type="tx">
  <p:cSld name="1_insight, text, boxes">
    <p:spTree>
      <p:nvGrpSpPr>
        <p:cNvPr id="1" name=""/>
        <p:cNvGrpSpPr/>
        <p:nvPr/>
      </p:nvGrpSpPr>
      <p:grpSpPr>
        <a:xfrm>
          <a:off x="0" y="0"/>
          <a:ext cx="0" cy="0"/>
          <a:chOff x="0" y="0"/>
          <a:chExt cx="0" cy="0"/>
        </a:xfrm>
      </p:grpSpPr>
      <p:sp>
        <p:nvSpPr>
          <p:cNvPr id="120" name="Body Level One…"/>
          <p:cNvSpPr txBox="1">
            <a:spLocks noGrp="1"/>
          </p:cNvSpPr>
          <p:nvPr>
            <p:ph type="body" sz="quarter" idx="1"/>
          </p:nvPr>
        </p:nvSpPr>
        <p:spPr>
          <a:xfrm>
            <a:off x="6096001" y="3429000"/>
            <a:ext cx="3048000" cy="3429000"/>
          </a:xfrm>
          <a:prstGeom prst="rect">
            <a:avLst/>
          </a:prstGeom>
          <a:solidFill>
            <a:srgbClr val="393939"/>
          </a:solidFill>
        </p:spPr>
        <p:txBody>
          <a:bodyPr lIns="192023" tIns="192023" rIns="192023" bIns="192023">
            <a:normAutofit/>
          </a:bodyPr>
          <a:lstStyle/>
          <a:p>
            <a:r>
              <a:t>Body Level One</a:t>
            </a:r>
          </a:p>
          <a:p>
            <a:pPr lvl="1"/>
            <a:r>
              <a:t>Body Level Two</a:t>
            </a:r>
          </a:p>
          <a:p>
            <a:pPr lvl="2"/>
            <a:r>
              <a:t>Body Level Three</a:t>
            </a:r>
          </a:p>
          <a:p>
            <a:pPr lvl="3"/>
            <a:r>
              <a:t>Body Level Four</a:t>
            </a:r>
          </a:p>
          <a:p>
            <a:pPr lvl="4"/>
            <a:r>
              <a:t>Body Level Five</a:t>
            </a:r>
          </a:p>
        </p:txBody>
      </p:sp>
      <p:sp>
        <p:nvSpPr>
          <p:cNvPr id="121" name="Slide Number"/>
          <p:cNvSpPr txBox="1">
            <a:spLocks noGrp="1"/>
          </p:cNvSpPr>
          <p:nvPr>
            <p:ph type="sldNum" sz="quarter" idx="2"/>
          </p:nvPr>
        </p:nvSpPr>
        <p:spPr>
          <a:xfrm>
            <a:off x="11772939" y="6562788"/>
            <a:ext cx="114262" cy="110800"/>
          </a:xfrm>
          <a:prstGeom prst="rect">
            <a:avLst/>
          </a:prstGeom>
        </p:spPr>
        <p:txBody>
          <a:bodyPr/>
          <a:lstStyle/>
          <a:p>
            <a:fld id="{86CB4B4D-7CA3-9044-876B-883B54F8677D}" type="slidenum">
              <a:rPr/>
              <a:pPr/>
              <a:t>‹#›</a:t>
            </a:fld>
            <a:endParaRPr/>
          </a:p>
        </p:txBody>
      </p:sp>
      <p:sp>
        <p:nvSpPr>
          <p:cNvPr id="122" name="Text Placeholder 6"/>
          <p:cNvSpPr>
            <a:spLocks noGrp="1"/>
          </p:cNvSpPr>
          <p:nvPr>
            <p:ph type="body" sz="half" idx="13"/>
          </p:nvPr>
        </p:nvSpPr>
        <p:spPr>
          <a:xfrm>
            <a:off x="304800" y="1463041"/>
            <a:ext cx="5486400" cy="4651641"/>
          </a:xfrm>
          <a:prstGeom prst="rect">
            <a:avLst/>
          </a:prstGeom>
        </p:spPr>
        <p:txBody>
          <a:bodyPr>
            <a:normAutofit/>
          </a:bodyPr>
          <a:lstStyle/>
          <a:p>
            <a:pPr>
              <a:defRPr sz="1600" spc="-100"/>
            </a:pPr>
            <a:endParaRPr/>
          </a:p>
        </p:txBody>
      </p:sp>
      <p:sp>
        <p:nvSpPr>
          <p:cNvPr id="123" name="Footer Placeholder 3"/>
          <p:cNvSpPr txBox="1"/>
          <p:nvPr/>
        </p:nvSpPr>
        <p:spPr>
          <a:xfrm>
            <a:off x="304800" y="6510466"/>
            <a:ext cx="8534400" cy="215444"/>
          </a:xfrm>
          <a:prstGeom prst="rect">
            <a:avLst/>
          </a:prstGeom>
          <a:ln w="12700">
            <a:miter lim="400000"/>
          </a:ln>
          <a:extLst>
            <a:ext uri="{C572A759-6A51-4108-AA02-DFA0A04FC94B}">
              <ma14:wrappingTextBoxFlag xmlns:ma14="http://schemas.microsoft.com/office/mac/drawingml/2011/main" xmlns="" val="1"/>
            </a:ext>
          </a:extLst>
        </p:spPr>
        <p:txBody>
          <a:bodyPr lIns="60959" rIns="60959" anchor="ctr">
            <a:spAutoFit/>
          </a:bodyPr>
          <a:lstStyle>
            <a:lvl1pPr>
              <a:defRPr sz="600">
                <a:solidFill>
                  <a:srgbClr val="FFFFFF"/>
                </a:solidFill>
              </a:defRPr>
            </a:lvl1pPr>
          </a:lstStyle>
          <a:p>
            <a:pPr defTabSz="914377" hangingPunct="0"/>
            <a:r>
              <a:rPr sz="800" kern="0">
                <a:sym typeface="IBM Plex Sans"/>
              </a:rPr>
              <a:t>IBM Cloud/ DOC ID / Month XX, 2017 / © 2017 IBM Corporation</a:t>
            </a:r>
          </a:p>
        </p:txBody>
      </p:sp>
      <p:sp>
        <p:nvSpPr>
          <p:cNvPr id="124" name="Title Text"/>
          <p:cNvSpPr txBox="1">
            <a:spLocks noGrp="1"/>
          </p:cNvSpPr>
          <p:nvPr>
            <p:ph type="title"/>
          </p:nvPr>
        </p:nvSpPr>
        <p:spPr>
          <a:xfrm>
            <a:off x="304800" y="304800"/>
            <a:ext cx="5486400" cy="476843"/>
          </a:xfrm>
          <a:prstGeom prst="rect">
            <a:avLst/>
          </a:prstGeom>
        </p:spPr>
        <p:txBody>
          <a:bodyPr>
            <a:normAutofit/>
          </a:bodyPr>
          <a:lstStyle/>
          <a:p>
            <a:r>
              <a:t>Title Text</a:t>
            </a:r>
          </a:p>
        </p:txBody>
      </p:sp>
      <p:pic>
        <p:nvPicPr>
          <p:cNvPr id="125" name="Picture 12" descr="Picture 12">
            <a:hlinkClick r:id="" action="ppaction://noaction"/>
          </p:cNvPr>
          <p:cNvPicPr>
            <a:picLocks noChangeAspect="1"/>
          </p:cNvPicPr>
          <p:nvPr/>
        </p:nvPicPr>
        <p:blipFill>
          <a:blip r:embed="rId2"/>
          <a:stretch>
            <a:fillRect/>
          </a:stretch>
        </p:blipFill>
        <p:spPr>
          <a:xfrm>
            <a:off x="12034032" y="6700031"/>
            <a:ext cx="94088" cy="94088"/>
          </a:xfrm>
          <a:prstGeom prst="rect">
            <a:avLst/>
          </a:prstGeom>
          <a:ln w="12700">
            <a:miter lim="400000"/>
          </a:ln>
        </p:spPr>
      </p:pic>
    </p:spTree>
  </p:cSld>
  <p:clrMapOvr>
    <a:masterClrMapping/>
  </p:clrMapOvr>
  <p:transition spd="med"/>
</p:sldLayout>
</file>

<file path=ppt/slideLayouts/slideLayout326.xml><?xml version="1.0" encoding="utf-8"?>
<p:sldLayout xmlns:a="http://schemas.openxmlformats.org/drawingml/2006/main" xmlns:r="http://schemas.openxmlformats.org/officeDocument/2006/relationships" xmlns:p="http://schemas.openxmlformats.org/presentationml/2006/main" type="tx">
  <p:cSld name="Title and two text boxes, two colored boxes">
    <p:spTree>
      <p:nvGrpSpPr>
        <p:cNvPr id="1" name=""/>
        <p:cNvGrpSpPr/>
        <p:nvPr/>
      </p:nvGrpSpPr>
      <p:grpSpPr>
        <a:xfrm>
          <a:off x="0" y="0"/>
          <a:ext cx="0" cy="0"/>
          <a:chOff x="0" y="0"/>
          <a:chExt cx="0" cy="0"/>
        </a:xfrm>
      </p:grpSpPr>
      <p:sp>
        <p:nvSpPr>
          <p:cNvPr id="132" name="Rectangle 1"/>
          <p:cNvSpPr/>
          <p:nvPr/>
        </p:nvSpPr>
        <p:spPr>
          <a:xfrm>
            <a:off x="6096000" y="-1"/>
            <a:ext cx="6096003" cy="3429001"/>
          </a:xfrm>
          <a:prstGeom prst="rect">
            <a:avLst/>
          </a:prstGeom>
          <a:solidFill>
            <a:srgbClr val="0066FF"/>
          </a:solidFill>
          <a:ln w="12700">
            <a:miter lim="400000"/>
          </a:ln>
        </p:spPr>
        <p:txBody>
          <a:bodyPr lIns="0" tIns="0" rIns="0" bIns="0" anchor="ctr"/>
          <a:lstStyle/>
          <a:p>
            <a:pPr algn="ctr" defTabSz="914377" hangingPunct="0">
              <a:defRPr sz="1200">
                <a:solidFill>
                  <a:srgbClr val="FFFFFF"/>
                </a:solidFill>
              </a:defRPr>
            </a:pPr>
            <a:endParaRPr sz="1600" kern="0">
              <a:solidFill>
                <a:srgbClr val="FFFFFF"/>
              </a:solidFill>
              <a:sym typeface="IBM Plex Sans"/>
            </a:endParaRPr>
          </a:p>
        </p:txBody>
      </p:sp>
      <p:sp>
        <p:nvSpPr>
          <p:cNvPr id="133" name="Slide Number"/>
          <p:cNvSpPr txBox="1">
            <a:spLocks noGrp="1"/>
          </p:cNvSpPr>
          <p:nvPr>
            <p:ph type="sldNum" sz="quarter" idx="2"/>
          </p:nvPr>
        </p:nvSpPr>
        <p:spPr>
          <a:xfrm>
            <a:off x="11772939" y="6562788"/>
            <a:ext cx="114262" cy="110800"/>
          </a:xfrm>
          <a:prstGeom prst="rect">
            <a:avLst/>
          </a:prstGeom>
        </p:spPr>
        <p:txBody>
          <a:bodyPr/>
          <a:lstStyle/>
          <a:p>
            <a:fld id="{86CB4B4D-7CA3-9044-876B-883B54F8677D}" type="slidenum">
              <a:rPr/>
              <a:pPr/>
              <a:t>‹#›</a:t>
            </a:fld>
            <a:endParaRPr/>
          </a:p>
        </p:txBody>
      </p:sp>
      <p:sp>
        <p:nvSpPr>
          <p:cNvPr id="134" name="Body Level One…"/>
          <p:cNvSpPr txBox="1">
            <a:spLocks noGrp="1"/>
          </p:cNvSpPr>
          <p:nvPr>
            <p:ph type="body" sz="quarter" idx="1"/>
          </p:nvPr>
        </p:nvSpPr>
        <p:spPr>
          <a:xfrm>
            <a:off x="304800" y="304801"/>
            <a:ext cx="5486400" cy="400049"/>
          </a:xfrm>
          <a:prstGeom prst="rect">
            <a:avLst/>
          </a:prstGeom>
        </p:spPr>
        <p:txBody>
          <a:bodyPr>
            <a:normAutofit/>
          </a:bodyPr>
          <a:lstStyle>
            <a:lvl1pPr>
              <a:defRPr sz="3200" spc="-53">
                <a:latin typeface="IBM Plex Sans SemiBold"/>
                <a:ea typeface="IBM Plex Sans SemiBold"/>
                <a:cs typeface="IBM Plex Sans SemiBold"/>
                <a:sym typeface="IBM Plex Sans SemiBold"/>
              </a:defRPr>
            </a:lvl1pPr>
            <a:lvl2pPr marL="452955" indent="-452955">
              <a:defRPr sz="3200" spc="-53">
                <a:latin typeface="IBM Plex Sans SemiBold"/>
                <a:ea typeface="IBM Plex Sans SemiBold"/>
                <a:cs typeface="IBM Plex Sans SemiBold"/>
                <a:sym typeface="IBM Plex Sans SemiBold"/>
              </a:defRPr>
            </a:lvl2pPr>
            <a:lvl3pPr marL="654034" indent="-355592">
              <a:defRPr sz="3200" spc="-53">
                <a:latin typeface="IBM Plex Sans SemiBold"/>
                <a:ea typeface="IBM Plex Sans SemiBold"/>
                <a:cs typeface="IBM Plex Sans SemiBold"/>
                <a:sym typeface="IBM Plex Sans SemiBold"/>
              </a:defRPr>
            </a:lvl3pPr>
            <a:lvl4pPr marL="1099099" indent="-489514">
              <a:defRPr sz="3200" spc="-53">
                <a:latin typeface="IBM Plex Sans SemiBold"/>
                <a:ea typeface="IBM Plex Sans SemiBold"/>
                <a:cs typeface="IBM Plex Sans SemiBold"/>
                <a:sym typeface="IBM Plex Sans SemiBold"/>
              </a:defRPr>
            </a:lvl4pPr>
            <a:lvl5pPr marL="1343665" indent="-503370">
              <a:defRPr sz="3200" spc="-53">
                <a:latin typeface="IBM Plex Sans SemiBold"/>
                <a:ea typeface="IBM Plex Sans SemiBold"/>
                <a:cs typeface="IBM Plex Sans SemiBold"/>
                <a:sym typeface="IBM Plex Sans SemiBold"/>
              </a:defRPr>
            </a:lvl5pPr>
          </a:lstStyle>
          <a:p>
            <a:r>
              <a:t>Body Level One</a:t>
            </a:r>
          </a:p>
          <a:p>
            <a:pPr lvl="1"/>
            <a:r>
              <a:t>Body Level Two</a:t>
            </a:r>
          </a:p>
          <a:p>
            <a:pPr lvl="2"/>
            <a:r>
              <a:t>Body Level Three</a:t>
            </a:r>
          </a:p>
          <a:p>
            <a:pPr lvl="3"/>
            <a:r>
              <a:t>Body Level Four</a:t>
            </a:r>
          </a:p>
          <a:p>
            <a:pPr lvl="4"/>
            <a:r>
              <a:t>Body Level Five</a:t>
            </a:r>
          </a:p>
        </p:txBody>
      </p:sp>
      <p:sp>
        <p:nvSpPr>
          <p:cNvPr id="135" name="Text Placeholder 6"/>
          <p:cNvSpPr>
            <a:spLocks noGrp="1"/>
          </p:cNvSpPr>
          <p:nvPr>
            <p:ph type="body" sz="quarter" idx="13"/>
          </p:nvPr>
        </p:nvSpPr>
        <p:spPr>
          <a:xfrm>
            <a:off x="304800" y="1061158"/>
            <a:ext cx="5486400" cy="2367841"/>
          </a:xfrm>
          <a:prstGeom prst="rect">
            <a:avLst/>
          </a:prstGeom>
        </p:spPr>
        <p:txBody>
          <a:bodyPr>
            <a:normAutofit/>
          </a:bodyPr>
          <a:lstStyle/>
          <a:p>
            <a:pPr>
              <a:defRPr spc="-100"/>
            </a:pPr>
            <a:endParaRPr/>
          </a:p>
        </p:txBody>
      </p:sp>
      <p:sp>
        <p:nvSpPr>
          <p:cNvPr id="136" name="Rectangle 10"/>
          <p:cNvSpPr/>
          <p:nvPr/>
        </p:nvSpPr>
        <p:spPr>
          <a:xfrm>
            <a:off x="6096000" y="3429000"/>
            <a:ext cx="6096003" cy="3429000"/>
          </a:xfrm>
          <a:prstGeom prst="rect">
            <a:avLst/>
          </a:prstGeom>
          <a:solidFill>
            <a:srgbClr val="000F5E"/>
          </a:solidFill>
          <a:ln w="12700">
            <a:miter lim="400000"/>
          </a:ln>
        </p:spPr>
        <p:txBody>
          <a:bodyPr lIns="0" tIns="0" rIns="0" bIns="0" anchor="ctr"/>
          <a:lstStyle/>
          <a:p>
            <a:pPr algn="ctr" defTabSz="914377" hangingPunct="0">
              <a:defRPr sz="1200">
                <a:solidFill>
                  <a:srgbClr val="FFFFFF"/>
                </a:solidFill>
              </a:defRPr>
            </a:pPr>
            <a:endParaRPr sz="1600" kern="0">
              <a:solidFill>
                <a:srgbClr val="FFFFFF"/>
              </a:solidFill>
              <a:sym typeface="IBM Plex Sans"/>
            </a:endParaRPr>
          </a:p>
        </p:txBody>
      </p:sp>
      <p:sp>
        <p:nvSpPr>
          <p:cNvPr id="137" name="Text Placeholder 6"/>
          <p:cNvSpPr>
            <a:spLocks noGrp="1"/>
          </p:cNvSpPr>
          <p:nvPr>
            <p:ph type="body" sz="quarter" idx="14"/>
          </p:nvPr>
        </p:nvSpPr>
        <p:spPr>
          <a:xfrm>
            <a:off x="304800" y="3733801"/>
            <a:ext cx="5486400" cy="2367841"/>
          </a:xfrm>
          <a:prstGeom prst="rect">
            <a:avLst/>
          </a:prstGeom>
        </p:spPr>
        <p:txBody>
          <a:bodyPr>
            <a:normAutofit/>
          </a:bodyPr>
          <a:lstStyle/>
          <a:p>
            <a:pPr>
              <a:defRPr spc="-100"/>
            </a:pPr>
            <a:endParaRPr/>
          </a:p>
        </p:txBody>
      </p:sp>
      <p:pic>
        <p:nvPicPr>
          <p:cNvPr id="138" name="Picture 13" descr="Picture 13">
            <a:hlinkClick r:id="" action="ppaction://noaction"/>
          </p:cNvPr>
          <p:cNvPicPr>
            <a:picLocks noChangeAspect="1"/>
          </p:cNvPicPr>
          <p:nvPr/>
        </p:nvPicPr>
        <p:blipFill>
          <a:blip r:embed="rId2"/>
          <a:stretch>
            <a:fillRect/>
          </a:stretch>
        </p:blipFill>
        <p:spPr>
          <a:xfrm>
            <a:off x="12034032" y="6700031"/>
            <a:ext cx="94088" cy="94088"/>
          </a:xfrm>
          <a:prstGeom prst="rect">
            <a:avLst/>
          </a:prstGeom>
          <a:ln w="12700">
            <a:miter lim="400000"/>
          </a:ln>
        </p:spPr>
      </p:pic>
    </p:spTree>
  </p:cSld>
  <p:clrMapOvr>
    <a:masterClrMapping/>
  </p:clrMapOvr>
  <p:transition spd="med"/>
</p:sldLayout>
</file>

<file path=ppt/slideLayouts/slideLayout327.xml><?xml version="1.0" encoding="utf-8"?>
<p:sldLayout xmlns:a="http://schemas.openxmlformats.org/drawingml/2006/main" xmlns:r="http://schemas.openxmlformats.org/officeDocument/2006/relationships" xmlns:p="http://schemas.openxmlformats.org/presentationml/2006/main" type="tx">
  <p:cSld name="5_Title and two text boxes, two colored boxes">
    <p:bg>
      <p:bgPr>
        <a:solidFill>
          <a:srgbClr val="FFFFFF"/>
        </a:solidFill>
        <a:effectLst/>
      </p:bgPr>
    </p:bg>
    <p:spTree>
      <p:nvGrpSpPr>
        <p:cNvPr id="1" name=""/>
        <p:cNvGrpSpPr/>
        <p:nvPr/>
      </p:nvGrpSpPr>
      <p:grpSpPr>
        <a:xfrm>
          <a:off x="0" y="0"/>
          <a:ext cx="0" cy="0"/>
          <a:chOff x="0" y="0"/>
          <a:chExt cx="0" cy="0"/>
        </a:xfrm>
      </p:grpSpPr>
      <p:sp>
        <p:nvSpPr>
          <p:cNvPr id="145" name="Rectangle 1"/>
          <p:cNvSpPr/>
          <p:nvPr/>
        </p:nvSpPr>
        <p:spPr>
          <a:xfrm>
            <a:off x="6096000" y="-1"/>
            <a:ext cx="6096003" cy="3429001"/>
          </a:xfrm>
          <a:prstGeom prst="rect">
            <a:avLst/>
          </a:prstGeom>
          <a:solidFill>
            <a:srgbClr val="0066FF"/>
          </a:solidFill>
          <a:ln w="12700">
            <a:miter lim="400000"/>
          </a:ln>
        </p:spPr>
        <p:txBody>
          <a:bodyPr lIns="0" tIns="0" rIns="0" bIns="0" anchor="ctr"/>
          <a:lstStyle/>
          <a:p>
            <a:pPr algn="ctr" defTabSz="914377" hangingPunct="0">
              <a:defRPr sz="1200">
                <a:solidFill>
                  <a:srgbClr val="FFFFFF"/>
                </a:solidFill>
              </a:defRPr>
            </a:pPr>
            <a:endParaRPr sz="1600" kern="0">
              <a:solidFill>
                <a:srgbClr val="FFFFFF"/>
              </a:solidFill>
              <a:sym typeface="IBM Plex Sans"/>
            </a:endParaRPr>
          </a:p>
        </p:txBody>
      </p:sp>
      <p:sp>
        <p:nvSpPr>
          <p:cNvPr id="146" name="Slide Number"/>
          <p:cNvSpPr txBox="1">
            <a:spLocks noGrp="1"/>
          </p:cNvSpPr>
          <p:nvPr>
            <p:ph type="sldNum" sz="quarter" idx="2"/>
          </p:nvPr>
        </p:nvSpPr>
        <p:spPr>
          <a:xfrm>
            <a:off x="11772939" y="6562788"/>
            <a:ext cx="114262" cy="110800"/>
          </a:xfrm>
          <a:prstGeom prst="rect">
            <a:avLst/>
          </a:prstGeom>
        </p:spPr>
        <p:txBody>
          <a:bodyPr/>
          <a:lstStyle/>
          <a:p>
            <a:fld id="{86CB4B4D-7CA3-9044-876B-883B54F8677D}" type="slidenum">
              <a:rPr/>
              <a:pPr/>
              <a:t>‹#›</a:t>
            </a:fld>
            <a:endParaRPr/>
          </a:p>
        </p:txBody>
      </p:sp>
      <p:sp>
        <p:nvSpPr>
          <p:cNvPr id="147" name="Body Level One…"/>
          <p:cNvSpPr txBox="1">
            <a:spLocks noGrp="1"/>
          </p:cNvSpPr>
          <p:nvPr>
            <p:ph type="body" sz="quarter" idx="1"/>
          </p:nvPr>
        </p:nvSpPr>
        <p:spPr>
          <a:xfrm>
            <a:off x="304800" y="304801"/>
            <a:ext cx="5486400" cy="400049"/>
          </a:xfrm>
          <a:prstGeom prst="rect">
            <a:avLst/>
          </a:prstGeom>
        </p:spPr>
        <p:txBody>
          <a:bodyPr>
            <a:normAutofit/>
          </a:bodyPr>
          <a:lstStyle>
            <a:lvl1pPr>
              <a:defRPr sz="3200" spc="-53">
                <a:solidFill>
                  <a:srgbClr val="000000"/>
                </a:solidFill>
                <a:latin typeface="IBM Plex Sans SemiBold"/>
                <a:ea typeface="IBM Plex Sans SemiBold"/>
                <a:cs typeface="IBM Plex Sans SemiBold"/>
                <a:sym typeface="IBM Plex Sans SemiBold"/>
              </a:defRPr>
            </a:lvl1pPr>
            <a:lvl2pPr marL="452955" indent="-452955">
              <a:defRPr sz="3200" spc="-53">
                <a:solidFill>
                  <a:srgbClr val="000000"/>
                </a:solidFill>
                <a:latin typeface="IBM Plex Sans SemiBold"/>
                <a:ea typeface="IBM Plex Sans SemiBold"/>
                <a:cs typeface="IBM Plex Sans SemiBold"/>
                <a:sym typeface="IBM Plex Sans SemiBold"/>
              </a:defRPr>
            </a:lvl2pPr>
            <a:lvl3pPr marL="654034" indent="-355592">
              <a:defRPr sz="3200" spc="-53">
                <a:solidFill>
                  <a:srgbClr val="000000"/>
                </a:solidFill>
                <a:latin typeface="IBM Plex Sans SemiBold"/>
                <a:ea typeface="IBM Plex Sans SemiBold"/>
                <a:cs typeface="IBM Plex Sans SemiBold"/>
                <a:sym typeface="IBM Plex Sans SemiBold"/>
              </a:defRPr>
            </a:lvl3pPr>
            <a:lvl4pPr marL="1099099" indent="-489514">
              <a:defRPr sz="3200" spc="-53">
                <a:solidFill>
                  <a:srgbClr val="000000"/>
                </a:solidFill>
                <a:latin typeface="IBM Plex Sans SemiBold"/>
                <a:ea typeface="IBM Plex Sans SemiBold"/>
                <a:cs typeface="IBM Plex Sans SemiBold"/>
                <a:sym typeface="IBM Plex Sans SemiBold"/>
              </a:defRPr>
            </a:lvl4pPr>
            <a:lvl5pPr marL="1343665" indent="-503370">
              <a:defRPr sz="3200" spc="-53">
                <a:solidFill>
                  <a:srgbClr val="000000"/>
                </a:solidFill>
                <a:latin typeface="IBM Plex Sans SemiBold"/>
                <a:ea typeface="IBM Plex Sans SemiBold"/>
                <a:cs typeface="IBM Plex Sans SemiBold"/>
                <a:sym typeface="IBM Plex Sans SemiBold"/>
              </a:defRPr>
            </a:lvl5pPr>
          </a:lstStyle>
          <a:p>
            <a:r>
              <a:t>Body Level One</a:t>
            </a:r>
          </a:p>
          <a:p>
            <a:pPr lvl="1"/>
            <a:r>
              <a:t>Body Level Two</a:t>
            </a:r>
          </a:p>
          <a:p>
            <a:pPr lvl="2"/>
            <a:r>
              <a:t>Body Level Three</a:t>
            </a:r>
          </a:p>
          <a:p>
            <a:pPr lvl="3"/>
            <a:r>
              <a:t>Body Level Four</a:t>
            </a:r>
          </a:p>
          <a:p>
            <a:pPr lvl="4"/>
            <a:r>
              <a:t>Body Level Five</a:t>
            </a:r>
          </a:p>
        </p:txBody>
      </p:sp>
      <p:sp>
        <p:nvSpPr>
          <p:cNvPr id="148" name="Text Placeholder 6"/>
          <p:cNvSpPr>
            <a:spLocks noGrp="1"/>
          </p:cNvSpPr>
          <p:nvPr>
            <p:ph type="body" sz="quarter" idx="13"/>
          </p:nvPr>
        </p:nvSpPr>
        <p:spPr>
          <a:xfrm>
            <a:off x="6400800" y="448801"/>
            <a:ext cx="5486400" cy="2304191"/>
          </a:xfrm>
          <a:prstGeom prst="rect">
            <a:avLst/>
          </a:prstGeom>
        </p:spPr>
        <p:txBody>
          <a:bodyPr>
            <a:normAutofit/>
          </a:bodyPr>
          <a:lstStyle/>
          <a:p>
            <a:pPr>
              <a:defRPr spc="-100"/>
            </a:pPr>
            <a:endParaRPr/>
          </a:p>
        </p:txBody>
      </p:sp>
      <p:sp>
        <p:nvSpPr>
          <p:cNvPr id="149" name="Rectangle 10"/>
          <p:cNvSpPr/>
          <p:nvPr/>
        </p:nvSpPr>
        <p:spPr>
          <a:xfrm>
            <a:off x="6096000" y="3429000"/>
            <a:ext cx="6096003" cy="3429000"/>
          </a:xfrm>
          <a:prstGeom prst="rect">
            <a:avLst/>
          </a:prstGeom>
          <a:solidFill>
            <a:srgbClr val="000F5E"/>
          </a:solidFill>
          <a:ln w="12700">
            <a:miter lim="400000"/>
          </a:ln>
        </p:spPr>
        <p:txBody>
          <a:bodyPr lIns="0" tIns="0" rIns="0" bIns="0" anchor="ctr"/>
          <a:lstStyle/>
          <a:p>
            <a:pPr algn="ctr" defTabSz="914377" hangingPunct="0">
              <a:defRPr sz="1200">
                <a:solidFill>
                  <a:srgbClr val="FFFFFF"/>
                </a:solidFill>
              </a:defRPr>
            </a:pPr>
            <a:endParaRPr sz="1600" kern="0">
              <a:solidFill>
                <a:srgbClr val="FFFFFF"/>
              </a:solidFill>
              <a:sym typeface="IBM Plex Sans"/>
            </a:endParaRPr>
          </a:p>
        </p:txBody>
      </p:sp>
      <p:sp>
        <p:nvSpPr>
          <p:cNvPr id="150" name="Text Placeholder 6"/>
          <p:cNvSpPr>
            <a:spLocks noGrp="1"/>
          </p:cNvSpPr>
          <p:nvPr>
            <p:ph type="body" sz="quarter" idx="14"/>
          </p:nvPr>
        </p:nvSpPr>
        <p:spPr>
          <a:xfrm>
            <a:off x="6400800" y="3879513"/>
            <a:ext cx="5486400" cy="2018111"/>
          </a:xfrm>
          <a:prstGeom prst="rect">
            <a:avLst/>
          </a:prstGeom>
        </p:spPr>
        <p:txBody>
          <a:bodyPr>
            <a:normAutofit/>
          </a:bodyPr>
          <a:lstStyle/>
          <a:p>
            <a:pPr>
              <a:defRPr spc="-100"/>
            </a:pPr>
            <a:endParaRPr/>
          </a:p>
        </p:txBody>
      </p:sp>
      <p:pic>
        <p:nvPicPr>
          <p:cNvPr id="151" name="Picture 13" descr="Picture 13">
            <a:hlinkClick r:id="" action="ppaction://noaction"/>
          </p:cNvPr>
          <p:cNvPicPr>
            <a:picLocks noChangeAspect="1"/>
          </p:cNvPicPr>
          <p:nvPr/>
        </p:nvPicPr>
        <p:blipFill>
          <a:blip r:embed="rId2"/>
          <a:stretch>
            <a:fillRect/>
          </a:stretch>
        </p:blipFill>
        <p:spPr>
          <a:xfrm>
            <a:off x="12034032" y="6700031"/>
            <a:ext cx="94088" cy="94088"/>
          </a:xfrm>
          <a:prstGeom prst="rect">
            <a:avLst/>
          </a:prstGeom>
          <a:ln w="12700">
            <a:miter lim="400000"/>
          </a:ln>
        </p:spPr>
      </p:pic>
    </p:spTree>
  </p:cSld>
  <p:clrMapOvr>
    <a:masterClrMapping/>
  </p:clrMapOvr>
  <p:transition spd="med"/>
</p:sldLayout>
</file>

<file path=ppt/slideLayouts/slideLayout328.xml><?xml version="1.0" encoding="utf-8"?>
<p:sldLayout xmlns:a="http://schemas.openxmlformats.org/drawingml/2006/main" xmlns:r="http://schemas.openxmlformats.org/officeDocument/2006/relationships" xmlns:p="http://schemas.openxmlformats.org/presentationml/2006/main" type="tx">
  <p:cSld name="1_Title and two text boxes, two colored boxes">
    <p:spTree>
      <p:nvGrpSpPr>
        <p:cNvPr id="1" name=""/>
        <p:cNvGrpSpPr/>
        <p:nvPr/>
      </p:nvGrpSpPr>
      <p:grpSpPr>
        <a:xfrm>
          <a:off x="0" y="0"/>
          <a:ext cx="0" cy="0"/>
          <a:chOff x="0" y="0"/>
          <a:chExt cx="0" cy="0"/>
        </a:xfrm>
      </p:grpSpPr>
      <p:sp>
        <p:nvSpPr>
          <p:cNvPr id="158" name="Slide Number"/>
          <p:cNvSpPr txBox="1">
            <a:spLocks noGrp="1"/>
          </p:cNvSpPr>
          <p:nvPr>
            <p:ph type="sldNum" sz="quarter" idx="2"/>
          </p:nvPr>
        </p:nvSpPr>
        <p:spPr>
          <a:xfrm>
            <a:off x="11772939" y="6562788"/>
            <a:ext cx="114262" cy="110800"/>
          </a:xfrm>
          <a:prstGeom prst="rect">
            <a:avLst/>
          </a:prstGeom>
        </p:spPr>
        <p:txBody>
          <a:bodyPr/>
          <a:lstStyle/>
          <a:p>
            <a:fld id="{86CB4B4D-7CA3-9044-876B-883B54F8677D}" type="slidenum">
              <a:rPr/>
              <a:pPr/>
              <a:t>‹#›</a:t>
            </a:fld>
            <a:endParaRPr/>
          </a:p>
        </p:txBody>
      </p:sp>
      <p:sp>
        <p:nvSpPr>
          <p:cNvPr id="159" name="Body Level One…"/>
          <p:cNvSpPr txBox="1">
            <a:spLocks noGrp="1"/>
          </p:cNvSpPr>
          <p:nvPr>
            <p:ph type="body" sz="quarter" idx="1"/>
          </p:nvPr>
        </p:nvSpPr>
        <p:spPr>
          <a:xfrm>
            <a:off x="304800" y="304801"/>
            <a:ext cx="5486400" cy="400049"/>
          </a:xfrm>
          <a:prstGeom prst="rect">
            <a:avLst/>
          </a:prstGeom>
        </p:spPr>
        <p:txBody>
          <a:bodyPr>
            <a:normAutofit/>
          </a:bodyPr>
          <a:lstStyle>
            <a:lvl1pPr>
              <a:defRPr sz="3200" spc="-53">
                <a:latin typeface="IBM Plex Sans SemiBold"/>
                <a:ea typeface="IBM Plex Sans SemiBold"/>
                <a:cs typeface="IBM Plex Sans SemiBold"/>
                <a:sym typeface="IBM Plex Sans SemiBold"/>
              </a:defRPr>
            </a:lvl1pPr>
            <a:lvl2pPr marL="452955" indent="-452955">
              <a:defRPr sz="3200" spc="-53">
                <a:latin typeface="IBM Plex Sans SemiBold"/>
                <a:ea typeface="IBM Plex Sans SemiBold"/>
                <a:cs typeface="IBM Plex Sans SemiBold"/>
                <a:sym typeface="IBM Plex Sans SemiBold"/>
              </a:defRPr>
            </a:lvl2pPr>
            <a:lvl3pPr marL="654034" indent="-355592">
              <a:defRPr sz="3200" spc="-53">
                <a:latin typeface="IBM Plex Sans SemiBold"/>
                <a:ea typeface="IBM Plex Sans SemiBold"/>
                <a:cs typeface="IBM Plex Sans SemiBold"/>
                <a:sym typeface="IBM Plex Sans SemiBold"/>
              </a:defRPr>
            </a:lvl3pPr>
            <a:lvl4pPr marL="1099099" indent="-489514">
              <a:defRPr sz="3200" spc="-53">
                <a:latin typeface="IBM Plex Sans SemiBold"/>
                <a:ea typeface="IBM Plex Sans SemiBold"/>
                <a:cs typeface="IBM Plex Sans SemiBold"/>
                <a:sym typeface="IBM Plex Sans SemiBold"/>
              </a:defRPr>
            </a:lvl4pPr>
            <a:lvl5pPr marL="1343665" indent="-503370">
              <a:defRPr sz="3200" spc="-53">
                <a:latin typeface="IBM Plex Sans SemiBold"/>
                <a:ea typeface="IBM Plex Sans SemiBold"/>
                <a:cs typeface="IBM Plex Sans SemiBold"/>
                <a:sym typeface="IBM Plex Sans SemiBold"/>
              </a:defRPr>
            </a:lvl5pPr>
          </a:lstStyle>
          <a:p>
            <a:r>
              <a:t>Body Level One</a:t>
            </a:r>
          </a:p>
          <a:p>
            <a:pPr lvl="1"/>
            <a:r>
              <a:t>Body Level Two</a:t>
            </a:r>
          </a:p>
          <a:p>
            <a:pPr lvl="2"/>
            <a:r>
              <a:t>Body Level Three</a:t>
            </a:r>
          </a:p>
          <a:p>
            <a:pPr lvl="3"/>
            <a:r>
              <a:t>Body Level Four</a:t>
            </a:r>
          </a:p>
          <a:p>
            <a:pPr lvl="4"/>
            <a:r>
              <a:t>Body Level Five</a:t>
            </a:r>
          </a:p>
        </p:txBody>
      </p:sp>
      <p:sp>
        <p:nvSpPr>
          <p:cNvPr id="160" name="Text Placeholder 6"/>
          <p:cNvSpPr>
            <a:spLocks noGrp="1"/>
          </p:cNvSpPr>
          <p:nvPr>
            <p:ph type="body" sz="quarter" idx="13"/>
          </p:nvPr>
        </p:nvSpPr>
        <p:spPr>
          <a:xfrm>
            <a:off x="304800" y="1061158"/>
            <a:ext cx="5486400" cy="2367841"/>
          </a:xfrm>
          <a:prstGeom prst="rect">
            <a:avLst/>
          </a:prstGeom>
        </p:spPr>
        <p:txBody>
          <a:bodyPr>
            <a:normAutofit/>
          </a:bodyPr>
          <a:lstStyle/>
          <a:p>
            <a:pPr>
              <a:defRPr spc="-100"/>
            </a:pPr>
            <a:endParaRPr/>
          </a:p>
        </p:txBody>
      </p:sp>
      <p:sp>
        <p:nvSpPr>
          <p:cNvPr id="161" name="Rectangle 10"/>
          <p:cNvSpPr/>
          <p:nvPr/>
        </p:nvSpPr>
        <p:spPr>
          <a:xfrm>
            <a:off x="6096000" y="1"/>
            <a:ext cx="6096003" cy="6857999"/>
          </a:xfrm>
          <a:prstGeom prst="rect">
            <a:avLst/>
          </a:prstGeom>
          <a:solidFill>
            <a:srgbClr val="000F5E"/>
          </a:solidFill>
          <a:ln w="12700">
            <a:miter lim="400000"/>
          </a:ln>
        </p:spPr>
        <p:txBody>
          <a:bodyPr lIns="0" tIns="0" rIns="0" bIns="0" anchor="ctr"/>
          <a:lstStyle/>
          <a:p>
            <a:pPr algn="ctr" defTabSz="914377" hangingPunct="0">
              <a:defRPr sz="1200">
                <a:solidFill>
                  <a:srgbClr val="FFFFFF"/>
                </a:solidFill>
              </a:defRPr>
            </a:pPr>
            <a:endParaRPr sz="1600" kern="0">
              <a:solidFill>
                <a:srgbClr val="FFFFFF"/>
              </a:solidFill>
              <a:sym typeface="IBM Plex Sans"/>
            </a:endParaRPr>
          </a:p>
        </p:txBody>
      </p:sp>
      <p:sp>
        <p:nvSpPr>
          <p:cNvPr id="162" name="Text Placeholder 6"/>
          <p:cNvSpPr>
            <a:spLocks noGrp="1"/>
          </p:cNvSpPr>
          <p:nvPr>
            <p:ph type="body" sz="quarter" idx="14"/>
          </p:nvPr>
        </p:nvSpPr>
        <p:spPr>
          <a:xfrm>
            <a:off x="304800" y="3733801"/>
            <a:ext cx="5486400" cy="2367841"/>
          </a:xfrm>
          <a:prstGeom prst="rect">
            <a:avLst/>
          </a:prstGeom>
        </p:spPr>
        <p:txBody>
          <a:bodyPr>
            <a:normAutofit/>
          </a:bodyPr>
          <a:lstStyle/>
          <a:p>
            <a:pPr>
              <a:defRPr spc="-100"/>
            </a:pPr>
            <a:endParaRPr/>
          </a:p>
        </p:txBody>
      </p:sp>
      <p:pic>
        <p:nvPicPr>
          <p:cNvPr id="163" name="Picture 13" descr="Picture 13">
            <a:hlinkClick r:id="" action="ppaction://noaction"/>
          </p:cNvPr>
          <p:cNvPicPr>
            <a:picLocks noChangeAspect="1"/>
          </p:cNvPicPr>
          <p:nvPr/>
        </p:nvPicPr>
        <p:blipFill>
          <a:blip r:embed="rId2"/>
          <a:stretch>
            <a:fillRect/>
          </a:stretch>
        </p:blipFill>
        <p:spPr>
          <a:xfrm>
            <a:off x="12034032" y="6700031"/>
            <a:ext cx="94088" cy="94088"/>
          </a:xfrm>
          <a:prstGeom prst="rect">
            <a:avLst/>
          </a:prstGeom>
          <a:ln w="12700">
            <a:miter lim="400000"/>
          </a:ln>
        </p:spPr>
      </p:pic>
    </p:spTree>
  </p:cSld>
  <p:clrMapOvr>
    <a:masterClrMapping/>
  </p:clrMapOvr>
  <p:transition spd="med"/>
</p:sldLayout>
</file>

<file path=ppt/slideLayouts/slideLayout329.xml><?xml version="1.0" encoding="utf-8"?>
<p:sldLayout xmlns:a="http://schemas.openxmlformats.org/drawingml/2006/main" xmlns:r="http://schemas.openxmlformats.org/officeDocument/2006/relationships" xmlns:p="http://schemas.openxmlformats.org/presentationml/2006/main" type="tx">
  <p:cSld name="3_Title and two text boxes, two colored boxes">
    <p:spTree>
      <p:nvGrpSpPr>
        <p:cNvPr id="1" name=""/>
        <p:cNvGrpSpPr/>
        <p:nvPr/>
      </p:nvGrpSpPr>
      <p:grpSpPr>
        <a:xfrm>
          <a:off x="0" y="0"/>
          <a:ext cx="0" cy="0"/>
          <a:chOff x="0" y="0"/>
          <a:chExt cx="0" cy="0"/>
        </a:xfrm>
      </p:grpSpPr>
      <p:sp>
        <p:nvSpPr>
          <p:cNvPr id="170" name="Rectangle 10"/>
          <p:cNvSpPr/>
          <p:nvPr/>
        </p:nvSpPr>
        <p:spPr>
          <a:xfrm>
            <a:off x="6096000" y="1"/>
            <a:ext cx="6096003" cy="6857999"/>
          </a:xfrm>
          <a:prstGeom prst="rect">
            <a:avLst/>
          </a:prstGeom>
          <a:solidFill>
            <a:srgbClr val="FFFFFF"/>
          </a:solidFill>
          <a:ln w="12700">
            <a:miter lim="400000"/>
          </a:ln>
        </p:spPr>
        <p:txBody>
          <a:bodyPr lIns="0" tIns="0" rIns="0" bIns="0" anchor="ctr"/>
          <a:lstStyle/>
          <a:p>
            <a:pPr algn="ctr" defTabSz="914377" hangingPunct="0">
              <a:defRPr sz="1200">
                <a:solidFill>
                  <a:srgbClr val="FFFFFF"/>
                </a:solidFill>
              </a:defRPr>
            </a:pPr>
            <a:endParaRPr sz="1600" kern="0">
              <a:solidFill>
                <a:srgbClr val="FFFFFF"/>
              </a:solidFill>
              <a:sym typeface="IBM Plex Sans"/>
            </a:endParaRPr>
          </a:p>
        </p:txBody>
      </p:sp>
      <p:sp>
        <p:nvSpPr>
          <p:cNvPr id="171" name="Slide Number"/>
          <p:cNvSpPr txBox="1">
            <a:spLocks noGrp="1"/>
          </p:cNvSpPr>
          <p:nvPr>
            <p:ph type="sldNum" sz="quarter" idx="2"/>
          </p:nvPr>
        </p:nvSpPr>
        <p:spPr>
          <a:xfrm>
            <a:off x="11772939" y="6562788"/>
            <a:ext cx="114262" cy="110800"/>
          </a:xfrm>
          <a:prstGeom prst="rect">
            <a:avLst/>
          </a:prstGeom>
        </p:spPr>
        <p:txBody>
          <a:bodyPr/>
          <a:lstStyle>
            <a:lvl1pPr>
              <a:defRPr>
                <a:solidFill>
                  <a:srgbClr val="000000"/>
                </a:solidFill>
              </a:defRPr>
            </a:lvl1pPr>
          </a:lstStyle>
          <a:p>
            <a:fld id="{86CB4B4D-7CA3-9044-876B-883B54F8677D}" type="slidenum">
              <a:rPr/>
              <a:pPr/>
              <a:t>‹#›</a:t>
            </a:fld>
            <a:endParaRPr/>
          </a:p>
        </p:txBody>
      </p:sp>
      <p:sp>
        <p:nvSpPr>
          <p:cNvPr id="172" name="Body Level One…"/>
          <p:cNvSpPr txBox="1">
            <a:spLocks noGrp="1"/>
          </p:cNvSpPr>
          <p:nvPr>
            <p:ph type="body" sz="quarter" idx="1"/>
          </p:nvPr>
        </p:nvSpPr>
        <p:spPr>
          <a:xfrm>
            <a:off x="304800" y="304801"/>
            <a:ext cx="5486400" cy="400049"/>
          </a:xfrm>
          <a:prstGeom prst="rect">
            <a:avLst/>
          </a:prstGeom>
        </p:spPr>
        <p:txBody>
          <a:bodyPr>
            <a:normAutofit/>
          </a:bodyPr>
          <a:lstStyle>
            <a:lvl1pPr>
              <a:defRPr sz="3200" spc="-53">
                <a:latin typeface="IBM Plex Sans SemiBold"/>
                <a:ea typeface="IBM Plex Sans SemiBold"/>
                <a:cs typeface="IBM Plex Sans SemiBold"/>
                <a:sym typeface="IBM Plex Sans SemiBold"/>
              </a:defRPr>
            </a:lvl1pPr>
            <a:lvl2pPr marL="452955" indent="-452955">
              <a:defRPr sz="3200" spc="-53">
                <a:latin typeface="IBM Plex Sans SemiBold"/>
                <a:ea typeface="IBM Plex Sans SemiBold"/>
                <a:cs typeface="IBM Plex Sans SemiBold"/>
                <a:sym typeface="IBM Plex Sans SemiBold"/>
              </a:defRPr>
            </a:lvl2pPr>
            <a:lvl3pPr marL="654034" indent="-355592">
              <a:defRPr sz="3200" spc="-53">
                <a:latin typeface="IBM Plex Sans SemiBold"/>
                <a:ea typeface="IBM Plex Sans SemiBold"/>
                <a:cs typeface="IBM Plex Sans SemiBold"/>
                <a:sym typeface="IBM Plex Sans SemiBold"/>
              </a:defRPr>
            </a:lvl3pPr>
            <a:lvl4pPr marL="1099099" indent="-489514">
              <a:defRPr sz="3200" spc="-53">
                <a:latin typeface="IBM Plex Sans SemiBold"/>
                <a:ea typeface="IBM Plex Sans SemiBold"/>
                <a:cs typeface="IBM Plex Sans SemiBold"/>
                <a:sym typeface="IBM Plex Sans SemiBold"/>
              </a:defRPr>
            </a:lvl4pPr>
            <a:lvl5pPr marL="1343665" indent="-503370">
              <a:defRPr sz="3200" spc="-53">
                <a:latin typeface="IBM Plex Sans SemiBold"/>
                <a:ea typeface="IBM Plex Sans SemiBold"/>
                <a:cs typeface="IBM Plex Sans SemiBold"/>
                <a:sym typeface="IBM Plex Sans SemiBold"/>
              </a:defRPr>
            </a:lvl5pPr>
          </a:lstStyle>
          <a:p>
            <a:r>
              <a:t>Body Level One</a:t>
            </a:r>
          </a:p>
          <a:p>
            <a:pPr lvl="1"/>
            <a:r>
              <a:t>Body Level Two</a:t>
            </a:r>
          </a:p>
          <a:p>
            <a:pPr lvl="2"/>
            <a:r>
              <a:t>Body Level Three</a:t>
            </a:r>
          </a:p>
          <a:p>
            <a:pPr lvl="3"/>
            <a:r>
              <a:t>Body Level Four</a:t>
            </a:r>
          </a:p>
          <a:p>
            <a:pPr lvl="4"/>
            <a:r>
              <a:t>Body Level Five</a:t>
            </a:r>
          </a:p>
        </p:txBody>
      </p:sp>
      <p:sp>
        <p:nvSpPr>
          <p:cNvPr id="173" name="Text Placeholder 6"/>
          <p:cNvSpPr>
            <a:spLocks noGrp="1"/>
          </p:cNvSpPr>
          <p:nvPr>
            <p:ph type="body" sz="quarter" idx="13"/>
          </p:nvPr>
        </p:nvSpPr>
        <p:spPr>
          <a:xfrm>
            <a:off x="304800" y="1061158"/>
            <a:ext cx="5486400" cy="2367841"/>
          </a:xfrm>
          <a:prstGeom prst="rect">
            <a:avLst/>
          </a:prstGeom>
        </p:spPr>
        <p:txBody>
          <a:bodyPr>
            <a:normAutofit/>
          </a:bodyPr>
          <a:lstStyle/>
          <a:p>
            <a:pPr>
              <a:defRPr spc="-100"/>
            </a:pPr>
            <a:endParaRPr/>
          </a:p>
        </p:txBody>
      </p:sp>
      <p:sp>
        <p:nvSpPr>
          <p:cNvPr id="174" name="Text Placeholder 6"/>
          <p:cNvSpPr>
            <a:spLocks noGrp="1"/>
          </p:cNvSpPr>
          <p:nvPr>
            <p:ph type="body" sz="quarter" idx="14"/>
          </p:nvPr>
        </p:nvSpPr>
        <p:spPr>
          <a:xfrm>
            <a:off x="304800" y="3733801"/>
            <a:ext cx="5486400" cy="2367841"/>
          </a:xfrm>
          <a:prstGeom prst="rect">
            <a:avLst/>
          </a:prstGeom>
        </p:spPr>
        <p:txBody>
          <a:bodyPr>
            <a:normAutofit/>
          </a:bodyPr>
          <a:lstStyle/>
          <a:p>
            <a:pPr>
              <a:defRPr spc="-100"/>
            </a:pPr>
            <a:endParaRPr/>
          </a:p>
        </p:txBody>
      </p:sp>
      <p:pic>
        <p:nvPicPr>
          <p:cNvPr id="175" name="Picture 14" descr="Picture 14">
            <a:hlinkClick r:id="" action="ppaction://noaction"/>
          </p:cNvPr>
          <p:cNvPicPr>
            <a:picLocks noChangeAspect="1"/>
          </p:cNvPicPr>
          <p:nvPr/>
        </p:nvPicPr>
        <p:blipFill>
          <a:blip r:embed="rId2"/>
          <a:stretch>
            <a:fillRect/>
          </a:stretch>
        </p:blipFill>
        <p:spPr>
          <a:xfrm>
            <a:off x="12034032" y="6700031"/>
            <a:ext cx="94088" cy="94088"/>
          </a:xfrm>
          <a:prstGeom prst="rect">
            <a:avLst/>
          </a:prstGeom>
          <a:ln w="12700">
            <a:miter lim="400000"/>
          </a:ln>
        </p:spPr>
      </p:pic>
    </p:spTree>
  </p:cSld>
  <p:clrMapOvr>
    <a:masterClrMapping/>
  </p:clrMapOvr>
  <p:transition spd="med"/>
</p:sldLayout>
</file>

<file path=ppt/slideLayouts/slideLayout330.xml><?xml version="1.0" encoding="utf-8"?>
<p:sldLayout xmlns:a="http://schemas.openxmlformats.org/drawingml/2006/main" xmlns:r="http://schemas.openxmlformats.org/officeDocument/2006/relationships" xmlns:p="http://schemas.openxmlformats.org/presentationml/2006/main" type="tx">
  <p:cSld name="4_Title and two text boxes, two colored boxes">
    <p:spTree>
      <p:nvGrpSpPr>
        <p:cNvPr id="1" name=""/>
        <p:cNvGrpSpPr/>
        <p:nvPr/>
      </p:nvGrpSpPr>
      <p:grpSpPr>
        <a:xfrm>
          <a:off x="0" y="0"/>
          <a:ext cx="0" cy="0"/>
          <a:chOff x="0" y="0"/>
          <a:chExt cx="0" cy="0"/>
        </a:xfrm>
      </p:grpSpPr>
      <p:sp>
        <p:nvSpPr>
          <p:cNvPr id="182" name="Slide Number"/>
          <p:cNvSpPr txBox="1">
            <a:spLocks noGrp="1"/>
          </p:cNvSpPr>
          <p:nvPr>
            <p:ph type="sldNum" sz="quarter" idx="2"/>
          </p:nvPr>
        </p:nvSpPr>
        <p:spPr>
          <a:xfrm>
            <a:off x="11772939" y="6562788"/>
            <a:ext cx="114262" cy="110800"/>
          </a:xfrm>
          <a:prstGeom prst="rect">
            <a:avLst/>
          </a:prstGeom>
        </p:spPr>
        <p:txBody>
          <a:bodyPr/>
          <a:lstStyle/>
          <a:p>
            <a:fld id="{86CB4B4D-7CA3-9044-876B-883B54F8677D}" type="slidenum">
              <a:rPr/>
              <a:pPr/>
              <a:t>‹#›</a:t>
            </a:fld>
            <a:endParaRPr/>
          </a:p>
        </p:txBody>
      </p:sp>
      <p:sp>
        <p:nvSpPr>
          <p:cNvPr id="183" name="Body Level One…"/>
          <p:cNvSpPr txBox="1">
            <a:spLocks noGrp="1"/>
          </p:cNvSpPr>
          <p:nvPr>
            <p:ph type="body" sz="quarter" idx="1"/>
          </p:nvPr>
        </p:nvSpPr>
        <p:spPr>
          <a:xfrm>
            <a:off x="6400800" y="304801"/>
            <a:ext cx="5486400" cy="400049"/>
          </a:xfrm>
          <a:prstGeom prst="rect">
            <a:avLst/>
          </a:prstGeom>
        </p:spPr>
        <p:txBody>
          <a:bodyPr>
            <a:normAutofit/>
          </a:bodyPr>
          <a:lstStyle>
            <a:lvl1pPr>
              <a:defRPr sz="3200" spc="-53">
                <a:latin typeface="IBM Plex Sans SemiBold"/>
                <a:ea typeface="IBM Plex Sans SemiBold"/>
                <a:cs typeface="IBM Plex Sans SemiBold"/>
                <a:sym typeface="IBM Plex Sans SemiBold"/>
              </a:defRPr>
            </a:lvl1pPr>
            <a:lvl2pPr marL="452955" indent="-452955">
              <a:defRPr sz="3200" spc="-53">
                <a:latin typeface="IBM Plex Sans SemiBold"/>
                <a:ea typeface="IBM Plex Sans SemiBold"/>
                <a:cs typeface="IBM Plex Sans SemiBold"/>
                <a:sym typeface="IBM Plex Sans SemiBold"/>
              </a:defRPr>
            </a:lvl2pPr>
            <a:lvl3pPr marL="654034" indent="-355592">
              <a:defRPr sz="3200" spc="-53">
                <a:latin typeface="IBM Plex Sans SemiBold"/>
                <a:ea typeface="IBM Plex Sans SemiBold"/>
                <a:cs typeface="IBM Plex Sans SemiBold"/>
                <a:sym typeface="IBM Plex Sans SemiBold"/>
              </a:defRPr>
            </a:lvl3pPr>
            <a:lvl4pPr marL="1099099" indent="-489514">
              <a:defRPr sz="3200" spc="-53">
                <a:latin typeface="IBM Plex Sans SemiBold"/>
                <a:ea typeface="IBM Plex Sans SemiBold"/>
                <a:cs typeface="IBM Plex Sans SemiBold"/>
                <a:sym typeface="IBM Plex Sans SemiBold"/>
              </a:defRPr>
            </a:lvl4pPr>
            <a:lvl5pPr marL="1343665" indent="-503370">
              <a:defRPr sz="3200" spc="-53">
                <a:latin typeface="IBM Plex Sans SemiBold"/>
                <a:ea typeface="IBM Plex Sans SemiBold"/>
                <a:cs typeface="IBM Plex Sans SemiBold"/>
                <a:sym typeface="IBM Plex Sans SemiBold"/>
              </a:defRPr>
            </a:lvl5pPr>
          </a:lstStyle>
          <a:p>
            <a:r>
              <a:t>Body Level One</a:t>
            </a:r>
          </a:p>
          <a:p>
            <a:pPr lvl="1"/>
            <a:r>
              <a:t>Body Level Two</a:t>
            </a:r>
          </a:p>
          <a:p>
            <a:pPr lvl="2"/>
            <a:r>
              <a:t>Body Level Three</a:t>
            </a:r>
          </a:p>
          <a:p>
            <a:pPr lvl="3"/>
            <a:r>
              <a:t>Body Level Four</a:t>
            </a:r>
          </a:p>
          <a:p>
            <a:pPr lvl="4"/>
            <a:r>
              <a:t>Body Level Five</a:t>
            </a:r>
          </a:p>
        </p:txBody>
      </p:sp>
      <p:sp>
        <p:nvSpPr>
          <p:cNvPr id="184" name="Text Placeholder 6"/>
          <p:cNvSpPr>
            <a:spLocks noGrp="1"/>
          </p:cNvSpPr>
          <p:nvPr>
            <p:ph type="body" sz="quarter" idx="13"/>
          </p:nvPr>
        </p:nvSpPr>
        <p:spPr>
          <a:xfrm>
            <a:off x="6400800" y="1061158"/>
            <a:ext cx="5486400" cy="2367841"/>
          </a:xfrm>
          <a:prstGeom prst="rect">
            <a:avLst/>
          </a:prstGeom>
        </p:spPr>
        <p:txBody>
          <a:bodyPr>
            <a:normAutofit/>
          </a:bodyPr>
          <a:lstStyle/>
          <a:p>
            <a:pPr>
              <a:defRPr spc="-100"/>
            </a:pPr>
            <a:endParaRPr/>
          </a:p>
        </p:txBody>
      </p:sp>
      <p:sp>
        <p:nvSpPr>
          <p:cNvPr id="185" name="Rectangle 10"/>
          <p:cNvSpPr/>
          <p:nvPr/>
        </p:nvSpPr>
        <p:spPr>
          <a:xfrm>
            <a:off x="-3" y="1"/>
            <a:ext cx="6096004" cy="6857999"/>
          </a:xfrm>
          <a:prstGeom prst="rect">
            <a:avLst/>
          </a:prstGeom>
          <a:solidFill>
            <a:srgbClr val="FFFFFF"/>
          </a:solidFill>
          <a:ln w="12700">
            <a:miter lim="400000"/>
          </a:ln>
        </p:spPr>
        <p:txBody>
          <a:bodyPr lIns="0" tIns="0" rIns="0" bIns="0" anchor="ctr"/>
          <a:lstStyle/>
          <a:p>
            <a:pPr algn="ctr" defTabSz="914377" hangingPunct="0">
              <a:defRPr sz="1200">
                <a:solidFill>
                  <a:srgbClr val="FFFFFF"/>
                </a:solidFill>
              </a:defRPr>
            </a:pPr>
            <a:endParaRPr sz="1600" kern="0">
              <a:solidFill>
                <a:srgbClr val="FFFFFF"/>
              </a:solidFill>
              <a:sym typeface="IBM Plex Sans"/>
            </a:endParaRPr>
          </a:p>
        </p:txBody>
      </p:sp>
      <p:sp>
        <p:nvSpPr>
          <p:cNvPr id="186" name="Text Placeholder 6"/>
          <p:cNvSpPr>
            <a:spLocks noGrp="1"/>
          </p:cNvSpPr>
          <p:nvPr>
            <p:ph type="body" sz="quarter" idx="14"/>
          </p:nvPr>
        </p:nvSpPr>
        <p:spPr>
          <a:xfrm>
            <a:off x="6400800" y="3733801"/>
            <a:ext cx="5486400" cy="2367841"/>
          </a:xfrm>
          <a:prstGeom prst="rect">
            <a:avLst/>
          </a:prstGeom>
        </p:spPr>
        <p:txBody>
          <a:bodyPr>
            <a:normAutofit/>
          </a:bodyPr>
          <a:lstStyle/>
          <a:p>
            <a:pPr>
              <a:defRPr spc="-100"/>
            </a:pPr>
            <a:endParaRPr/>
          </a:p>
        </p:txBody>
      </p:sp>
    </p:spTree>
  </p:cSld>
  <p:clrMapOvr>
    <a:masterClrMapping/>
  </p:clrMapOvr>
  <p:transition spd="med"/>
</p:sldLayout>
</file>

<file path=ppt/slideLayouts/slideLayout331.xml><?xml version="1.0" encoding="utf-8"?>
<p:sldLayout xmlns:a="http://schemas.openxmlformats.org/drawingml/2006/main" xmlns:r="http://schemas.openxmlformats.org/officeDocument/2006/relationships" xmlns:p="http://schemas.openxmlformats.org/presentationml/2006/main" type="tx">
  <p:cSld name="2_Title and two text boxes, two colored boxes">
    <p:spTree>
      <p:nvGrpSpPr>
        <p:cNvPr id="1" name=""/>
        <p:cNvGrpSpPr/>
        <p:nvPr/>
      </p:nvGrpSpPr>
      <p:grpSpPr>
        <a:xfrm>
          <a:off x="0" y="0"/>
          <a:ext cx="0" cy="0"/>
          <a:chOff x="0" y="0"/>
          <a:chExt cx="0" cy="0"/>
        </a:xfrm>
      </p:grpSpPr>
      <p:sp>
        <p:nvSpPr>
          <p:cNvPr id="193" name="Rectangle 10"/>
          <p:cNvSpPr/>
          <p:nvPr/>
        </p:nvSpPr>
        <p:spPr>
          <a:xfrm>
            <a:off x="-1" y="1"/>
            <a:ext cx="6096004" cy="6857999"/>
          </a:xfrm>
          <a:prstGeom prst="rect">
            <a:avLst/>
          </a:prstGeom>
          <a:solidFill>
            <a:srgbClr val="000F5E"/>
          </a:solidFill>
          <a:ln w="12700">
            <a:miter lim="400000"/>
          </a:ln>
        </p:spPr>
        <p:txBody>
          <a:bodyPr lIns="0" tIns="0" rIns="0" bIns="0" anchor="ctr"/>
          <a:lstStyle/>
          <a:p>
            <a:pPr algn="ctr" defTabSz="914377" hangingPunct="0">
              <a:defRPr sz="1200">
                <a:solidFill>
                  <a:srgbClr val="FFFFFF"/>
                </a:solidFill>
              </a:defRPr>
            </a:pPr>
            <a:endParaRPr sz="1600" kern="0">
              <a:solidFill>
                <a:srgbClr val="FFFFFF"/>
              </a:solidFill>
              <a:sym typeface="IBM Plex Sans"/>
            </a:endParaRPr>
          </a:p>
        </p:txBody>
      </p:sp>
      <p:sp>
        <p:nvSpPr>
          <p:cNvPr id="194" name="Slide Number"/>
          <p:cNvSpPr txBox="1">
            <a:spLocks noGrp="1"/>
          </p:cNvSpPr>
          <p:nvPr>
            <p:ph type="sldNum" sz="quarter" idx="2"/>
          </p:nvPr>
        </p:nvSpPr>
        <p:spPr>
          <a:xfrm>
            <a:off x="11772939" y="6562788"/>
            <a:ext cx="114262" cy="110800"/>
          </a:xfrm>
          <a:prstGeom prst="rect">
            <a:avLst/>
          </a:prstGeom>
        </p:spPr>
        <p:txBody>
          <a:bodyPr/>
          <a:lstStyle/>
          <a:p>
            <a:fld id="{86CB4B4D-7CA3-9044-876B-883B54F8677D}" type="slidenum">
              <a:rPr/>
              <a:pPr/>
              <a:t>‹#›</a:t>
            </a:fld>
            <a:endParaRPr/>
          </a:p>
        </p:txBody>
      </p:sp>
      <p:sp>
        <p:nvSpPr>
          <p:cNvPr id="195" name="Body Level One…"/>
          <p:cNvSpPr txBox="1">
            <a:spLocks noGrp="1"/>
          </p:cNvSpPr>
          <p:nvPr>
            <p:ph type="body" sz="quarter" idx="1"/>
          </p:nvPr>
        </p:nvSpPr>
        <p:spPr>
          <a:xfrm>
            <a:off x="304800" y="304801"/>
            <a:ext cx="5486400" cy="400049"/>
          </a:xfrm>
          <a:prstGeom prst="rect">
            <a:avLst/>
          </a:prstGeom>
        </p:spPr>
        <p:txBody>
          <a:bodyPr>
            <a:normAutofit/>
          </a:bodyPr>
          <a:lstStyle>
            <a:lvl1pPr>
              <a:defRPr sz="3200" spc="-53">
                <a:latin typeface="IBM Plex Sans SemiBold"/>
                <a:ea typeface="IBM Plex Sans SemiBold"/>
                <a:cs typeface="IBM Plex Sans SemiBold"/>
                <a:sym typeface="IBM Plex Sans SemiBold"/>
              </a:defRPr>
            </a:lvl1pPr>
            <a:lvl2pPr marL="452955" indent="-452955">
              <a:defRPr sz="3200" spc="-53">
                <a:latin typeface="IBM Plex Sans SemiBold"/>
                <a:ea typeface="IBM Plex Sans SemiBold"/>
                <a:cs typeface="IBM Plex Sans SemiBold"/>
                <a:sym typeface="IBM Plex Sans SemiBold"/>
              </a:defRPr>
            </a:lvl2pPr>
            <a:lvl3pPr marL="654034" indent="-355592">
              <a:defRPr sz="3200" spc="-53">
                <a:latin typeface="IBM Plex Sans SemiBold"/>
                <a:ea typeface="IBM Plex Sans SemiBold"/>
                <a:cs typeface="IBM Plex Sans SemiBold"/>
                <a:sym typeface="IBM Plex Sans SemiBold"/>
              </a:defRPr>
            </a:lvl3pPr>
            <a:lvl4pPr marL="1099099" indent="-489514">
              <a:defRPr sz="3200" spc="-53">
                <a:latin typeface="IBM Plex Sans SemiBold"/>
                <a:ea typeface="IBM Plex Sans SemiBold"/>
                <a:cs typeface="IBM Plex Sans SemiBold"/>
                <a:sym typeface="IBM Plex Sans SemiBold"/>
              </a:defRPr>
            </a:lvl4pPr>
            <a:lvl5pPr marL="1343665" indent="-503370">
              <a:defRPr sz="3200" spc="-53">
                <a:latin typeface="IBM Plex Sans SemiBold"/>
                <a:ea typeface="IBM Plex Sans SemiBold"/>
                <a:cs typeface="IBM Plex Sans SemiBold"/>
                <a:sym typeface="IBM Plex Sans SemiBold"/>
              </a:defRPr>
            </a:lvl5pPr>
          </a:lstStyle>
          <a:p>
            <a:r>
              <a:t>Body Level One</a:t>
            </a:r>
          </a:p>
          <a:p>
            <a:pPr lvl="1"/>
            <a:r>
              <a:t>Body Level Two</a:t>
            </a:r>
          </a:p>
          <a:p>
            <a:pPr lvl="2"/>
            <a:r>
              <a:t>Body Level Three</a:t>
            </a:r>
          </a:p>
          <a:p>
            <a:pPr lvl="3"/>
            <a:r>
              <a:t>Body Level Four</a:t>
            </a:r>
          </a:p>
          <a:p>
            <a:pPr lvl="4"/>
            <a:r>
              <a:t>Body Level Five</a:t>
            </a:r>
          </a:p>
        </p:txBody>
      </p:sp>
      <p:sp>
        <p:nvSpPr>
          <p:cNvPr id="196" name="Text Placeholder 6"/>
          <p:cNvSpPr>
            <a:spLocks noGrp="1"/>
          </p:cNvSpPr>
          <p:nvPr>
            <p:ph type="body" sz="quarter" idx="13"/>
          </p:nvPr>
        </p:nvSpPr>
        <p:spPr>
          <a:xfrm>
            <a:off x="304800" y="1061158"/>
            <a:ext cx="5486400" cy="2367841"/>
          </a:xfrm>
          <a:prstGeom prst="rect">
            <a:avLst/>
          </a:prstGeom>
        </p:spPr>
        <p:txBody>
          <a:bodyPr>
            <a:normAutofit/>
          </a:bodyPr>
          <a:lstStyle/>
          <a:p>
            <a:pPr>
              <a:defRPr spc="-100"/>
            </a:pPr>
            <a:endParaRPr/>
          </a:p>
        </p:txBody>
      </p:sp>
      <p:sp>
        <p:nvSpPr>
          <p:cNvPr id="197" name="Text Placeholder 6"/>
          <p:cNvSpPr>
            <a:spLocks noGrp="1"/>
          </p:cNvSpPr>
          <p:nvPr>
            <p:ph type="body" sz="quarter" idx="14"/>
          </p:nvPr>
        </p:nvSpPr>
        <p:spPr>
          <a:xfrm>
            <a:off x="304800" y="3733801"/>
            <a:ext cx="5486400" cy="2367841"/>
          </a:xfrm>
          <a:prstGeom prst="rect">
            <a:avLst/>
          </a:prstGeom>
        </p:spPr>
        <p:txBody>
          <a:bodyPr>
            <a:normAutofit/>
          </a:bodyPr>
          <a:lstStyle/>
          <a:p>
            <a:pPr>
              <a:defRPr spc="-100"/>
            </a:pPr>
            <a:endParaRPr/>
          </a:p>
        </p:txBody>
      </p:sp>
    </p:spTree>
  </p:cSld>
  <p:clrMapOvr>
    <a:masterClrMapping/>
  </p:clrMapOvr>
  <p:transition spd="med"/>
</p:sldLayout>
</file>

<file path=ppt/slideLayouts/slideLayout332.xml><?xml version="1.0" encoding="utf-8"?>
<p:sldLayout xmlns:a="http://schemas.openxmlformats.org/drawingml/2006/main" xmlns:r="http://schemas.openxmlformats.org/officeDocument/2006/relationships" xmlns:p="http://schemas.openxmlformats.org/presentationml/2006/main" type="tx">
  <p:cSld name="boxes (3 med, 2 small)">
    <p:spTree>
      <p:nvGrpSpPr>
        <p:cNvPr id="1" name=""/>
        <p:cNvGrpSpPr/>
        <p:nvPr/>
      </p:nvGrpSpPr>
      <p:grpSpPr>
        <a:xfrm>
          <a:off x="0" y="0"/>
          <a:ext cx="0" cy="0"/>
          <a:chOff x="0" y="0"/>
          <a:chExt cx="0" cy="0"/>
        </a:xfrm>
      </p:grpSpPr>
      <p:sp>
        <p:nvSpPr>
          <p:cNvPr id="204" name="Body Level One…"/>
          <p:cNvSpPr txBox="1">
            <a:spLocks noGrp="1"/>
          </p:cNvSpPr>
          <p:nvPr>
            <p:ph type="body" sz="half" idx="1"/>
          </p:nvPr>
        </p:nvSpPr>
        <p:spPr>
          <a:xfrm>
            <a:off x="6096002" y="3429000"/>
            <a:ext cx="6096001" cy="3429000"/>
          </a:xfrm>
          <a:prstGeom prst="rect">
            <a:avLst/>
          </a:prstGeom>
          <a:solidFill>
            <a:srgbClr val="0064FF"/>
          </a:solidFill>
        </p:spPr>
        <p:txBody>
          <a:bodyPr lIns="192023" tIns="192023" rIns="192023" bIns="192023">
            <a:normAutofit/>
          </a:bodyPr>
          <a:lstStyle/>
          <a:p>
            <a:r>
              <a:t>Body Level One</a:t>
            </a:r>
          </a:p>
          <a:p>
            <a:pPr lvl="1"/>
            <a:r>
              <a:t>Body Level Two</a:t>
            </a:r>
          </a:p>
          <a:p>
            <a:pPr lvl="2"/>
            <a:r>
              <a:t>Body Level Three</a:t>
            </a:r>
          </a:p>
          <a:p>
            <a:pPr lvl="3"/>
            <a:r>
              <a:t>Body Level Four</a:t>
            </a:r>
          </a:p>
          <a:p>
            <a:pPr lvl="4"/>
            <a:r>
              <a:t>Body Level Five</a:t>
            </a:r>
          </a:p>
        </p:txBody>
      </p:sp>
      <p:sp>
        <p:nvSpPr>
          <p:cNvPr id="205" name="Slide Number"/>
          <p:cNvSpPr txBox="1">
            <a:spLocks noGrp="1"/>
          </p:cNvSpPr>
          <p:nvPr>
            <p:ph type="sldNum" sz="quarter" idx="2"/>
          </p:nvPr>
        </p:nvSpPr>
        <p:spPr>
          <a:xfrm>
            <a:off x="11772939" y="6562788"/>
            <a:ext cx="114262" cy="110800"/>
          </a:xfrm>
          <a:prstGeom prst="rect">
            <a:avLst/>
          </a:prstGeom>
        </p:spPr>
        <p:txBody>
          <a:bodyPr/>
          <a:lstStyle/>
          <a:p>
            <a:fld id="{86CB4B4D-7CA3-9044-876B-883B54F8677D}" type="slidenum">
              <a:rPr/>
              <a:pPr/>
              <a:t>‹#›</a:t>
            </a:fld>
            <a:endParaRPr/>
          </a:p>
        </p:txBody>
      </p:sp>
      <p:sp>
        <p:nvSpPr>
          <p:cNvPr id="206" name="Title Text"/>
          <p:cNvSpPr txBox="1">
            <a:spLocks noGrp="1"/>
          </p:cNvSpPr>
          <p:nvPr>
            <p:ph type="title"/>
          </p:nvPr>
        </p:nvSpPr>
        <p:spPr>
          <a:xfrm>
            <a:off x="-3" y="-3"/>
            <a:ext cx="6096000" cy="3429003"/>
          </a:xfrm>
          <a:prstGeom prst="rect">
            <a:avLst/>
          </a:prstGeom>
          <a:solidFill>
            <a:srgbClr val="0064FF"/>
          </a:solidFill>
        </p:spPr>
        <p:txBody>
          <a:bodyPr lIns="201168" tIns="201168" rIns="201168" bIns="201168">
            <a:normAutofit/>
          </a:bodyPr>
          <a:lstStyle/>
          <a:p>
            <a:r>
              <a:t>Title Text</a:t>
            </a:r>
          </a:p>
        </p:txBody>
      </p:sp>
      <p:pic>
        <p:nvPicPr>
          <p:cNvPr id="207" name="Picture 11" descr="Picture 11">
            <a:hlinkClick r:id="" action="ppaction://noaction"/>
          </p:cNvPr>
          <p:cNvPicPr>
            <a:picLocks noChangeAspect="1"/>
          </p:cNvPicPr>
          <p:nvPr/>
        </p:nvPicPr>
        <p:blipFill>
          <a:blip r:embed="rId2"/>
          <a:stretch>
            <a:fillRect/>
          </a:stretch>
        </p:blipFill>
        <p:spPr>
          <a:xfrm>
            <a:off x="12034032" y="6700031"/>
            <a:ext cx="94088" cy="94088"/>
          </a:xfrm>
          <a:prstGeom prst="rect">
            <a:avLst/>
          </a:prstGeom>
          <a:ln w="12700">
            <a:miter lim="400000"/>
          </a:ln>
        </p:spPr>
      </p:pic>
    </p:spTree>
  </p:cSld>
  <p:clrMapOvr>
    <a:masterClrMapping/>
  </p:clrMapOvr>
  <p:transition spd="med"/>
</p:sldLayout>
</file>

<file path=ppt/slideLayouts/slideLayout333.xml><?xml version="1.0" encoding="utf-8"?>
<p:sldLayout xmlns:a="http://schemas.openxmlformats.org/drawingml/2006/main" xmlns:r="http://schemas.openxmlformats.org/officeDocument/2006/relationships" xmlns:p="http://schemas.openxmlformats.org/presentationml/2006/main" type="tx">
  <p:cSld name="BIG BLUE TITLE">
    <p:bg>
      <p:bgPr>
        <a:solidFill>
          <a:schemeClr val="accent2"/>
        </a:solidFill>
        <a:effectLst/>
      </p:bgPr>
    </p:bg>
    <p:spTree>
      <p:nvGrpSpPr>
        <p:cNvPr id="1" name=""/>
        <p:cNvGrpSpPr/>
        <p:nvPr/>
      </p:nvGrpSpPr>
      <p:grpSpPr>
        <a:xfrm>
          <a:off x="0" y="0"/>
          <a:ext cx="0" cy="0"/>
          <a:chOff x="0" y="0"/>
          <a:chExt cx="0" cy="0"/>
        </a:xfrm>
      </p:grpSpPr>
      <p:sp>
        <p:nvSpPr>
          <p:cNvPr id="214" name="Title Text"/>
          <p:cNvSpPr txBox="1">
            <a:spLocks noGrp="1"/>
          </p:cNvSpPr>
          <p:nvPr>
            <p:ph type="title"/>
          </p:nvPr>
        </p:nvSpPr>
        <p:spPr>
          <a:xfrm>
            <a:off x="304800" y="304801"/>
            <a:ext cx="5757336" cy="866988"/>
          </a:xfrm>
          <a:prstGeom prst="rect">
            <a:avLst/>
          </a:prstGeom>
        </p:spPr>
        <p:txBody>
          <a:bodyPr>
            <a:normAutofit/>
          </a:bodyPr>
          <a:lstStyle/>
          <a:p>
            <a:r>
              <a:t>Title Text</a:t>
            </a:r>
          </a:p>
        </p:txBody>
      </p:sp>
      <p:sp>
        <p:nvSpPr>
          <p:cNvPr id="215" name="Slide Number"/>
          <p:cNvSpPr txBox="1">
            <a:spLocks noGrp="1"/>
          </p:cNvSpPr>
          <p:nvPr>
            <p:ph type="sldNum" sz="quarter" idx="2"/>
          </p:nvPr>
        </p:nvSpPr>
        <p:spPr>
          <a:prstGeom prst="rect">
            <a:avLst/>
          </a:prstGeom>
        </p:spPr>
        <p:txBody>
          <a:bodyPr/>
          <a:lstStyle/>
          <a:p>
            <a:fld id="{86CB4B4D-7CA3-9044-876B-883B54F8677D}" type="slidenum">
              <a:rPr/>
              <a:pPr/>
              <a:t>‹#›</a:t>
            </a:fld>
            <a:endParaRPr/>
          </a:p>
        </p:txBody>
      </p:sp>
    </p:spTree>
  </p:cSld>
  <p:clrMapOvr>
    <a:masterClrMapping/>
  </p:clrMapOvr>
  <p:transition spd="med"/>
</p:sldLayout>
</file>

<file path=ppt/slideLayouts/slideLayout334.xml><?xml version="1.0" encoding="utf-8"?>
<p:sldLayout xmlns:a="http://schemas.openxmlformats.org/drawingml/2006/main" xmlns:r="http://schemas.openxmlformats.org/officeDocument/2006/relationships" xmlns:p="http://schemas.openxmlformats.org/presentationml/2006/main" type="tx">
  <p:cSld name="Content Titles">
    <p:bg>
      <p:bgPr>
        <a:solidFill>
          <a:schemeClr val="accent3"/>
        </a:solidFill>
        <a:effectLst/>
      </p:bgPr>
    </p:bg>
    <p:spTree>
      <p:nvGrpSpPr>
        <p:cNvPr id="1" name=""/>
        <p:cNvGrpSpPr/>
        <p:nvPr/>
      </p:nvGrpSpPr>
      <p:grpSpPr>
        <a:xfrm>
          <a:off x="0" y="0"/>
          <a:ext cx="0" cy="0"/>
          <a:chOff x="0" y="0"/>
          <a:chExt cx="0" cy="0"/>
        </a:xfrm>
      </p:grpSpPr>
      <p:sp>
        <p:nvSpPr>
          <p:cNvPr id="222" name="Title Text"/>
          <p:cNvSpPr txBox="1">
            <a:spLocks noGrp="1"/>
          </p:cNvSpPr>
          <p:nvPr>
            <p:ph type="title"/>
          </p:nvPr>
        </p:nvSpPr>
        <p:spPr>
          <a:xfrm>
            <a:off x="304800" y="304801"/>
            <a:ext cx="5757336" cy="866988"/>
          </a:xfrm>
          <a:prstGeom prst="rect">
            <a:avLst/>
          </a:prstGeom>
        </p:spPr>
        <p:txBody>
          <a:bodyPr>
            <a:normAutofit/>
          </a:bodyPr>
          <a:lstStyle/>
          <a:p>
            <a:r>
              <a:t>Title Text</a:t>
            </a:r>
          </a:p>
        </p:txBody>
      </p:sp>
      <p:sp>
        <p:nvSpPr>
          <p:cNvPr id="223" name="Slide Number"/>
          <p:cNvSpPr txBox="1">
            <a:spLocks noGrp="1"/>
          </p:cNvSpPr>
          <p:nvPr>
            <p:ph type="sldNum" sz="quarter" idx="2"/>
          </p:nvPr>
        </p:nvSpPr>
        <p:spPr>
          <a:prstGeom prst="rect">
            <a:avLst/>
          </a:prstGeom>
        </p:spPr>
        <p:txBody>
          <a:bodyPr/>
          <a:lstStyle/>
          <a:p>
            <a:fld id="{86CB4B4D-7CA3-9044-876B-883B54F8677D}" type="slidenum">
              <a:rPr/>
              <a:pPr/>
              <a:t>‹#›</a:t>
            </a:fld>
            <a:endParaRPr/>
          </a:p>
        </p:txBody>
      </p:sp>
    </p:spTree>
  </p:cSld>
  <p:clrMapOvr>
    <a:masterClrMapping/>
  </p:clrMapOvr>
  <p:transition spd="med"/>
</p:sldLayout>
</file>

<file path=ppt/slideLayouts/slideLayout335.xml><?xml version="1.0" encoding="utf-8"?>
<p:sldLayout xmlns:a="http://schemas.openxmlformats.org/drawingml/2006/main" xmlns:r="http://schemas.openxmlformats.org/officeDocument/2006/relationships" xmlns:p="http://schemas.openxmlformats.org/presentationml/2006/main" type="tx">
  <p:cSld name="Storage">
    <p:bg>
      <p:bgPr>
        <a:solidFill>
          <a:schemeClr val="accent4"/>
        </a:solidFill>
        <a:effectLst/>
      </p:bgPr>
    </p:bg>
    <p:spTree>
      <p:nvGrpSpPr>
        <p:cNvPr id="1" name=""/>
        <p:cNvGrpSpPr/>
        <p:nvPr/>
      </p:nvGrpSpPr>
      <p:grpSpPr>
        <a:xfrm>
          <a:off x="0" y="0"/>
          <a:ext cx="0" cy="0"/>
          <a:chOff x="0" y="0"/>
          <a:chExt cx="0" cy="0"/>
        </a:xfrm>
      </p:grpSpPr>
      <p:sp>
        <p:nvSpPr>
          <p:cNvPr id="230" name="Title Text"/>
          <p:cNvSpPr txBox="1">
            <a:spLocks noGrp="1"/>
          </p:cNvSpPr>
          <p:nvPr>
            <p:ph type="title"/>
          </p:nvPr>
        </p:nvSpPr>
        <p:spPr>
          <a:xfrm>
            <a:off x="304800" y="304801"/>
            <a:ext cx="5757336" cy="866988"/>
          </a:xfrm>
          <a:prstGeom prst="rect">
            <a:avLst/>
          </a:prstGeom>
        </p:spPr>
        <p:txBody>
          <a:bodyPr>
            <a:normAutofit/>
          </a:bodyPr>
          <a:lstStyle/>
          <a:p>
            <a:r>
              <a:t>Title Text</a:t>
            </a:r>
          </a:p>
        </p:txBody>
      </p:sp>
      <p:sp>
        <p:nvSpPr>
          <p:cNvPr id="231" name="Slide Number"/>
          <p:cNvSpPr txBox="1">
            <a:spLocks noGrp="1"/>
          </p:cNvSpPr>
          <p:nvPr>
            <p:ph type="sldNum" sz="quarter" idx="2"/>
          </p:nvPr>
        </p:nvSpPr>
        <p:spPr>
          <a:prstGeom prst="rect">
            <a:avLst/>
          </a:prstGeom>
        </p:spPr>
        <p:txBody>
          <a:bodyPr/>
          <a:lstStyle/>
          <a:p>
            <a:fld id="{86CB4B4D-7CA3-9044-876B-883B54F8677D}" type="slidenum">
              <a:rPr/>
              <a:pPr/>
              <a:t>‹#›</a:t>
            </a:fld>
            <a:endParaRPr/>
          </a:p>
        </p:txBody>
      </p:sp>
    </p:spTree>
  </p:cSld>
  <p:clrMapOvr>
    <a:masterClrMapping/>
  </p:clrMapOvr>
  <p:transition spd="med"/>
</p:sldLayout>
</file>

<file path=ppt/slideLayouts/slideLayout336.xml><?xml version="1.0" encoding="utf-8"?>
<p:sldLayout xmlns:a="http://schemas.openxmlformats.org/drawingml/2006/main" xmlns:r="http://schemas.openxmlformats.org/officeDocument/2006/relationships" xmlns:p="http://schemas.openxmlformats.org/presentationml/2006/main" type="tx">
  <p:cSld name="boxes (1 large, 4 small)">
    <p:spTree>
      <p:nvGrpSpPr>
        <p:cNvPr id="1" name=""/>
        <p:cNvGrpSpPr/>
        <p:nvPr/>
      </p:nvGrpSpPr>
      <p:grpSpPr>
        <a:xfrm>
          <a:off x="0" y="0"/>
          <a:ext cx="0" cy="0"/>
          <a:chOff x="0" y="0"/>
          <a:chExt cx="0" cy="0"/>
        </a:xfrm>
      </p:grpSpPr>
      <p:sp>
        <p:nvSpPr>
          <p:cNvPr id="238" name="Body Level One…"/>
          <p:cNvSpPr txBox="1">
            <a:spLocks noGrp="1"/>
          </p:cNvSpPr>
          <p:nvPr>
            <p:ph type="body" sz="quarter" idx="1"/>
          </p:nvPr>
        </p:nvSpPr>
        <p:spPr>
          <a:xfrm>
            <a:off x="9143997" y="3429000"/>
            <a:ext cx="3048001" cy="3429000"/>
          </a:xfrm>
          <a:prstGeom prst="rect">
            <a:avLst/>
          </a:prstGeom>
          <a:solidFill>
            <a:srgbClr val="000090"/>
          </a:solidFill>
        </p:spPr>
        <p:txBody>
          <a:bodyPr lIns="192023" tIns="192023" rIns="192023" bIns="192023">
            <a:normAutofit/>
          </a:bodyPr>
          <a:lstStyle/>
          <a:p>
            <a:r>
              <a:t>Body Level One</a:t>
            </a:r>
          </a:p>
          <a:p>
            <a:pPr lvl="1"/>
            <a:r>
              <a:t>Body Level Two</a:t>
            </a:r>
          </a:p>
          <a:p>
            <a:pPr lvl="2"/>
            <a:r>
              <a:t>Body Level Three</a:t>
            </a:r>
          </a:p>
          <a:p>
            <a:pPr lvl="3"/>
            <a:r>
              <a:t>Body Level Four</a:t>
            </a:r>
          </a:p>
          <a:p>
            <a:pPr lvl="4"/>
            <a:r>
              <a:t>Body Level Five</a:t>
            </a:r>
          </a:p>
        </p:txBody>
      </p:sp>
      <p:sp>
        <p:nvSpPr>
          <p:cNvPr id="239" name="Slide Number"/>
          <p:cNvSpPr txBox="1">
            <a:spLocks noGrp="1"/>
          </p:cNvSpPr>
          <p:nvPr>
            <p:ph type="sldNum" sz="quarter" idx="2"/>
          </p:nvPr>
        </p:nvSpPr>
        <p:spPr>
          <a:xfrm>
            <a:off x="11772939" y="6562788"/>
            <a:ext cx="114262" cy="110800"/>
          </a:xfrm>
          <a:prstGeom prst="rect">
            <a:avLst/>
          </a:prstGeom>
        </p:spPr>
        <p:txBody>
          <a:bodyPr/>
          <a:lstStyle/>
          <a:p>
            <a:fld id="{86CB4B4D-7CA3-9044-876B-883B54F8677D}" type="slidenum">
              <a:rPr/>
              <a:pPr/>
              <a:t>‹#›</a:t>
            </a:fld>
            <a:endParaRPr/>
          </a:p>
        </p:txBody>
      </p:sp>
      <p:sp>
        <p:nvSpPr>
          <p:cNvPr id="240" name="Title Text"/>
          <p:cNvSpPr txBox="1">
            <a:spLocks noGrp="1"/>
          </p:cNvSpPr>
          <p:nvPr>
            <p:ph type="title"/>
          </p:nvPr>
        </p:nvSpPr>
        <p:spPr>
          <a:xfrm>
            <a:off x="304800" y="304801"/>
            <a:ext cx="6096003" cy="1151468"/>
          </a:xfrm>
          <a:prstGeom prst="rect">
            <a:avLst/>
          </a:prstGeom>
          <a:solidFill>
            <a:srgbClr val="000000"/>
          </a:solidFill>
        </p:spPr>
        <p:txBody>
          <a:bodyPr>
            <a:normAutofit/>
          </a:bodyPr>
          <a:lstStyle/>
          <a:p>
            <a:r>
              <a:t>Title Text</a:t>
            </a:r>
          </a:p>
        </p:txBody>
      </p:sp>
      <p:pic>
        <p:nvPicPr>
          <p:cNvPr id="241" name="Picture 10" descr="Picture 10">
            <a:hlinkClick r:id="" action="ppaction://noaction"/>
          </p:cNvPr>
          <p:cNvPicPr>
            <a:picLocks noChangeAspect="1"/>
          </p:cNvPicPr>
          <p:nvPr/>
        </p:nvPicPr>
        <p:blipFill>
          <a:blip r:embed="rId2"/>
          <a:stretch>
            <a:fillRect/>
          </a:stretch>
        </p:blipFill>
        <p:spPr>
          <a:xfrm>
            <a:off x="12034032" y="6700031"/>
            <a:ext cx="94088" cy="94088"/>
          </a:xfrm>
          <a:prstGeom prst="rect">
            <a:avLst/>
          </a:prstGeom>
          <a:ln w="12700">
            <a:miter lim="400000"/>
          </a:ln>
        </p:spPr>
      </p:pic>
    </p:spTree>
  </p:cSld>
  <p:clrMapOvr>
    <a:masterClrMapping/>
  </p:clrMapOvr>
  <p:transition spd="med"/>
</p:sldLayout>
</file>

<file path=ppt/slideLayouts/slideLayout337.xml><?xml version="1.0" encoding="utf-8"?>
<p:sldLayout xmlns:a="http://schemas.openxmlformats.org/drawingml/2006/main" xmlns:r="http://schemas.openxmlformats.org/officeDocument/2006/relationships" xmlns:p="http://schemas.openxmlformats.org/presentationml/2006/main" type="tx">
  <p:cSld name="4 boxes on bottom">
    <p:spTree>
      <p:nvGrpSpPr>
        <p:cNvPr id="1" name=""/>
        <p:cNvGrpSpPr/>
        <p:nvPr/>
      </p:nvGrpSpPr>
      <p:grpSpPr>
        <a:xfrm>
          <a:off x="0" y="0"/>
          <a:ext cx="0" cy="0"/>
          <a:chOff x="0" y="0"/>
          <a:chExt cx="0" cy="0"/>
        </a:xfrm>
      </p:grpSpPr>
      <p:sp>
        <p:nvSpPr>
          <p:cNvPr id="248" name="Title Text"/>
          <p:cNvSpPr txBox="1">
            <a:spLocks noGrp="1"/>
          </p:cNvSpPr>
          <p:nvPr>
            <p:ph type="title"/>
          </p:nvPr>
        </p:nvSpPr>
        <p:spPr>
          <a:xfrm>
            <a:off x="304800" y="268225"/>
            <a:ext cx="5486400" cy="508001"/>
          </a:xfrm>
          <a:prstGeom prst="rect">
            <a:avLst/>
          </a:prstGeom>
        </p:spPr>
        <p:txBody>
          <a:bodyPr>
            <a:normAutofit/>
          </a:bodyPr>
          <a:lstStyle/>
          <a:p>
            <a:r>
              <a:t>Title Text</a:t>
            </a:r>
          </a:p>
        </p:txBody>
      </p:sp>
      <p:sp>
        <p:nvSpPr>
          <p:cNvPr id="249" name="Body Level One…"/>
          <p:cNvSpPr txBox="1">
            <a:spLocks noGrp="1"/>
          </p:cNvSpPr>
          <p:nvPr>
            <p:ph type="body" sz="quarter" idx="1"/>
          </p:nvPr>
        </p:nvSpPr>
        <p:spPr>
          <a:xfrm>
            <a:off x="0" y="3425952"/>
            <a:ext cx="3048000" cy="3432048"/>
          </a:xfrm>
          <a:prstGeom prst="rect">
            <a:avLst/>
          </a:prstGeom>
          <a:solidFill>
            <a:srgbClr val="0064FF"/>
          </a:solidFill>
        </p:spPr>
        <p:txBody>
          <a:bodyPr lIns="182879" tIns="182879" rIns="182879" bIns="182879">
            <a:normAutofit/>
          </a:bodyPr>
          <a:lstStyle>
            <a:lvl1pPr>
              <a:defRPr b="1">
                <a:latin typeface="IBM Plex Sans SemiBold"/>
                <a:ea typeface="IBM Plex Sans SemiBold"/>
                <a:cs typeface="IBM Plex Sans SemiBold"/>
                <a:sym typeface="IBM Plex Sans SemiBold"/>
              </a:defRPr>
            </a:lvl1pPr>
            <a:lvl2pPr marL="0" indent="0">
              <a:buSzTx/>
              <a:buNone/>
              <a:defRPr b="1">
                <a:latin typeface="IBM Plex Sans SemiBold"/>
                <a:ea typeface="IBM Plex Sans SemiBold"/>
                <a:cs typeface="IBM Plex Sans SemiBold"/>
                <a:sym typeface="IBM Plex Sans SemiBold"/>
              </a:defRPr>
            </a:lvl2pPr>
            <a:lvl3pPr marL="185203" indent="-185203">
              <a:defRPr b="1">
                <a:latin typeface="IBM Plex Sans SemiBold"/>
                <a:ea typeface="IBM Plex Sans SemiBold"/>
                <a:cs typeface="IBM Plex Sans SemiBold"/>
                <a:sym typeface="IBM Plex Sans SemiBold"/>
              </a:defRPr>
            </a:lvl3pPr>
            <a:lvl4pPr marL="871338" indent="-261753">
              <a:defRPr b="1">
                <a:latin typeface="IBM Plex Sans SemiBold"/>
                <a:ea typeface="IBM Plex Sans SemiBold"/>
                <a:cs typeface="IBM Plex Sans SemiBold"/>
                <a:sym typeface="IBM Plex Sans SemiBold"/>
              </a:defRPr>
            </a:lvl4pPr>
            <a:lvl5pPr marL="1109458" indent="-269163">
              <a:defRPr b="1">
                <a:latin typeface="IBM Plex Sans SemiBold"/>
                <a:ea typeface="IBM Plex Sans SemiBold"/>
                <a:cs typeface="IBM Plex Sans SemiBold"/>
                <a:sym typeface="IBM Plex Sans SemiBold"/>
              </a:defRPr>
            </a:lvl5pPr>
          </a:lstStyle>
          <a:p>
            <a:r>
              <a:t>Body Level One</a:t>
            </a:r>
          </a:p>
          <a:p>
            <a:pPr lvl="1"/>
            <a:r>
              <a:t>Body Level Two</a:t>
            </a:r>
          </a:p>
          <a:p>
            <a:pPr lvl="2"/>
            <a:r>
              <a:t>Body Level Three</a:t>
            </a:r>
          </a:p>
          <a:p>
            <a:pPr lvl="3"/>
            <a:r>
              <a:t>Body Level Four</a:t>
            </a:r>
          </a:p>
          <a:p>
            <a:pPr lvl="4"/>
            <a:r>
              <a:t>Body Level Five</a:t>
            </a:r>
          </a:p>
        </p:txBody>
      </p:sp>
      <p:sp>
        <p:nvSpPr>
          <p:cNvPr id="250" name="Text Placeholder 2"/>
          <p:cNvSpPr>
            <a:spLocks noGrp="1"/>
          </p:cNvSpPr>
          <p:nvPr>
            <p:ph type="body" sz="quarter" idx="13"/>
          </p:nvPr>
        </p:nvSpPr>
        <p:spPr>
          <a:xfrm>
            <a:off x="3048000" y="3432049"/>
            <a:ext cx="3048000" cy="3432048"/>
          </a:xfrm>
          <a:prstGeom prst="rect">
            <a:avLst/>
          </a:prstGeom>
          <a:solidFill>
            <a:srgbClr val="001690"/>
          </a:solidFill>
        </p:spPr>
        <p:txBody>
          <a:bodyPr lIns="182879" tIns="182879" rIns="182879" bIns="182879">
            <a:normAutofit/>
          </a:bodyPr>
          <a:lstStyle/>
          <a:p>
            <a:pPr>
              <a:defRPr b="1" spc="-100">
                <a:latin typeface="IBM Plex Sans SemiBold"/>
                <a:ea typeface="IBM Plex Sans SemiBold"/>
                <a:cs typeface="IBM Plex Sans SemiBold"/>
                <a:sym typeface="IBM Plex Sans SemiBold"/>
              </a:defRPr>
            </a:pPr>
            <a:endParaRPr/>
          </a:p>
        </p:txBody>
      </p:sp>
      <p:sp>
        <p:nvSpPr>
          <p:cNvPr id="251" name="Text Placeholder 2"/>
          <p:cNvSpPr>
            <a:spLocks noGrp="1"/>
          </p:cNvSpPr>
          <p:nvPr>
            <p:ph type="body" sz="quarter" idx="14"/>
          </p:nvPr>
        </p:nvSpPr>
        <p:spPr>
          <a:xfrm>
            <a:off x="6096000" y="3429000"/>
            <a:ext cx="3048000" cy="3432048"/>
          </a:xfrm>
          <a:prstGeom prst="rect">
            <a:avLst/>
          </a:prstGeom>
          <a:solidFill>
            <a:srgbClr val="0064FF"/>
          </a:solidFill>
        </p:spPr>
        <p:txBody>
          <a:bodyPr lIns="182879" tIns="182879" rIns="182879" bIns="182879">
            <a:normAutofit/>
          </a:bodyPr>
          <a:lstStyle/>
          <a:p>
            <a:pPr>
              <a:defRPr b="1" spc="-100">
                <a:latin typeface="IBM Plex Sans SemiBold"/>
                <a:ea typeface="IBM Plex Sans SemiBold"/>
                <a:cs typeface="IBM Plex Sans SemiBold"/>
                <a:sym typeface="IBM Plex Sans SemiBold"/>
              </a:defRPr>
            </a:pPr>
            <a:endParaRPr/>
          </a:p>
        </p:txBody>
      </p:sp>
      <p:sp>
        <p:nvSpPr>
          <p:cNvPr id="252" name="Text Placeholder 2"/>
          <p:cNvSpPr>
            <a:spLocks noGrp="1"/>
          </p:cNvSpPr>
          <p:nvPr>
            <p:ph type="body" sz="quarter" idx="15"/>
          </p:nvPr>
        </p:nvSpPr>
        <p:spPr>
          <a:xfrm>
            <a:off x="9144000" y="3429000"/>
            <a:ext cx="3048000" cy="3432048"/>
          </a:xfrm>
          <a:prstGeom prst="rect">
            <a:avLst/>
          </a:prstGeom>
          <a:solidFill>
            <a:srgbClr val="001690"/>
          </a:solidFill>
        </p:spPr>
        <p:txBody>
          <a:bodyPr lIns="182879" tIns="182879" rIns="182879" bIns="182879">
            <a:normAutofit/>
          </a:bodyPr>
          <a:lstStyle/>
          <a:p>
            <a:pPr>
              <a:defRPr b="1" spc="-100">
                <a:latin typeface="IBM Plex Sans SemiBold"/>
                <a:ea typeface="IBM Plex Sans SemiBold"/>
                <a:cs typeface="IBM Plex Sans SemiBold"/>
                <a:sym typeface="IBM Plex Sans SemiBold"/>
              </a:defRPr>
            </a:pPr>
            <a:endParaRPr/>
          </a:p>
        </p:txBody>
      </p:sp>
      <p:sp>
        <p:nvSpPr>
          <p:cNvPr id="253" name="Text Placeholder 3"/>
          <p:cNvSpPr>
            <a:spLocks noGrp="1"/>
          </p:cNvSpPr>
          <p:nvPr>
            <p:ph type="body" sz="quarter" idx="16"/>
          </p:nvPr>
        </p:nvSpPr>
        <p:spPr>
          <a:xfrm>
            <a:off x="304800" y="1004007"/>
            <a:ext cx="5486400" cy="1435101"/>
          </a:xfrm>
          <a:prstGeom prst="rect">
            <a:avLst/>
          </a:prstGeom>
        </p:spPr>
        <p:txBody>
          <a:bodyPr>
            <a:normAutofit/>
          </a:bodyPr>
          <a:lstStyle/>
          <a:p>
            <a:pPr>
              <a:defRPr spc="-100"/>
            </a:pPr>
            <a:endParaRPr/>
          </a:p>
        </p:txBody>
      </p:sp>
      <p:sp>
        <p:nvSpPr>
          <p:cNvPr id="254" name="Slide Number"/>
          <p:cNvSpPr txBox="1">
            <a:spLocks noGrp="1"/>
          </p:cNvSpPr>
          <p:nvPr>
            <p:ph type="sldNum" sz="quarter" idx="2"/>
          </p:nvPr>
        </p:nvSpPr>
        <p:spPr>
          <a:xfrm>
            <a:off x="11772939" y="6562788"/>
            <a:ext cx="114262" cy="110800"/>
          </a:xfrm>
          <a:prstGeom prst="rect">
            <a:avLst/>
          </a:prstGeom>
        </p:spPr>
        <p:txBody>
          <a:bodyPr/>
          <a:lstStyle/>
          <a:p>
            <a:fld id="{86CB4B4D-7CA3-9044-876B-883B54F8677D}" type="slidenum">
              <a:rPr/>
              <a:pPr/>
              <a:t>‹#›</a:t>
            </a:fld>
            <a:endParaRPr/>
          </a:p>
        </p:txBody>
      </p:sp>
      <p:pic>
        <p:nvPicPr>
          <p:cNvPr id="255" name="Picture 13" descr="Picture 13">
            <a:hlinkClick r:id="" action="ppaction://noaction"/>
          </p:cNvPr>
          <p:cNvPicPr>
            <a:picLocks noChangeAspect="1"/>
          </p:cNvPicPr>
          <p:nvPr/>
        </p:nvPicPr>
        <p:blipFill>
          <a:blip r:embed="rId2"/>
          <a:stretch>
            <a:fillRect/>
          </a:stretch>
        </p:blipFill>
        <p:spPr>
          <a:xfrm>
            <a:off x="12034032" y="6700031"/>
            <a:ext cx="94088" cy="94088"/>
          </a:xfrm>
          <a:prstGeom prst="rect">
            <a:avLst/>
          </a:prstGeom>
          <a:ln w="12700">
            <a:miter lim="400000"/>
          </a:ln>
        </p:spPr>
      </p:pic>
    </p:spTree>
  </p:cSld>
  <p:clrMapOvr>
    <a:masterClrMapping/>
  </p:clrMapOvr>
  <p:transition spd="med"/>
</p:sldLayout>
</file>

<file path=ppt/slideLayouts/slideLayout338.xml><?xml version="1.0" encoding="utf-8"?>
<p:sldLayout xmlns:a="http://schemas.openxmlformats.org/drawingml/2006/main" xmlns:r="http://schemas.openxmlformats.org/officeDocument/2006/relationships" xmlns:p="http://schemas.openxmlformats.org/presentationml/2006/main" type="tx">
  <p:cSld name="boxes in middle">
    <p:spTree>
      <p:nvGrpSpPr>
        <p:cNvPr id="1" name=""/>
        <p:cNvGrpSpPr/>
        <p:nvPr/>
      </p:nvGrpSpPr>
      <p:grpSpPr>
        <a:xfrm>
          <a:off x="0" y="0"/>
          <a:ext cx="0" cy="0"/>
          <a:chOff x="0" y="0"/>
          <a:chExt cx="0" cy="0"/>
        </a:xfrm>
      </p:grpSpPr>
      <p:sp>
        <p:nvSpPr>
          <p:cNvPr id="262" name="Slide Number"/>
          <p:cNvSpPr txBox="1">
            <a:spLocks noGrp="1"/>
          </p:cNvSpPr>
          <p:nvPr>
            <p:ph type="sldNum" sz="quarter" idx="2"/>
          </p:nvPr>
        </p:nvSpPr>
        <p:spPr>
          <a:xfrm>
            <a:off x="11772939" y="6562788"/>
            <a:ext cx="114262" cy="110800"/>
          </a:xfrm>
          <a:prstGeom prst="rect">
            <a:avLst/>
          </a:prstGeom>
        </p:spPr>
        <p:txBody>
          <a:bodyPr/>
          <a:lstStyle/>
          <a:p>
            <a:fld id="{86CB4B4D-7CA3-9044-876B-883B54F8677D}" type="slidenum">
              <a:rPr/>
              <a:pPr/>
              <a:t>‹#›</a:t>
            </a:fld>
            <a:endParaRPr/>
          </a:p>
        </p:txBody>
      </p:sp>
      <p:sp>
        <p:nvSpPr>
          <p:cNvPr id="263" name="Title Text"/>
          <p:cNvSpPr txBox="1">
            <a:spLocks noGrp="1"/>
          </p:cNvSpPr>
          <p:nvPr>
            <p:ph type="title"/>
          </p:nvPr>
        </p:nvSpPr>
        <p:spPr>
          <a:xfrm>
            <a:off x="-2" y="-3"/>
            <a:ext cx="6096004" cy="1392299"/>
          </a:xfrm>
          <a:prstGeom prst="rect">
            <a:avLst/>
          </a:prstGeom>
          <a:solidFill>
            <a:srgbClr val="000000"/>
          </a:solidFill>
        </p:spPr>
        <p:txBody>
          <a:bodyPr lIns="155447" tIns="155447" rIns="155447" bIns="155447">
            <a:normAutofit/>
          </a:bodyPr>
          <a:lstStyle/>
          <a:p>
            <a:r>
              <a:t>Title Text</a:t>
            </a:r>
          </a:p>
        </p:txBody>
      </p:sp>
      <p:sp>
        <p:nvSpPr>
          <p:cNvPr id="264" name="Body Level One…"/>
          <p:cNvSpPr txBox="1">
            <a:spLocks noGrp="1"/>
          </p:cNvSpPr>
          <p:nvPr>
            <p:ph type="body" sz="quarter" idx="1"/>
          </p:nvPr>
        </p:nvSpPr>
        <p:spPr>
          <a:xfrm>
            <a:off x="0" y="3435098"/>
            <a:ext cx="3048000" cy="3432049"/>
          </a:xfrm>
          <a:prstGeom prst="rect">
            <a:avLst/>
          </a:prstGeom>
          <a:solidFill>
            <a:srgbClr val="0064FF"/>
          </a:solidFill>
        </p:spPr>
        <p:txBody>
          <a:bodyPr lIns="182879" tIns="182879" rIns="182879" bIns="182879">
            <a:normAutofit/>
          </a:bodyPr>
          <a:lstStyle>
            <a:lvl1pPr>
              <a:defRPr b="1">
                <a:latin typeface="IBM Plex Sans SemiBold"/>
                <a:ea typeface="IBM Plex Sans SemiBold"/>
                <a:cs typeface="IBM Plex Sans SemiBold"/>
                <a:sym typeface="IBM Plex Sans SemiBold"/>
              </a:defRPr>
            </a:lvl1pPr>
            <a:lvl2pPr marL="0" indent="0">
              <a:buSzTx/>
              <a:buNone/>
              <a:defRPr b="1">
                <a:latin typeface="IBM Plex Sans SemiBold"/>
                <a:ea typeface="IBM Plex Sans SemiBold"/>
                <a:cs typeface="IBM Plex Sans SemiBold"/>
                <a:sym typeface="IBM Plex Sans SemiBold"/>
              </a:defRPr>
            </a:lvl2pPr>
            <a:lvl3pPr marL="185203" indent="-185203">
              <a:defRPr b="1">
                <a:latin typeface="IBM Plex Sans SemiBold"/>
                <a:ea typeface="IBM Plex Sans SemiBold"/>
                <a:cs typeface="IBM Plex Sans SemiBold"/>
                <a:sym typeface="IBM Plex Sans SemiBold"/>
              </a:defRPr>
            </a:lvl3pPr>
            <a:lvl4pPr marL="871338" indent="-261753">
              <a:defRPr b="1">
                <a:latin typeface="IBM Plex Sans SemiBold"/>
                <a:ea typeface="IBM Plex Sans SemiBold"/>
                <a:cs typeface="IBM Plex Sans SemiBold"/>
                <a:sym typeface="IBM Plex Sans SemiBold"/>
              </a:defRPr>
            </a:lvl4pPr>
            <a:lvl5pPr marL="1109458" indent="-269163">
              <a:defRPr b="1">
                <a:latin typeface="IBM Plex Sans SemiBold"/>
                <a:ea typeface="IBM Plex Sans SemiBold"/>
                <a:cs typeface="IBM Plex Sans SemiBold"/>
                <a:sym typeface="IBM Plex Sans SemiBold"/>
              </a:defRPr>
            </a:lvl5pPr>
          </a:lstStyle>
          <a:p>
            <a:r>
              <a:t>Body Level One</a:t>
            </a:r>
          </a:p>
          <a:p>
            <a:pPr lvl="1"/>
            <a:r>
              <a:t>Body Level Two</a:t>
            </a:r>
          </a:p>
          <a:p>
            <a:pPr lvl="2"/>
            <a:r>
              <a:t>Body Level Three</a:t>
            </a:r>
          </a:p>
          <a:p>
            <a:pPr lvl="3"/>
            <a:r>
              <a:t>Body Level Four</a:t>
            </a:r>
          </a:p>
          <a:p>
            <a:pPr lvl="4"/>
            <a:r>
              <a:t>Body Level Five</a:t>
            </a:r>
          </a:p>
        </p:txBody>
      </p:sp>
      <p:sp>
        <p:nvSpPr>
          <p:cNvPr id="265" name="Text Placeholder 2"/>
          <p:cNvSpPr>
            <a:spLocks noGrp="1"/>
          </p:cNvSpPr>
          <p:nvPr>
            <p:ph type="body" sz="quarter" idx="13"/>
          </p:nvPr>
        </p:nvSpPr>
        <p:spPr>
          <a:xfrm>
            <a:off x="3048000" y="3441196"/>
            <a:ext cx="3048000" cy="3432048"/>
          </a:xfrm>
          <a:prstGeom prst="rect">
            <a:avLst/>
          </a:prstGeom>
          <a:solidFill>
            <a:srgbClr val="001690"/>
          </a:solidFill>
        </p:spPr>
        <p:txBody>
          <a:bodyPr lIns="182879" tIns="182879" rIns="182879" bIns="182879">
            <a:normAutofit/>
          </a:bodyPr>
          <a:lstStyle/>
          <a:p>
            <a:pPr>
              <a:defRPr b="1" spc="-100">
                <a:latin typeface="IBM Plex Sans SemiBold"/>
                <a:ea typeface="IBM Plex Sans SemiBold"/>
                <a:cs typeface="IBM Plex Sans SemiBold"/>
                <a:sym typeface="IBM Plex Sans SemiBold"/>
              </a:defRPr>
            </a:pPr>
            <a:endParaRPr/>
          </a:p>
        </p:txBody>
      </p:sp>
      <p:sp>
        <p:nvSpPr>
          <p:cNvPr id="266" name="Text Placeholder 2"/>
          <p:cNvSpPr>
            <a:spLocks noGrp="1"/>
          </p:cNvSpPr>
          <p:nvPr>
            <p:ph type="body" sz="quarter" idx="14"/>
          </p:nvPr>
        </p:nvSpPr>
        <p:spPr>
          <a:xfrm>
            <a:off x="6096000" y="3438147"/>
            <a:ext cx="3048000" cy="3432048"/>
          </a:xfrm>
          <a:prstGeom prst="rect">
            <a:avLst/>
          </a:prstGeom>
          <a:solidFill>
            <a:srgbClr val="0064FF"/>
          </a:solidFill>
        </p:spPr>
        <p:txBody>
          <a:bodyPr lIns="182879" tIns="182879" rIns="182879" bIns="182879">
            <a:normAutofit/>
          </a:bodyPr>
          <a:lstStyle/>
          <a:p>
            <a:pPr>
              <a:defRPr b="1" spc="-100">
                <a:latin typeface="IBM Plex Sans SemiBold"/>
                <a:ea typeface="IBM Plex Sans SemiBold"/>
                <a:cs typeface="IBM Plex Sans SemiBold"/>
                <a:sym typeface="IBM Plex Sans SemiBold"/>
              </a:defRPr>
            </a:pPr>
            <a:endParaRPr/>
          </a:p>
        </p:txBody>
      </p:sp>
      <p:sp>
        <p:nvSpPr>
          <p:cNvPr id="267" name="Text Placeholder 2"/>
          <p:cNvSpPr>
            <a:spLocks noGrp="1"/>
          </p:cNvSpPr>
          <p:nvPr>
            <p:ph type="body" sz="quarter" idx="15"/>
          </p:nvPr>
        </p:nvSpPr>
        <p:spPr>
          <a:xfrm>
            <a:off x="9144000" y="3438147"/>
            <a:ext cx="3048000" cy="3432048"/>
          </a:xfrm>
          <a:prstGeom prst="rect">
            <a:avLst/>
          </a:prstGeom>
          <a:solidFill>
            <a:srgbClr val="001690"/>
          </a:solidFill>
        </p:spPr>
        <p:txBody>
          <a:bodyPr lIns="182879" tIns="182879" rIns="182879" bIns="182879">
            <a:normAutofit/>
          </a:bodyPr>
          <a:lstStyle/>
          <a:p>
            <a:pPr>
              <a:defRPr b="1" spc="-100">
                <a:latin typeface="IBM Plex Sans SemiBold"/>
                <a:ea typeface="IBM Plex Sans SemiBold"/>
                <a:cs typeface="IBM Plex Sans SemiBold"/>
                <a:sym typeface="IBM Plex Sans SemiBold"/>
              </a:defRPr>
            </a:pPr>
            <a:endParaRPr/>
          </a:p>
        </p:txBody>
      </p:sp>
      <p:pic>
        <p:nvPicPr>
          <p:cNvPr id="268" name="Picture 13" descr="Picture 13">
            <a:hlinkClick r:id="" action="ppaction://noaction"/>
          </p:cNvPr>
          <p:cNvPicPr>
            <a:picLocks noChangeAspect="1"/>
          </p:cNvPicPr>
          <p:nvPr/>
        </p:nvPicPr>
        <p:blipFill>
          <a:blip r:embed="rId2"/>
          <a:stretch>
            <a:fillRect/>
          </a:stretch>
        </p:blipFill>
        <p:spPr>
          <a:xfrm>
            <a:off x="12034032" y="6700031"/>
            <a:ext cx="94088" cy="94088"/>
          </a:xfrm>
          <a:prstGeom prst="rect">
            <a:avLst/>
          </a:prstGeom>
          <a:ln w="12700">
            <a:miter lim="400000"/>
          </a:ln>
        </p:spPr>
      </p:pic>
    </p:spTree>
  </p:cSld>
  <p:clrMapOvr>
    <a:masterClrMapping/>
  </p:clrMapOvr>
  <p:transition spd="med"/>
</p:sldLayout>
</file>

<file path=ppt/slideLayouts/slideLayout339.xml><?xml version="1.0" encoding="utf-8"?>
<p:sldLayout xmlns:a="http://schemas.openxmlformats.org/drawingml/2006/main" xmlns:r="http://schemas.openxmlformats.org/officeDocument/2006/relationships" xmlns:p="http://schemas.openxmlformats.org/presentationml/2006/main" type="tx">
  <p:cSld name="2_boxes (1 large, 4 small)">
    <p:spTree>
      <p:nvGrpSpPr>
        <p:cNvPr id="1" name=""/>
        <p:cNvGrpSpPr/>
        <p:nvPr/>
      </p:nvGrpSpPr>
      <p:grpSpPr>
        <a:xfrm>
          <a:off x="0" y="0"/>
          <a:ext cx="0" cy="0"/>
          <a:chOff x="0" y="0"/>
          <a:chExt cx="0" cy="0"/>
        </a:xfrm>
      </p:grpSpPr>
      <p:sp>
        <p:nvSpPr>
          <p:cNvPr id="275" name="Body Level One…"/>
          <p:cNvSpPr txBox="1">
            <a:spLocks noGrp="1"/>
          </p:cNvSpPr>
          <p:nvPr>
            <p:ph type="body" sz="half" idx="1"/>
          </p:nvPr>
        </p:nvSpPr>
        <p:spPr>
          <a:xfrm>
            <a:off x="6096002" y="3429000"/>
            <a:ext cx="6095997" cy="3429000"/>
          </a:xfrm>
          <a:prstGeom prst="rect">
            <a:avLst/>
          </a:prstGeom>
          <a:solidFill>
            <a:srgbClr val="0064FF"/>
          </a:solidFill>
        </p:spPr>
        <p:txBody>
          <a:bodyPr lIns="192023" tIns="192023" rIns="192023" bIns="192023">
            <a:normAutofit/>
          </a:bodyPr>
          <a:lstStyle>
            <a:lvl1pPr>
              <a:defRPr>
                <a:latin typeface="IBM Plex Sans SemiBold"/>
                <a:ea typeface="IBM Plex Sans SemiBold"/>
                <a:cs typeface="IBM Plex Sans SemiBold"/>
                <a:sym typeface="IBM Plex Sans SemiBold"/>
              </a:defRPr>
            </a:lvl1pPr>
            <a:lvl2pPr>
              <a:defRPr>
                <a:latin typeface="IBM Plex Sans SemiBold"/>
                <a:ea typeface="IBM Plex Sans SemiBold"/>
                <a:cs typeface="IBM Plex Sans SemiBold"/>
                <a:sym typeface="IBM Plex Sans SemiBold"/>
              </a:defRPr>
            </a:lvl2pPr>
            <a:lvl3pPr>
              <a:defRPr>
                <a:latin typeface="IBM Plex Sans SemiBold"/>
                <a:ea typeface="IBM Plex Sans SemiBold"/>
                <a:cs typeface="IBM Plex Sans SemiBold"/>
                <a:sym typeface="IBM Plex Sans SemiBold"/>
              </a:defRPr>
            </a:lvl3pPr>
            <a:lvl4pPr>
              <a:defRPr>
                <a:latin typeface="IBM Plex Sans SemiBold"/>
                <a:ea typeface="IBM Plex Sans SemiBold"/>
                <a:cs typeface="IBM Plex Sans SemiBold"/>
                <a:sym typeface="IBM Plex Sans SemiBold"/>
              </a:defRPr>
            </a:lvl4pPr>
            <a:lvl5pPr>
              <a:defRPr>
                <a:latin typeface="IBM Plex Sans SemiBold"/>
                <a:ea typeface="IBM Plex Sans SemiBold"/>
                <a:cs typeface="IBM Plex Sans SemiBold"/>
                <a:sym typeface="IBM Plex Sans SemiBold"/>
              </a:defRPr>
            </a:lvl5pPr>
          </a:lstStyle>
          <a:p>
            <a:r>
              <a:t>Body Level One</a:t>
            </a:r>
          </a:p>
          <a:p>
            <a:pPr lvl="1"/>
            <a:r>
              <a:t>Body Level Two</a:t>
            </a:r>
          </a:p>
          <a:p>
            <a:pPr lvl="2"/>
            <a:r>
              <a:t>Body Level Three</a:t>
            </a:r>
          </a:p>
          <a:p>
            <a:pPr lvl="3"/>
            <a:r>
              <a:t>Body Level Four</a:t>
            </a:r>
          </a:p>
          <a:p>
            <a:pPr lvl="4"/>
            <a:r>
              <a:t>Body Level Five</a:t>
            </a:r>
          </a:p>
        </p:txBody>
      </p:sp>
      <p:sp>
        <p:nvSpPr>
          <p:cNvPr id="276" name="Slide Number"/>
          <p:cNvSpPr txBox="1">
            <a:spLocks noGrp="1"/>
          </p:cNvSpPr>
          <p:nvPr>
            <p:ph type="sldNum" sz="quarter" idx="2"/>
          </p:nvPr>
        </p:nvSpPr>
        <p:spPr>
          <a:xfrm>
            <a:off x="11772939" y="6562788"/>
            <a:ext cx="114262" cy="110800"/>
          </a:xfrm>
          <a:prstGeom prst="rect">
            <a:avLst/>
          </a:prstGeom>
        </p:spPr>
        <p:txBody>
          <a:bodyPr/>
          <a:lstStyle/>
          <a:p>
            <a:fld id="{86CB4B4D-7CA3-9044-876B-883B54F8677D}" type="slidenum">
              <a:rPr/>
              <a:pPr/>
              <a:t>‹#›</a:t>
            </a:fld>
            <a:endParaRPr/>
          </a:p>
        </p:txBody>
      </p:sp>
      <p:sp>
        <p:nvSpPr>
          <p:cNvPr id="277" name="Title Text"/>
          <p:cNvSpPr txBox="1">
            <a:spLocks noGrp="1"/>
          </p:cNvSpPr>
          <p:nvPr>
            <p:ph type="title"/>
          </p:nvPr>
        </p:nvSpPr>
        <p:spPr>
          <a:xfrm>
            <a:off x="-2" y="-3"/>
            <a:ext cx="6096004" cy="1392299"/>
          </a:xfrm>
          <a:prstGeom prst="rect">
            <a:avLst/>
          </a:prstGeom>
        </p:spPr>
        <p:txBody>
          <a:bodyPr lIns="155447" tIns="155447" rIns="155447" bIns="155447">
            <a:normAutofit/>
          </a:bodyPr>
          <a:lstStyle/>
          <a:p>
            <a:r>
              <a:t>Title Text</a:t>
            </a:r>
          </a:p>
        </p:txBody>
      </p:sp>
      <p:pic>
        <p:nvPicPr>
          <p:cNvPr id="278" name="Picture 8" descr="Picture 8">
            <a:hlinkClick r:id="" action="ppaction://noaction"/>
          </p:cNvPr>
          <p:cNvPicPr>
            <a:picLocks noChangeAspect="1"/>
          </p:cNvPicPr>
          <p:nvPr/>
        </p:nvPicPr>
        <p:blipFill>
          <a:blip r:embed="rId2"/>
          <a:stretch>
            <a:fillRect/>
          </a:stretch>
        </p:blipFill>
        <p:spPr>
          <a:xfrm>
            <a:off x="12034032" y="6700031"/>
            <a:ext cx="94088" cy="94088"/>
          </a:xfrm>
          <a:prstGeom prst="rect">
            <a:avLst/>
          </a:prstGeom>
          <a:ln w="12700">
            <a:miter lim="400000"/>
          </a:ln>
        </p:spPr>
      </p:pic>
    </p:spTree>
  </p:cSld>
  <p:clrMapOvr>
    <a:masterClrMapping/>
  </p:clrMapOvr>
  <p:transition spd="med"/>
</p:sldLayout>
</file>

<file path=ppt/slideLayouts/slideLayout340.xml><?xml version="1.0" encoding="utf-8"?>
<p:sldLayout xmlns:a="http://schemas.openxmlformats.org/drawingml/2006/main" xmlns:r="http://schemas.openxmlformats.org/officeDocument/2006/relationships" xmlns:p="http://schemas.openxmlformats.org/presentationml/2006/main" type="tx">
  <p:cSld name="1_Boxes, with headers">
    <p:spTree>
      <p:nvGrpSpPr>
        <p:cNvPr id="1" name=""/>
        <p:cNvGrpSpPr/>
        <p:nvPr/>
      </p:nvGrpSpPr>
      <p:grpSpPr>
        <a:xfrm>
          <a:off x="0" y="0"/>
          <a:ext cx="0" cy="0"/>
          <a:chOff x="0" y="0"/>
          <a:chExt cx="0" cy="0"/>
        </a:xfrm>
      </p:grpSpPr>
      <p:sp>
        <p:nvSpPr>
          <p:cNvPr id="285" name="Body Level One…"/>
          <p:cNvSpPr txBox="1">
            <a:spLocks noGrp="1"/>
          </p:cNvSpPr>
          <p:nvPr>
            <p:ph type="body" sz="quarter" idx="1"/>
          </p:nvPr>
        </p:nvSpPr>
        <p:spPr>
          <a:xfrm>
            <a:off x="0" y="3425952"/>
            <a:ext cx="3048000" cy="3432048"/>
          </a:xfrm>
          <a:prstGeom prst="rect">
            <a:avLst/>
          </a:prstGeom>
          <a:solidFill>
            <a:srgbClr val="0064FF"/>
          </a:solidFill>
        </p:spPr>
        <p:txBody>
          <a:bodyPr lIns="182879" tIns="182879" rIns="182879" bIns="182879">
            <a:normAutofit/>
          </a:bodyPr>
          <a:lstStyle>
            <a:lvl1pPr>
              <a:defRPr b="1">
                <a:latin typeface="IBM Plex Sans SemiBold"/>
                <a:ea typeface="IBM Plex Sans SemiBold"/>
                <a:cs typeface="IBM Plex Sans SemiBold"/>
                <a:sym typeface="IBM Plex Sans SemiBold"/>
              </a:defRPr>
            </a:lvl1pPr>
            <a:lvl2pPr marL="0" indent="0">
              <a:buSzTx/>
              <a:buNone/>
              <a:defRPr b="1">
                <a:latin typeface="IBM Plex Sans SemiBold"/>
                <a:ea typeface="IBM Plex Sans SemiBold"/>
                <a:cs typeface="IBM Plex Sans SemiBold"/>
                <a:sym typeface="IBM Plex Sans SemiBold"/>
              </a:defRPr>
            </a:lvl2pPr>
            <a:lvl3pPr marL="185203" indent="-185203">
              <a:defRPr b="1">
                <a:latin typeface="IBM Plex Sans SemiBold"/>
                <a:ea typeface="IBM Plex Sans SemiBold"/>
                <a:cs typeface="IBM Plex Sans SemiBold"/>
                <a:sym typeface="IBM Plex Sans SemiBold"/>
              </a:defRPr>
            </a:lvl3pPr>
            <a:lvl4pPr marL="871338" indent="-261753">
              <a:defRPr b="1">
                <a:latin typeface="IBM Plex Sans SemiBold"/>
                <a:ea typeface="IBM Plex Sans SemiBold"/>
                <a:cs typeface="IBM Plex Sans SemiBold"/>
                <a:sym typeface="IBM Plex Sans SemiBold"/>
              </a:defRPr>
            </a:lvl4pPr>
            <a:lvl5pPr marL="1109458" indent="-269163">
              <a:defRPr b="1">
                <a:latin typeface="IBM Plex Sans SemiBold"/>
                <a:ea typeface="IBM Plex Sans SemiBold"/>
                <a:cs typeface="IBM Plex Sans SemiBold"/>
                <a:sym typeface="IBM Plex Sans SemiBold"/>
              </a:defRPr>
            </a:lvl5pPr>
          </a:lstStyle>
          <a:p>
            <a:r>
              <a:t>Body Level One</a:t>
            </a:r>
          </a:p>
          <a:p>
            <a:pPr lvl="1"/>
            <a:r>
              <a:t>Body Level Two</a:t>
            </a:r>
          </a:p>
          <a:p>
            <a:pPr lvl="2"/>
            <a:r>
              <a:t>Body Level Three</a:t>
            </a:r>
          </a:p>
          <a:p>
            <a:pPr lvl="3"/>
            <a:r>
              <a:t>Body Level Four</a:t>
            </a:r>
          </a:p>
          <a:p>
            <a:pPr lvl="4"/>
            <a:r>
              <a:t>Body Level Five</a:t>
            </a:r>
          </a:p>
        </p:txBody>
      </p:sp>
      <p:sp>
        <p:nvSpPr>
          <p:cNvPr id="286" name="Text Placeholder 2"/>
          <p:cNvSpPr>
            <a:spLocks noGrp="1"/>
          </p:cNvSpPr>
          <p:nvPr>
            <p:ph type="body" sz="quarter" idx="13"/>
          </p:nvPr>
        </p:nvSpPr>
        <p:spPr>
          <a:xfrm>
            <a:off x="3048000" y="3432049"/>
            <a:ext cx="3048000" cy="3432048"/>
          </a:xfrm>
          <a:prstGeom prst="rect">
            <a:avLst/>
          </a:prstGeom>
          <a:solidFill>
            <a:srgbClr val="001690"/>
          </a:solidFill>
        </p:spPr>
        <p:txBody>
          <a:bodyPr lIns="182879" tIns="182879" rIns="182879" bIns="182879">
            <a:normAutofit/>
          </a:bodyPr>
          <a:lstStyle/>
          <a:p>
            <a:pPr>
              <a:defRPr b="1" spc="-100">
                <a:latin typeface="IBM Plex Sans SemiBold"/>
                <a:ea typeface="IBM Plex Sans SemiBold"/>
                <a:cs typeface="IBM Plex Sans SemiBold"/>
                <a:sym typeface="IBM Plex Sans SemiBold"/>
              </a:defRPr>
            </a:pPr>
            <a:endParaRPr/>
          </a:p>
        </p:txBody>
      </p:sp>
      <p:sp>
        <p:nvSpPr>
          <p:cNvPr id="287" name="Text Placeholder 2"/>
          <p:cNvSpPr>
            <a:spLocks noGrp="1"/>
          </p:cNvSpPr>
          <p:nvPr>
            <p:ph type="body" sz="quarter" idx="14"/>
          </p:nvPr>
        </p:nvSpPr>
        <p:spPr>
          <a:xfrm>
            <a:off x="6096000" y="3429000"/>
            <a:ext cx="3048000" cy="3432048"/>
          </a:xfrm>
          <a:prstGeom prst="rect">
            <a:avLst/>
          </a:prstGeom>
          <a:solidFill>
            <a:srgbClr val="0064FF"/>
          </a:solidFill>
        </p:spPr>
        <p:txBody>
          <a:bodyPr lIns="182879" tIns="182879" rIns="182879" bIns="182879">
            <a:normAutofit/>
          </a:bodyPr>
          <a:lstStyle/>
          <a:p>
            <a:pPr>
              <a:defRPr b="1" spc="-100">
                <a:latin typeface="IBM Plex Sans SemiBold"/>
                <a:ea typeface="IBM Plex Sans SemiBold"/>
                <a:cs typeface="IBM Plex Sans SemiBold"/>
                <a:sym typeface="IBM Plex Sans SemiBold"/>
              </a:defRPr>
            </a:pPr>
            <a:endParaRPr/>
          </a:p>
        </p:txBody>
      </p:sp>
      <p:sp>
        <p:nvSpPr>
          <p:cNvPr id="288" name="Text Placeholder 2"/>
          <p:cNvSpPr>
            <a:spLocks noGrp="1"/>
          </p:cNvSpPr>
          <p:nvPr>
            <p:ph type="body" sz="quarter" idx="15"/>
          </p:nvPr>
        </p:nvSpPr>
        <p:spPr>
          <a:xfrm>
            <a:off x="9144000" y="3429000"/>
            <a:ext cx="3048000" cy="3432048"/>
          </a:xfrm>
          <a:prstGeom prst="rect">
            <a:avLst/>
          </a:prstGeom>
          <a:solidFill>
            <a:srgbClr val="001690"/>
          </a:solidFill>
        </p:spPr>
        <p:txBody>
          <a:bodyPr lIns="182879" tIns="182879" rIns="182879" bIns="182879">
            <a:normAutofit/>
          </a:bodyPr>
          <a:lstStyle/>
          <a:p>
            <a:pPr>
              <a:defRPr b="1" spc="-100">
                <a:latin typeface="IBM Plex Sans SemiBold"/>
                <a:ea typeface="IBM Plex Sans SemiBold"/>
                <a:cs typeface="IBM Plex Sans SemiBold"/>
                <a:sym typeface="IBM Plex Sans SemiBold"/>
              </a:defRPr>
            </a:pPr>
            <a:endParaRPr/>
          </a:p>
        </p:txBody>
      </p:sp>
      <p:sp>
        <p:nvSpPr>
          <p:cNvPr id="289" name="Title Text"/>
          <p:cNvSpPr txBox="1">
            <a:spLocks noGrp="1"/>
          </p:cNvSpPr>
          <p:nvPr>
            <p:ph type="title"/>
          </p:nvPr>
        </p:nvSpPr>
        <p:spPr>
          <a:xfrm>
            <a:off x="304800" y="268225"/>
            <a:ext cx="5486400" cy="508001"/>
          </a:xfrm>
          <a:prstGeom prst="rect">
            <a:avLst/>
          </a:prstGeom>
        </p:spPr>
        <p:txBody>
          <a:bodyPr>
            <a:normAutofit/>
          </a:bodyPr>
          <a:lstStyle/>
          <a:p>
            <a:r>
              <a:t>Title Text</a:t>
            </a:r>
          </a:p>
        </p:txBody>
      </p:sp>
      <p:sp>
        <p:nvSpPr>
          <p:cNvPr id="290" name="Slide Number"/>
          <p:cNvSpPr txBox="1">
            <a:spLocks noGrp="1"/>
          </p:cNvSpPr>
          <p:nvPr>
            <p:ph type="sldNum" sz="quarter" idx="2"/>
          </p:nvPr>
        </p:nvSpPr>
        <p:spPr>
          <a:xfrm>
            <a:off x="11772939" y="6562788"/>
            <a:ext cx="114262" cy="110800"/>
          </a:xfrm>
          <a:prstGeom prst="rect">
            <a:avLst/>
          </a:prstGeom>
        </p:spPr>
        <p:txBody>
          <a:bodyPr/>
          <a:lstStyle/>
          <a:p>
            <a:fld id="{86CB4B4D-7CA3-9044-876B-883B54F8677D}" type="slidenum">
              <a:rPr/>
              <a:pPr/>
              <a:t>‹#›</a:t>
            </a:fld>
            <a:endParaRPr/>
          </a:p>
        </p:txBody>
      </p:sp>
      <p:pic>
        <p:nvPicPr>
          <p:cNvPr id="291" name="Picture 13" descr="Picture 13">
            <a:hlinkClick r:id="" action="ppaction://noaction"/>
          </p:cNvPr>
          <p:cNvPicPr>
            <a:picLocks noChangeAspect="1"/>
          </p:cNvPicPr>
          <p:nvPr/>
        </p:nvPicPr>
        <p:blipFill>
          <a:blip r:embed="rId2"/>
          <a:stretch>
            <a:fillRect/>
          </a:stretch>
        </p:blipFill>
        <p:spPr>
          <a:xfrm>
            <a:off x="12034032" y="6700031"/>
            <a:ext cx="94088" cy="94088"/>
          </a:xfrm>
          <a:prstGeom prst="rect">
            <a:avLst/>
          </a:prstGeom>
          <a:ln w="12700">
            <a:miter lim="400000"/>
          </a:ln>
        </p:spPr>
      </p:pic>
    </p:spTree>
  </p:cSld>
  <p:clrMapOvr>
    <a:masterClrMapping/>
  </p:clrMapOvr>
  <p:transition spd="med"/>
</p:sldLayout>
</file>

<file path=ppt/slideLayouts/slideLayout341.xml><?xml version="1.0" encoding="utf-8"?>
<p:sldLayout xmlns:a="http://schemas.openxmlformats.org/drawingml/2006/main" xmlns:r="http://schemas.openxmlformats.org/officeDocument/2006/relationships" xmlns:p="http://schemas.openxmlformats.org/presentationml/2006/main" type="tx">
  <p:cSld name="4 boxes on the right">
    <p:spTree>
      <p:nvGrpSpPr>
        <p:cNvPr id="1" name=""/>
        <p:cNvGrpSpPr/>
        <p:nvPr/>
      </p:nvGrpSpPr>
      <p:grpSpPr>
        <a:xfrm>
          <a:off x="0" y="0"/>
          <a:ext cx="0" cy="0"/>
          <a:chOff x="0" y="0"/>
          <a:chExt cx="0" cy="0"/>
        </a:xfrm>
      </p:grpSpPr>
      <p:sp>
        <p:nvSpPr>
          <p:cNvPr id="298" name="Title Text"/>
          <p:cNvSpPr txBox="1">
            <a:spLocks noGrp="1"/>
          </p:cNvSpPr>
          <p:nvPr>
            <p:ph type="title"/>
          </p:nvPr>
        </p:nvSpPr>
        <p:spPr>
          <a:xfrm>
            <a:off x="304800" y="304800"/>
            <a:ext cx="5486400" cy="508000"/>
          </a:xfrm>
          <a:prstGeom prst="rect">
            <a:avLst/>
          </a:prstGeom>
        </p:spPr>
        <p:txBody>
          <a:bodyPr>
            <a:normAutofit/>
          </a:bodyPr>
          <a:lstStyle/>
          <a:p>
            <a:r>
              <a:t>Title Text</a:t>
            </a:r>
          </a:p>
        </p:txBody>
      </p:sp>
      <p:sp>
        <p:nvSpPr>
          <p:cNvPr id="299" name="Body Level One…"/>
          <p:cNvSpPr txBox="1">
            <a:spLocks noGrp="1"/>
          </p:cNvSpPr>
          <p:nvPr>
            <p:ph type="body" sz="quarter" idx="1"/>
          </p:nvPr>
        </p:nvSpPr>
        <p:spPr>
          <a:xfrm>
            <a:off x="6096000" y="1"/>
            <a:ext cx="3048000" cy="3432048"/>
          </a:xfrm>
          <a:prstGeom prst="rect">
            <a:avLst/>
          </a:prstGeom>
          <a:solidFill>
            <a:srgbClr val="001690"/>
          </a:solidFill>
        </p:spPr>
        <p:txBody>
          <a:bodyPr lIns="182879" tIns="182879" rIns="182879" bIns="182879">
            <a:normAutofit/>
          </a:bodyPr>
          <a:lstStyle>
            <a:lvl1pPr>
              <a:defRPr b="1">
                <a:latin typeface="IBM Plex Sans SemiBold"/>
                <a:ea typeface="IBM Plex Sans SemiBold"/>
                <a:cs typeface="IBM Plex Sans SemiBold"/>
                <a:sym typeface="IBM Plex Sans SemiBold"/>
              </a:defRPr>
            </a:lvl1pPr>
            <a:lvl2pPr marL="0" indent="0">
              <a:buSzTx/>
              <a:buNone/>
              <a:defRPr b="1">
                <a:latin typeface="IBM Plex Sans SemiBold"/>
                <a:ea typeface="IBM Plex Sans SemiBold"/>
                <a:cs typeface="IBM Plex Sans SemiBold"/>
                <a:sym typeface="IBM Plex Sans SemiBold"/>
              </a:defRPr>
            </a:lvl2pPr>
            <a:lvl3pPr marL="185203" indent="-185203">
              <a:defRPr b="1">
                <a:latin typeface="IBM Plex Sans SemiBold"/>
                <a:ea typeface="IBM Plex Sans SemiBold"/>
                <a:cs typeface="IBM Plex Sans SemiBold"/>
                <a:sym typeface="IBM Plex Sans SemiBold"/>
              </a:defRPr>
            </a:lvl3pPr>
            <a:lvl4pPr marL="871338" indent="-261753">
              <a:defRPr b="1">
                <a:latin typeface="IBM Plex Sans SemiBold"/>
                <a:ea typeface="IBM Plex Sans SemiBold"/>
                <a:cs typeface="IBM Plex Sans SemiBold"/>
                <a:sym typeface="IBM Plex Sans SemiBold"/>
              </a:defRPr>
            </a:lvl4pPr>
            <a:lvl5pPr marL="1109458" indent="-269163">
              <a:defRPr b="1">
                <a:latin typeface="IBM Plex Sans SemiBold"/>
                <a:ea typeface="IBM Plex Sans SemiBold"/>
                <a:cs typeface="IBM Plex Sans SemiBold"/>
                <a:sym typeface="IBM Plex Sans SemiBold"/>
              </a:defRPr>
            </a:lvl5pPr>
          </a:lstStyle>
          <a:p>
            <a:r>
              <a:t>Body Level One</a:t>
            </a:r>
          </a:p>
          <a:p>
            <a:pPr lvl="1"/>
            <a:r>
              <a:t>Body Level Two</a:t>
            </a:r>
          </a:p>
          <a:p>
            <a:pPr lvl="2"/>
            <a:r>
              <a:t>Body Level Three</a:t>
            </a:r>
          </a:p>
          <a:p>
            <a:pPr lvl="3"/>
            <a:r>
              <a:t>Body Level Four</a:t>
            </a:r>
          </a:p>
          <a:p>
            <a:pPr lvl="4"/>
            <a:r>
              <a:t>Body Level Five</a:t>
            </a:r>
          </a:p>
        </p:txBody>
      </p:sp>
      <p:sp>
        <p:nvSpPr>
          <p:cNvPr id="300" name="Text Placeholder 2"/>
          <p:cNvSpPr>
            <a:spLocks noGrp="1"/>
          </p:cNvSpPr>
          <p:nvPr>
            <p:ph type="body" sz="quarter" idx="13"/>
          </p:nvPr>
        </p:nvSpPr>
        <p:spPr>
          <a:xfrm>
            <a:off x="9144000" y="1"/>
            <a:ext cx="3048000" cy="3432048"/>
          </a:xfrm>
          <a:prstGeom prst="rect">
            <a:avLst/>
          </a:prstGeom>
          <a:solidFill>
            <a:srgbClr val="0064FF"/>
          </a:solidFill>
        </p:spPr>
        <p:txBody>
          <a:bodyPr lIns="182879" tIns="182879" rIns="182879" bIns="182879">
            <a:normAutofit/>
          </a:bodyPr>
          <a:lstStyle/>
          <a:p>
            <a:pPr>
              <a:defRPr b="1" spc="-100">
                <a:latin typeface="IBM Plex Sans SemiBold"/>
                <a:ea typeface="IBM Plex Sans SemiBold"/>
                <a:cs typeface="IBM Plex Sans SemiBold"/>
                <a:sym typeface="IBM Plex Sans SemiBold"/>
              </a:defRPr>
            </a:pPr>
            <a:endParaRPr/>
          </a:p>
        </p:txBody>
      </p:sp>
      <p:sp>
        <p:nvSpPr>
          <p:cNvPr id="301" name="Text Placeholder 2"/>
          <p:cNvSpPr>
            <a:spLocks noGrp="1"/>
          </p:cNvSpPr>
          <p:nvPr>
            <p:ph type="body" sz="quarter" idx="14"/>
          </p:nvPr>
        </p:nvSpPr>
        <p:spPr>
          <a:xfrm>
            <a:off x="6096000" y="3429000"/>
            <a:ext cx="3048000" cy="3432048"/>
          </a:xfrm>
          <a:prstGeom prst="rect">
            <a:avLst/>
          </a:prstGeom>
          <a:solidFill>
            <a:srgbClr val="0064FF"/>
          </a:solidFill>
        </p:spPr>
        <p:txBody>
          <a:bodyPr lIns="182879" tIns="182879" rIns="182879" bIns="182879">
            <a:normAutofit/>
          </a:bodyPr>
          <a:lstStyle/>
          <a:p>
            <a:pPr>
              <a:defRPr b="1" spc="-100">
                <a:latin typeface="IBM Plex Sans SemiBold"/>
                <a:ea typeface="IBM Plex Sans SemiBold"/>
                <a:cs typeface="IBM Plex Sans SemiBold"/>
                <a:sym typeface="IBM Plex Sans SemiBold"/>
              </a:defRPr>
            </a:pPr>
            <a:endParaRPr/>
          </a:p>
        </p:txBody>
      </p:sp>
      <p:sp>
        <p:nvSpPr>
          <p:cNvPr id="302" name="Text Placeholder 2"/>
          <p:cNvSpPr>
            <a:spLocks noGrp="1"/>
          </p:cNvSpPr>
          <p:nvPr>
            <p:ph type="body" sz="quarter" idx="15"/>
          </p:nvPr>
        </p:nvSpPr>
        <p:spPr>
          <a:xfrm>
            <a:off x="9144000" y="3429000"/>
            <a:ext cx="3048000" cy="3432048"/>
          </a:xfrm>
          <a:prstGeom prst="rect">
            <a:avLst/>
          </a:prstGeom>
          <a:solidFill>
            <a:srgbClr val="001690"/>
          </a:solidFill>
        </p:spPr>
        <p:txBody>
          <a:bodyPr lIns="182879" tIns="182879" rIns="182879" bIns="182879">
            <a:normAutofit/>
          </a:bodyPr>
          <a:lstStyle/>
          <a:p>
            <a:pPr>
              <a:defRPr b="1" spc="-100">
                <a:latin typeface="IBM Plex Sans SemiBold"/>
                <a:ea typeface="IBM Plex Sans SemiBold"/>
                <a:cs typeface="IBM Plex Sans SemiBold"/>
                <a:sym typeface="IBM Plex Sans SemiBold"/>
              </a:defRPr>
            </a:pPr>
            <a:endParaRPr/>
          </a:p>
        </p:txBody>
      </p:sp>
      <p:sp>
        <p:nvSpPr>
          <p:cNvPr id="303" name="Text Placeholder 3"/>
          <p:cNvSpPr>
            <a:spLocks noGrp="1"/>
          </p:cNvSpPr>
          <p:nvPr>
            <p:ph type="body" sz="quarter" idx="16"/>
          </p:nvPr>
        </p:nvSpPr>
        <p:spPr>
          <a:xfrm>
            <a:off x="304800" y="1004007"/>
            <a:ext cx="5486400" cy="1435101"/>
          </a:xfrm>
          <a:prstGeom prst="rect">
            <a:avLst/>
          </a:prstGeom>
        </p:spPr>
        <p:txBody>
          <a:bodyPr>
            <a:normAutofit/>
          </a:bodyPr>
          <a:lstStyle/>
          <a:p>
            <a:pPr>
              <a:defRPr spc="-100"/>
            </a:pPr>
            <a:endParaRPr/>
          </a:p>
        </p:txBody>
      </p:sp>
      <p:pic>
        <p:nvPicPr>
          <p:cNvPr id="304" name="Picture 12" descr="Picture 12">
            <a:hlinkClick r:id="" action="ppaction://noaction"/>
          </p:cNvPr>
          <p:cNvPicPr>
            <a:picLocks noChangeAspect="1"/>
          </p:cNvPicPr>
          <p:nvPr/>
        </p:nvPicPr>
        <p:blipFill>
          <a:blip r:embed="rId2"/>
          <a:stretch>
            <a:fillRect/>
          </a:stretch>
        </p:blipFill>
        <p:spPr>
          <a:xfrm>
            <a:off x="12034032" y="6700031"/>
            <a:ext cx="94088" cy="94088"/>
          </a:xfrm>
          <a:prstGeom prst="rect">
            <a:avLst/>
          </a:prstGeom>
          <a:ln w="12700">
            <a:miter lim="400000"/>
          </a:ln>
        </p:spPr>
      </p:pic>
      <p:sp>
        <p:nvSpPr>
          <p:cNvPr id="305" name="Slide Number"/>
          <p:cNvSpPr txBox="1">
            <a:spLocks noGrp="1"/>
          </p:cNvSpPr>
          <p:nvPr>
            <p:ph type="sldNum" sz="quarter" idx="2"/>
          </p:nvPr>
        </p:nvSpPr>
        <p:spPr>
          <a:prstGeom prst="rect">
            <a:avLst/>
          </a:prstGeom>
        </p:spPr>
        <p:txBody>
          <a:bodyPr/>
          <a:lstStyle/>
          <a:p>
            <a:fld id="{86CB4B4D-7CA3-9044-876B-883B54F8677D}" type="slidenum">
              <a:rPr/>
              <a:pPr/>
              <a:t>‹#›</a:t>
            </a:fld>
            <a:endParaRPr/>
          </a:p>
        </p:txBody>
      </p:sp>
    </p:spTree>
  </p:cSld>
  <p:clrMapOvr>
    <a:masterClrMapping/>
  </p:clrMapOvr>
  <p:transition spd="med"/>
</p:sldLayout>
</file>

<file path=ppt/slideLayouts/slideLayout342.xml><?xml version="1.0" encoding="utf-8"?>
<p:sldLayout xmlns:a="http://schemas.openxmlformats.org/drawingml/2006/main" xmlns:r="http://schemas.openxmlformats.org/officeDocument/2006/relationships" xmlns:p="http://schemas.openxmlformats.org/presentationml/2006/main" type="tx">
  <p:cSld name="1_4 boxes on the right">
    <p:spTree>
      <p:nvGrpSpPr>
        <p:cNvPr id="1" name=""/>
        <p:cNvGrpSpPr/>
        <p:nvPr/>
      </p:nvGrpSpPr>
      <p:grpSpPr>
        <a:xfrm>
          <a:off x="0" y="0"/>
          <a:ext cx="0" cy="0"/>
          <a:chOff x="0" y="0"/>
          <a:chExt cx="0" cy="0"/>
        </a:xfrm>
      </p:grpSpPr>
      <p:sp>
        <p:nvSpPr>
          <p:cNvPr id="312" name="Title Text"/>
          <p:cNvSpPr txBox="1">
            <a:spLocks noGrp="1"/>
          </p:cNvSpPr>
          <p:nvPr>
            <p:ph type="title"/>
          </p:nvPr>
        </p:nvSpPr>
        <p:spPr>
          <a:xfrm>
            <a:off x="304800" y="304800"/>
            <a:ext cx="5486400" cy="508000"/>
          </a:xfrm>
          <a:prstGeom prst="rect">
            <a:avLst/>
          </a:prstGeom>
        </p:spPr>
        <p:txBody>
          <a:bodyPr>
            <a:normAutofit/>
          </a:bodyPr>
          <a:lstStyle/>
          <a:p>
            <a:r>
              <a:t>Title Text</a:t>
            </a:r>
          </a:p>
        </p:txBody>
      </p:sp>
      <p:sp>
        <p:nvSpPr>
          <p:cNvPr id="313" name="Body Level One…"/>
          <p:cNvSpPr txBox="1">
            <a:spLocks noGrp="1"/>
          </p:cNvSpPr>
          <p:nvPr>
            <p:ph type="body" sz="quarter" idx="1"/>
          </p:nvPr>
        </p:nvSpPr>
        <p:spPr>
          <a:xfrm>
            <a:off x="6096000" y="2"/>
            <a:ext cx="3048000" cy="2277877"/>
          </a:xfrm>
          <a:prstGeom prst="rect">
            <a:avLst/>
          </a:prstGeom>
          <a:solidFill>
            <a:srgbClr val="001690"/>
          </a:solidFill>
        </p:spPr>
        <p:txBody>
          <a:bodyPr lIns="182879" tIns="182879" rIns="182879" bIns="182879">
            <a:normAutofit/>
          </a:bodyPr>
          <a:lstStyle>
            <a:lvl1pPr>
              <a:defRPr b="1">
                <a:latin typeface="IBM Plex Sans SemiBold"/>
                <a:ea typeface="IBM Plex Sans SemiBold"/>
                <a:cs typeface="IBM Plex Sans SemiBold"/>
                <a:sym typeface="IBM Plex Sans SemiBold"/>
              </a:defRPr>
            </a:lvl1pPr>
            <a:lvl2pPr marL="0" indent="0">
              <a:buSzTx/>
              <a:buNone/>
              <a:defRPr b="1">
                <a:latin typeface="IBM Plex Sans SemiBold"/>
                <a:ea typeface="IBM Plex Sans SemiBold"/>
                <a:cs typeface="IBM Plex Sans SemiBold"/>
                <a:sym typeface="IBM Plex Sans SemiBold"/>
              </a:defRPr>
            </a:lvl2pPr>
            <a:lvl3pPr marL="185203" indent="-185203">
              <a:defRPr b="1">
                <a:latin typeface="IBM Plex Sans SemiBold"/>
                <a:ea typeface="IBM Plex Sans SemiBold"/>
                <a:cs typeface="IBM Plex Sans SemiBold"/>
                <a:sym typeface="IBM Plex Sans SemiBold"/>
              </a:defRPr>
            </a:lvl3pPr>
            <a:lvl4pPr marL="871338" indent="-261753">
              <a:defRPr b="1">
                <a:latin typeface="IBM Plex Sans SemiBold"/>
                <a:ea typeface="IBM Plex Sans SemiBold"/>
                <a:cs typeface="IBM Plex Sans SemiBold"/>
                <a:sym typeface="IBM Plex Sans SemiBold"/>
              </a:defRPr>
            </a:lvl4pPr>
            <a:lvl5pPr marL="1109458" indent="-269163">
              <a:defRPr b="1">
                <a:latin typeface="IBM Plex Sans SemiBold"/>
                <a:ea typeface="IBM Plex Sans SemiBold"/>
                <a:cs typeface="IBM Plex Sans SemiBold"/>
                <a:sym typeface="IBM Plex Sans SemiBold"/>
              </a:defRPr>
            </a:lvl5pPr>
          </a:lstStyle>
          <a:p>
            <a:r>
              <a:t>Body Level One</a:t>
            </a:r>
          </a:p>
          <a:p>
            <a:pPr lvl="1"/>
            <a:r>
              <a:t>Body Level Two</a:t>
            </a:r>
          </a:p>
          <a:p>
            <a:pPr lvl="2"/>
            <a:r>
              <a:t>Body Level Three</a:t>
            </a:r>
          </a:p>
          <a:p>
            <a:pPr lvl="3"/>
            <a:r>
              <a:t>Body Level Four</a:t>
            </a:r>
          </a:p>
          <a:p>
            <a:pPr lvl="4"/>
            <a:r>
              <a:t>Body Level Five</a:t>
            </a:r>
          </a:p>
        </p:txBody>
      </p:sp>
      <p:sp>
        <p:nvSpPr>
          <p:cNvPr id="314" name="Text Placeholder 2"/>
          <p:cNvSpPr>
            <a:spLocks noGrp="1"/>
          </p:cNvSpPr>
          <p:nvPr>
            <p:ph type="body" sz="quarter" idx="13"/>
          </p:nvPr>
        </p:nvSpPr>
        <p:spPr>
          <a:xfrm>
            <a:off x="9144000" y="2"/>
            <a:ext cx="3048000" cy="2277876"/>
          </a:xfrm>
          <a:prstGeom prst="rect">
            <a:avLst/>
          </a:prstGeom>
          <a:solidFill>
            <a:srgbClr val="0064FF"/>
          </a:solidFill>
        </p:spPr>
        <p:txBody>
          <a:bodyPr lIns="182879" tIns="182879" rIns="182879" bIns="182879">
            <a:normAutofit/>
          </a:bodyPr>
          <a:lstStyle/>
          <a:p>
            <a:pPr>
              <a:defRPr b="1" spc="-100">
                <a:latin typeface="IBM Plex Sans SemiBold"/>
                <a:ea typeface="IBM Plex Sans SemiBold"/>
                <a:cs typeface="IBM Plex Sans SemiBold"/>
                <a:sym typeface="IBM Plex Sans SemiBold"/>
              </a:defRPr>
            </a:pPr>
            <a:endParaRPr/>
          </a:p>
        </p:txBody>
      </p:sp>
      <p:sp>
        <p:nvSpPr>
          <p:cNvPr id="315" name="Text Placeholder 3"/>
          <p:cNvSpPr>
            <a:spLocks noGrp="1"/>
          </p:cNvSpPr>
          <p:nvPr>
            <p:ph type="body" sz="quarter" idx="14"/>
          </p:nvPr>
        </p:nvSpPr>
        <p:spPr>
          <a:xfrm>
            <a:off x="304800" y="1004007"/>
            <a:ext cx="5486400" cy="1435101"/>
          </a:xfrm>
          <a:prstGeom prst="rect">
            <a:avLst/>
          </a:prstGeom>
        </p:spPr>
        <p:txBody>
          <a:bodyPr>
            <a:normAutofit/>
          </a:bodyPr>
          <a:lstStyle/>
          <a:p>
            <a:pPr>
              <a:defRPr spc="-100"/>
            </a:pPr>
            <a:endParaRPr/>
          </a:p>
        </p:txBody>
      </p:sp>
      <p:sp>
        <p:nvSpPr>
          <p:cNvPr id="316" name="Text Placeholder 2"/>
          <p:cNvSpPr>
            <a:spLocks noGrp="1"/>
          </p:cNvSpPr>
          <p:nvPr>
            <p:ph type="body" sz="quarter" idx="15"/>
          </p:nvPr>
        </p:nvSpPr>
        <p:spPr>
          <a:xfrm>
            <a:off x="6096000" y="2277879"/>
            <a:ext cx="3048000" cy="2277877"/>
          </a:xfrm>
          <a:prstGeom prst="rect">
            <a:avLst/>
          </a:prstGeom>
          <a:solidFill>
            <a:srgbClr val="0064FF"/>
          </a:solidFill>
        </p:spPr>
        <p:txBody>
          <a:bodyPr lIns="182879" tIns="182879" rIns="182879" bIns="182879">
            <a:normAutofit/>
          </a:bodyPr>
          <a:lstStyle/>
          <a:p>
            <a:pPr>
              <a:defRPr b="1" spc="-100">
                <a:latin typeface="IBM Plex Sans SemiBold"/>
                <a:ea typeface="IBM Plex Sans SemiBold"/>
                <a:cs typeface="IBM Plex Sans SemiBold"/>
                <a:sym typeface="IBM Plex Sans SemiBold"/>
              </a:defRPr>
            </a:pPr>
            <a:endParaRPr/>
          </a:p>
        </p:txBody>
      </p:sp>
      <p:sp>
        <p:nvSpPr>
          <p:cNvPr id="317" name="Text Placeholder 2"/>
          <p:cNvSpPr>
            <a:spLocks noGrp="1"/>
          </p:cNvSpPr>
          <p:nvPr>
            <p:ph type="body" sz="quarter" idx="16"/>
          </p:nvPr>
        </p:nvSpPr>
        <p:spPr>
          <a:xfrm>
            <a:off x="9144000" y="2277879"/>
            <a:ext cx="3048000" cy="2277877"/>
          </a:xfrm>
          <a:prstGeom prst="rect">
            <a:avLst/>
          </a:prstGeom>
          <a:solidFill>
            <a:srgbClr val="001690"/>
          </a:solidFill>
        </p:spPr>
        <p:txBody>
          <a:bodyPr lIns="182879" tIns="182879" rIns="182879" bIns="182879">
            <a:normAutofit/>
          </a:bodyPr>
          <a:lstStyle/>
          <a:p>
            <a:pPr>
              <a:defRPr b="1" spc="-100">
                <a:latin typeface="IBM Plex Sans SemiBold"/>
                <a:ea typeface="IBM Plex Sans SemiBold"/>
                <a:cs typeface="IBM Plex Sans SemiBold"/>
                <a:sym typeface="IBM Plex Sans SemiBold"/>
              </a:defRPr>
            </a:pPr>
            <a:endParaRPr/>
          </a:p>
        </p:txBody>
      </p:sp>
      <p:sp>
        <p:nvSpPr>
          <p:cNvPr id="318" name="Text Placeholder 2"/>
          <p:cNvSpPr>
            <a:spLocks noGrp="1"/>
          </p:cNvSpPr>
          <p:nvPr>
            <p:ph type="body" sz="quarter" idx="17"/>
          </p:nvPr>
        </p:nvSpPr>
        <p:spPr>
          <a:xfrm>
            <a:off x="6096000" y="4582995"/>
            <a:ext cx="6096000" cy="2277876"/>
          </a:xfrm>
          <a:prstGeom prst="rect">
            <a:avLst/>
          </a:prstGeom>
          <a:solidFill>
            <a:srgbClr val="494949"/>
          </a:solidFill>
        </p:spPr>
        <p:txBody>
          <a:bodyPr lIns="182879" tIns="182879" rIns="182879" bIns="182879">
            <a:normAutofit/>
          </a:bodyPr>
          <a:lstStyle/>
          <a:p>
            <a:pPr>
              <a:defRPr b="1" spc="-100">
                <a:latin typeface="IBM Plex Sans SemiBold"/>
                <a:ea typeface="IBM Plex Sans SemiBold"/>
                <a:cs typeface="IBM Plex Sans SemiBold"/>
                <a:sym typeface="IBM Plex Sans SemiBold"/>
              </a:defRPr>
            </a:pPr>
            <a:endParaRPr/>
          </a:p>
        </p:txBody>
      </p:sp>
      <p:pic>
        <p:nvPicPr>
          <p:cNvPr id="319" name="Picture 11" descr="Picture 11">
            <a:hlinkClick r:id="" action="ppaction://noaction"/>
          </p:cNvPr>
          <p:cNvPicPr>
            <a:picLocks noChangeAspect="1"/>
          </p:cNvPicPr>
          <p:nvPr/>
        </p:nvPicPr>
        <p:blipFill>
          <a:blip r:embed="rId2"/>
          <a:stretch>
            <a:fillRect/>
          </a:stretch>
        </p:blipFill>
        <p:spPr>
          <a:xfrm>
            <a:off x="12034032" y="6700031"/>
            <a:ext cx="94088" cy="94088"/>
          </a:xfrm>
          <a:prstGeom prst="rect">
            <a:avLst/>
          </a:prstGeom>
          <a:ln w="12700">
            <a:miter lim="400000"/>
          </a:ln>
        </p:spPr>
      </p:pic>
      <p:sp>
        <p:nvSpPr>
          <p:cNvPr id="320" name="Slide Number"/>
          <p:cNvSpPr txBox="1">
            <a:spLocks noGrp="1"/>
          </p:cNvSpPr>
          <p:nvPr>
            <p:ph type="sldNum" sz="quarter" idx="2"/>
          </p:nvPr>
        </p:nvSpPr>
        <p:spPr>
          <a:prstGeom prst="rect">
            <a:avLst/>
          </a:prstGeom>
        </p:spPr>
        <p:txBody>
          <a:bodyPr/>
          <a:lstStyle/>
          <a:p>
            <a:fld id="{86CB4B4D-7CA3-9044-876B-883B54F8677D}" type="slidenum">
              <a:rPr/>
              <a:pPr/>
              <a:t>‹#›</a:t>
            </a:fld>
            <a:endParaRPr/>
          </a:p>
        </p:txBody>
      </p:sp>
    </p:spTree>
  </p:cSld>
  <p:clrMapOvr>
    <a:masterClrMapping/>
  </p:clrMapOvr>
  <p:transition spd="med"/>
</p:sldLayout>
</file>

<file path=ppt/slideLayouts/slideLayout343.xml><?xml version="1.0" encoding="utf-8"?>
<p:sldLayout xmlns:a="http://schemas.openxmlformats.org/drawingml/2006/main" xmlns:r="http://schemas.openxmlformats.org/officeDocument/2006/relationships" xmlns:p="http://schemas.openxmlformats.org/presentationml/2006/main" type="tx">
  <p:cSld name="Left Block 01">
    <p:bg>
      <p:bgPr>
        <a:solidFill>
          <a:srgbClr val="FFFFFF"/>
        </a:solidFill>
        <a:effectLst/>
      </p:bgPr>
    </p:bg>
    <p:spTree>
      <p:nvGrpSpPr>
        <p:cNvPr id="1" name=""/>
        <p:cNvGrpSpPr/>
        <p:nvPr/>
      </p:nvGrpSpPr>
      <p:grpSpPr>
        <a:xfrm>
          <a:off x="0" y="0"/>
          <a:ext cx="0" cy="0"/>
          <a:chOff x="0" y="0"/>
          <a:chExt cx="0" cy="0"/>
        </a:xfrm>
      </p:grpSpPr>
      <p:sp>
        <p:nvSpPr>
          <p:cNvPr id="327" name="Shape 48"/>
          <p:cNvSpPr/>
          <p:nvPr/>
        </p:nvSpPr>
        <p:spPr>
          <a:xfrm>
            <a:off x="0" y="0"/>
            <a:ext cx="3048000" cy="6858000"/>
          </a:xfrm>
          <a:prstGeom prst="rect">
            <a:avLst/>
          </a:prstGeom>
          <a:solidFill>
            <a:srgbClr val="000000"/>
          </a:solidFill>
          <a:ln w="12700">
            <a:miter lim="400000"/>
          </a:ln>
        </p:spPr>
        <p:txBody>
          <a:bodyPr lIns="0" tIns="0" rIns="0" bIns="0" anchor="ctr"/>
          <a:lstStyle/>
          <a:p>
            <a:pPr algn="ctr" defTabSz="914377" hangingPunct="0">
              <a:defRPr sz="1200">
                <a:solidFill>
                  <a:srgbClr val="FFFFFF"/>
                </a:solidFill>
              </a:defRPr>
            </a:pPr>
            <a:endParaRPr sz="1600" kern="0">
              <a:solidFill>
                <a:srgbClr val="FFFFFF"/>
              </a:solidFill>
              <a:sym typeface="IBM Plex Sans"/>
            </a:endParaRPr>
          </a:p>
        </p:txBody>
      </p:sp>
      <p:sp>
        <p:nvSpPr>
          <p:cNvPr id="328" name="Title Text"/>
          <p:cNvSpPr txBox="1">
            <a:spLocks noGrp="1"/>
          </p:cNvSpPr>
          <p:nvPr>
            <p:ph type="title"/>
          </p:nvPr>
        </p:nvSpPr>
        <p:spPr>
          <a:xfrm>
            <a:off x="304800" y="260212"/>
            <a:ext cx="2472267" cy="701603"/>
          </a:xfrm>
          <a:prstGeom prst="rect">
            <a:avLst/>
          </a:prstGeom>
        </p:spPr>
        <p:txBody>
          <a:bodyPr>
            <a:normAutofit/>
          </a:bodyPr>
          <a:lstStyle>
            <a:lvl1pPr>
              <a:defRPr sz="2933" spc="-52"/>
            </a:lvl1pPr>
          </a:lstStyle>
          <a:p>
            <a:r>
              <a:t>Title Text</a:t>
            </a:r>
          </a:p>
        </p:txBody>
      </p:sp>
      <p:sp>
        <p:nvSpPr>
          <p:cNvPr id="329" name="Body Level One…"/>
          <p:cNvSpPr txBox="1">
            <a:spLocks noGrp="1"/>
          </p:cNvSpPr>
          <p:nvPr>
            <p:ph type="body" sz="quarter" idx="1"/>
          </p:nvPr>
        </p:nvSpPr>
        <p:spPr>
          <a:xfrm>
            <a:off x="304801" y="3643487"/>
            <a:ext cx="2550585" cy="1885952"/>
          </a:xfrm>
          <a:prstGeom prst="rect">
            <a:avLst/>
          </a:prstGeom>
        </p:spPr>
        <p:txBody>
          <a:bodyPr>
            <a:normAutofit/>
          </a:bodyPr>
          <a:lstStyle>
            <a:lvl1pPr>
              <a:defRPr sz="1600" spc="-53"/>
            </a:lvl1pPr>
            <a:lvl2pPr marL="226477" indent="-226477">
              <a:defRPr sz="1600" spc="-53"/>
            </a:lvl2pPr>
            <a:lvl3pPr marL="461422" indent="-162979">
              <a:defRPr sz="1600" spc="-53"/>
            </a:lvl3pPr>
            <a:lvl4pPr marL="833946" indent="-224361">
              <a:defRPr sz="1600" spc="-53"/>
            </a:lvl4pPr>
            <a:lvl5pPr marL="1071007" indent="-230710">
              <a:defRPr sz="1600" spc="-53"/>
            </a:lvl5pPr>
          </a:lstStyle>
          <a:p>
            <a:r>
              <a:t>Body Level One</a:t>
            </a:r>
          </a:p>
          <a:p>
            <a:pPr lvl="1"/>
            <a:r>
              <a:t>Body Level Two</a:t>
            </a:r>
          </a:p>
          <a:p>
            <a:pPr lvl="2"/>
            <a:r>
              <a:t>Body Level Three</a:t>
            </a:r>
          </a:p>
          <a:p>
            <a:pPr lvl="3"/>
            <a:r>
              <a:t>Body Level Four</a:t>
            </a:r>
          </a:p>
          <a:p>
            <a:pPr lvl="4"/>
            <a:r>
              <a:t>Body Level Five</a:t>
            </a:r>
          </a:p>
        </p:txBody>
      </p:sp>
      <p:sp>
        <p:nvSpPr>
          <p:cNvPr id="330" name="Slide Number"/>
          <p:cNvSpPr txBox="1">
            <a:spLocks noGrp="1"/>
          </p:cNvSpPr>
          <p:nvPr>
            <p:ph type="sldNum" sz="quarter" idx="2"/>
          </p:nvPr>
        </p:nvSpPr>
        <p:spPr>
          <a:prstGeom prst="rect">
            <a:avLst/>
          </a:prstGeom>
        </p:spPr>
        <p:txBody>
          <a:bodyPr/>
          <a:lstStyle/>
          <a:p>
            <a:fld id="{86CB4B4D-7CA3-9044-876B-883B54F8677D}" type="slidenum">
              <a:rPr/>
              <a:pPr/>
              <a:t>‹#›</a:t>
            </a:fld>
            <a:endParaRPr/>
          </a:p>
        </p:txBody>
      </p:sp>
    </p:spTree>
  </p:cSld>
  <p:clrMapOvr>
    <a:masterClrMapping/>
  </p:clrMapOvr>
  <p:transition spd="med"/>
</p:sldLayout>
</file>

<file path=ppt/slideLayouts/slideLayout344.xml><?xml version="1.0" encoding="utf-8"?>
<p:sldLayout xmlns:a="http://schemas.openxmlformats.org/drawingml/2006/main" xmlns:r="http://schemas.openxmlformats.org/officeDocument/2006/relationships" xmlns:p="http://schemas.openxmlformats.org/presentationml/2006/main" type="tx">
  <p:cSld name="boxes (4 tall)">
    <p:spTree>
      <p:nvGrpSpPr>
        <p:cNvPr id="1" name=""/>
        <p:cNvGrpSpPr/>
        <p:nvPr/>
      </p:nvGrpSpPr>
      <p:grpSpPr>
        <a:xfrm>
          <a:off x="0" y="0"/>
          <a:ext cx="0" cy="0"/>
          <a:chOff x="0" y="0"/>
          <a:chExt cx="0" cy="0"/>
        </a:xfrm>
      </p:grpSpPr>
      <p:sp>
        <p:nvSpPr>
          <p:cNvPr id="337" name="Body Level One…"/>
          <p:cNvSpPr txBox="1">
            <a:spLocks noGrp="1"/>
          </p:cNvSpPr>
          <p:nvPr>
            <p:ph type="body" sz="half" idx="1"/>
          </p:nvPr>
        </p:nvSpPr>
        <p:spPr>
          <a:xfrm>
            <a:off x="0" y="-2"/>
            <a:ext cx="3048000" cy="6858001"/>
          </a:xfrm>
          <a:prstGeom prst="rect">
            <a:avLst/>
          </a:prstGeom>
          <a:solidFill>
            <a:srgbClr val="0064FF"/>
          </a:solidFill>
        </p:spPr>
        <p:txBody>
          <a:bodyPr lIns="192023" tIns="192023" rIns="192023" bIns="192023">
            <a:normAutofit/>
          </a:bodyPr>
          <a:lstStyle>
            <a:lvl1pPr>
              <a:defRPr>
                <a:latin typeface="IBM Plex Sans SemiBold"/>
                <a:ea typeface="IBM Plex Sans SemiBold"/>
                <a:cs typeface="IBM Plex Sans SemiBold"/>
                <a:sym typeface="IBM Plex Sans SemiBold"/>
              </a:defRPr>
            </a:lvl1pPr>
            <a:lvl2pPr marL="288245" indent="-288245">
              <a:defRPr>
                <a:latin typeface="IBM Plex Sans SemiBold"/>
                <a:ea typeface="IBM Plex Sans SemiBold"/>
                <a:cs typeface="IBM Plex Sans SemiBold"/>
                <a:sym typeface="IBM Plex Sans SemiBold"/>
              </a:defRPr>
            </a:lvl2pPr>
            <a:lvl3pPr>
              <a:defRPr>
                <a:latin typeface="IBM Plex Sans SemiBold"/>
                <a:ea typeface="IBM Plex Sans SemiBold"/>
                <a:cs typeface="IBM Plex Sans SemiBold"/>
                <a:sym typeface="IBM Plex Sans SemiBold"/>
              </a:defRPr>
            </a:lvl3pPr>
            <a:lvl4pPr>
              <a:defRPr>
                <a:latin typeface="IBM Plex Sans SemiBold"/>
                <a:ea typeface="IBM Plex Sans SemiBold"/>
                <a:cs typeface="IBM Plex Sans SemiBold"/>
                <a:sym typeface="IBM Plex Sans SemiBold"/>
              </a:defRPr>
            </a:lvl4pPr>
            <a:lvl5pPr>
              <a:defRPr>
                <a:latin typeface="IBM Plex Sans SemiBold"/>
                <a:ea typeface="IBM Plex Sans SemiBold"/>
                <a:cs typeface="IBM Plex Sans SemiBold"/>
                <a:sym typeface="IBM Plex Sans SemiBold"/>
              </a:defRPr>
            </a:lvl5pPr>
          </a:lstStyle>
          <a:p>
            <a:r>
              <a:t>Body Level One</a:t>
            </a:r>
          </a:p>
          <a:p>
            <a:pPr lvl="1"/>
            <a:r>
              <a:t>Body Level Two</a:t>
            </a:r>
          </a:p>
          <a:p>
            <a:pPr lvl="2"/>
            <a:r>
              <a:t>Body Level Three</a:t>
            </a:r>
          </a:p>
          <a:p>
            <a:pPr lvl="3"/>
            <a:r>
              <a:t>Body Level Four</a:t>
            </a:r>
          </a:p>
          <a:p>
            <a:pPr lvl="4"/>
            <a:r>
              <a:t>Body Level Five</a:t>
            </a:r>
          </a:p>
        </p:txBody>
      </p:sp>
      <p:sp>
        <p:nvSpPr>
          <p:cNvPr id="338" name="Slide Number"/>
          <p:cNvSpPr txBox="1">
            <a:spLocks noGrp="1"/>
          </p:cNvSpPr>
          <p:nvPr>
            <p:ph type="sldNum" sz="quarter" idx="2"/>
          </p:nvPr>
        </p:nvSpPr>
        <p:spPr>
          <a:xfrm>
            <a:off x="11772939" y="6562788"/>
            <a:ext cx="114262" cy="110800"/>
          </a:xfrm>
          <a:prstGeom prst="rect">
            <a:avLst/>
          </a:prstGeom>
        </p:spPr>
        <p:txBody>
          <a:bodyPr/>
          <a:lstStyle/>
          <a:p>
            <a:fld id="{86CB4B4D-7CA3-9044-876B-883B54F8677D}" type="slidenum">
              <a:rPr/>
              <a:pPr/>
              <a:t>‹#›</a:t>
            </a:fld>
            <a:endParaRPr/>
          </a:p>
        </p:txBody>
      </p:sp>
      <p:pic>
        <p:nvPicPr>
          <p:cNvPr id="339" name="Picture 8" descr="Picture 8">
            <a:hlinkClick r:id="" action="ppaction://noaction"/>
          </p:cNvPr>
          <p:cNvPicPr>
            <a:picLocks noChangeAspect="1"/>
          </p:cNvPicPr>
          <p:nvPr/>
        </p:nvPicPr>
        <p:blipFill>
          <a:blip r:embed="rId2"/>
          <a:stretch>
            <a:fillRect/>
          </a:stretch>
        </p:blipFill>
        <p:spPr>
          <a:xfrm>
            <a:off x="12034032" y="6700031"/>
            <a:ext cx="94088" cy="94088"/>
          </a:xfrm>
          <a:prstGeom prst="rect">
            <a:avLst/>
          </a:prstGeom>
          <a:ln w="12700">
            <a:miter lim="400000"/>
          </a:ln>
        </p:spPr>
      </p:pic>
    </p:spTree>
  </p:cSld>
  <p:clrMapOvr>
    <a:masterClrMapping/>
  </p:clrMapOvr>
  <p:transition spd="med"/>
</p:sldLayout>
</file>

<file path=ppt/slideLayouts/slideLayout345.xml><?xml version="1.0" encoding="utf-8"?>
<p:sldLayout xmlns:a="http://schemas.openxmlformats.org/drawingml/2006/main" xmlns:r="http://schemas.openxmlformats.org/officeDocument/2006/relationships" xmlns:p="http://schemas.openxmlformats.org/presentationml/2006/main" type="tx">
  <p:cSld name="case study 2: title, text (2/4), quote (2/4)">
    <p:spTree>
      <p:nvGrpSpPr>
        <p:cNvPr id="1" name=""/>
        <p:cNvGrpSpPr/>
        <p:nvPr/>
      </p:nvGrpSpPr>
      <p:grpSpPr>
        <a:xfrm>
          <a:off x="0" y="0"/>
          <a:ext cx="0" cy="0"/>
          <a:chOff x="0" y="0"/>
          <a:chExt cx="0" cy="0"/>
        </a:xfrm>
      </p:grpSpPr>
      <p:sp>
        <p:nvSpPr>
          <p:cNvPr id="346" name="Title Text"/>
          <p:cNvSpPr txBox="1">
            <a:spLocks noGrp="1"/>
          </p:cNvSpPr>
          <p:nvPr>
            <p:ph type="title"/>
          </p:nvPr>
        </p:nvSpPr>
        <p:spPr>
          <a:xfrm>
            <a:off x="304800" y="268224"/>
            <a:ext cx="5486400" cy="1193365"/>
          </a:xfrm>
          <a:prstGeom prst="rect">
            <a:avLst/>
          </a:prstGeom>
        </p:spPr>
        <p:txBody>
          <a:bodyPr>
            <a:normAutofit/>
          </a:bodyPr>
          <a:lstStyle/>
          <a:p>
            <a:r>
              <a:t>Title Text</a:t>
            </a:r>
          </a:p>
        </p:txBody>
      </p:sp>
      <p:sp>
        <p:nvSpPr>
          <p:cNvPr id="347" name="Slide Number"/>
          <p:cNvSpPr txBox="1">
            <a:spLocks noGrp="1"/>
          </p:cNvSpPr>
          <p:nvPr>
            <p:ph type="sldNum" sz="quarter" idx="2"/>
          </p:nvPr>
        </p:nvSpPr>
        <p:spPr>
          <a:xfrm>
            <a:off x="11772939" y="6562788"/>
            <a:ext cx="114262" cy="110800"/>
          </a:xfrm>
          <a:prstGeom prst="rect">
            <a:avLst/>
          </a:prstGeom>
        </p:spPr>
        <p:txBody>
          <a:bodyPr/>
          <a:lstStyle/>
          <a:p>
            <a:fld id="{86CB4B4D-7CA3-9044-876B-883B54F8677D}" type="slidenum">
              <a:rPr/>
              <a:pPr/>
              <a:t>‹#›</a:t>
            </a:fld>
            <a:endParaRPr/>
          </a:p>
        </p:txBody>
      </p:sp>
      <p:sp>
        <p:nvSpPr>
          <p:cNvPr id="348" name="Body Level One…"/>
          <p:cNvSpPr txBox="1">
            <a:spLocks noGrp="1"/>
          </p:cNvSpPr>
          <p:nvPr>
            <p:ph type="body" sz="quarter" idx="1"/>
          </p:nvPr>
        </p:nvSpPr>
        <p:spPr>
          <a:xfrm>
            <a:off x="304800" y="1463041"/>
            <a:ext cx="2438400" cy="4669537"/>
          </a:xfrm>
          <a:prstGeom prst="rect">
            <a:avLst/>
          </a:prstGeom>
        </p:spPr>
        <p:txBody>
          <a:bodyPr>
            <a:normAutofit/>
          </a:bodyPr>
          <a:lstStyle>
            <a:lvl1pPr>
              <a:defRPr>
                <a:latin typeface="IBM Plex Sans SemiBold"/>
                <a:ea typeface="IBM Plex Sans SemiBold"/>
                <a:cs typeface="IBM Plex Sans SemiBold"/>
                <a:sym typeface="IBM Plex Sans SemiBold"/>
              </a:defRPr>
            </a:lvl1pPr>
            <a:lvl2pPr marL="317069" indent="-317069">
              <a:defRPr>
                <a:latin typeface="IBM Plex Sans SemiBold"/>
                <a:ea typeface="IBM Plex Sans SemiBold"/>
                <a:cs typeface="IBM Plex Sans SemiBold"/>
                <a:sym typeface="IBM Plex Sans SemiBold"/>
              </a:defRPr>
            </a:lvl2pPr>
            <a:lvl3pPr>
              <a:defRPr>
                <a:latin typeface="IBM Plex Sans SemiBold"/>
                <a:ea typeface="IBM Plex Sans SemiBold"/>
                <a:cs typeface="IBM Plex Sans SemiBold"/>
                <a:sym typeface="IBM Plex Sans SemiBold"/>
              </a:defRPr>
            </a:lvl3pPr>
            <a:lvl4pPr>
              <a:defRPr>
                <a:latin typeface="IBM Plex Sans SemiBold"/>
                <a:ea typeface="IBM Plex Sans SemiBold"/>
                <a:cs typeface="IBM Plex Sans SemiBold"/>
                <a:sym typeface="IBM Plex Sans SemiBold"/>
              </a:defRPr>
            </a:lvl4pPr>
            <a:lvl5pPr>
              <a:defRPr>
                <a:latin typeface="IBM Plex Sans SemiBold"/>
                <a:ea typeface="IBM Plex Sans SemiBold"/>
                <a:cs typeface="IBM Plex Sans SemiBold"/>
                <a:sym typeface="IBM Plex Sans SemiBold"/>
              </a:defRPr>
            </a:lvl5pPr>
          </a:lstStyle>
          <a:p>
            <a:r>
              <a:t>Body Level One</a:t>
            </a:r>
          </a:p>
          <a:p>
            <a:pPr lvl="1"/>
            <a:r>
              <a:t>Body Level Two</a:t>
            </a:r>
          </a:p>
          <a:p>
            <a:pPr lvl="2"/>
            <a:r>
              <a:t>Body Level Three</a:t>
            </a:r>
          </a:p>
          <a:p>
            <a:pPr lvl="3"/>
            <a:r>
              <a:t>Body Level Four</a:t>
            </a:r>
          </a:p>
          <a:p>
            <a:pPr lvl="4"/>
            <a:r>
              <a:t>Body Level Five</a:t>
            </a:r>
          </a:p>
        </p:txBody>
      </p:sp>
      <p:sp>
        <p:nvSpPr>
          <p:cNvPr id="349" name="Text Placeholder 5"/>
          <p:cNvSpPr>
            <a:spLocks noGrp="1"/>
          </p:cNvSpPr>
          <p:nvPr>
            <p:ph type="body" sz="quarter" idx="13"/>
          </p:nvPr>
        </p:nvSpPr>
        <p:spPr>
          <a:xfrm>
            <a:off x="3352800" y="1488016"/>
            <a:ext cx="2438400" cy="4608579"/>
          </a:xfrm>
          <a:prstGeom prst="rect">
            <a:avLst/>
          </a:prstGeom>
        </p:spPr>
        <p:txBody>
          <a:bodyPr>
            <a:normAutofit/>
          </a:bodyPr>
          <a:lstStyle/>
          <a:p>
            <a:pPr>
              <a:defRPr spc="-100">
                <a:latin typeface="IBM Plex Sans SemiBold"/>
                <a:ea typeface="IBM Plex Sans SemiBold"/>
                <a:cs typeface="IBM Plex Sans SemiBold"/>
                <a:sym typeface="IBM Plex Sans SemiBold"/>
              </a:defRPr>
            </a:pPr>
            <a:endParaRPr/>
          </a:p>
        </p:txBody>
      </p:sp>
      <p:sp>
        <p:nvSpPr>
          <p:cNvPr id="350" name="Text Placeholder 8"/>
          <p:cNvSpPr>
            <a:spLocks noGrp="1"/>
          </p:cNvSpPr>
          <p:nvPr>
            <p:ph type="body" sz="half" idx="14"/>
          </p:nvPr>
        </p:nvSpPr>
        <p:spPr>
          <a:xfrm>
            <a:off x="6267189" y="1402081"/>
            <a:ext cx="5620011" cy="4608577"/>
          </a:xfrm>
          <a:prstGeom prst="rect">
            <a:avLst/>
          </a:prstGeom>
        </p:spPr>
        <p:txBody>
          <a:bodyPr>
            <a:normAutofit/>
          </a:bodyPr>
          <a:lstStyle>
            <a:lvl1pPr marL="156629" indent="-156629">
              <a:defRPr sz="2400" spc="-100">
                <a:latin typeface="IBM Plex Sans SemiBold"/>
                <a:ea typeface="IBM Plex Sans SemiBold"/>
                <a:cs typeface="IBM Plex Sans SemiBold"/>
                <a:sym typeface="IBM Plex Sans SemiBold"/>
              </a:defRPr>
            </a:lvl1pPr>
          </a:lstStyle>
          <a:p>
            <a:pPr marL="117475" indent="-117475">
              <a:defRPr sz="2400" spc="-100">
                <a:latin typeface="IBM Plex Sans SemiBold"/>
                <a:ea typeface="IBM Plex Sans SemiBold"/>
                <a:cs typeface="IBM Plex Sans SemiBold"/>
                <a:sym typeface="IBM Plex Sans SemiBold"/>
              </a:defRPr>
            </a:pPr>
            <a:endParaRPr/>
          </a:p>
        </p:txBody>
      </p:sp>
      <p:sp>
        <p:nvSpPr>
          <p:cNvPr id="351" name="Footer Placeholder 3"/>
          <p:cNvSpPr txBox="1"/>
          <p:nvPr/>
        </p:nvSpPr>
        <p:spPr>
          <a:xfrm>
            <a:off x="304800" y="6510466"/>
            <a:ext cx="8534400" cy="215444"/>
          </a:xfrm>
          <a:prstGeom prst="rect">
            <a:avLst/>
          </a:prstGeom>
          <a:ln w="12700">
            <a:miter lim="400000"/>
          </a:ln>
          <a:extLst>
            <a:ext uri="{C572A759-6A51-4108-AA02-DFA0A04FC94B}">
              <ma14:wrappingTextBoxFlag xmlns:ma14="http://schemas.microsoft.com/office/mac/drawingml/2011/main" xmlns="" val="1"/>
            </a:ext>
          </a:extLst>
        </p:spPr>
        <p:txBody>
          <a:bodyPr lIns="60959" rIns="60959" anchor="ctr">
            <a:spAutoFit/>
          </a:bodyPr>
          <a:lstStyle>
            <a:lvl1pPr>
              <a:defRPr sz="600">
                <a:solidFill>
                  <a:srgbClr val="FFFFFF"/>
                </a:solidFill>
              </a:defRPr>
            </a:lvl1pPr>
          </a:lstStyle>
          <a:p>
            <a:pPr defTabSz="914377" hangingPunct="0"/>
            <a:r>
              <a:rPr sz="800" kern="0">
                <a:sym typeface="IBM Plex Sans"/>
              </a:rPr>
              <a:t>IBM Cloud/ © 2018 IBM Corporation</a:t>
            </a:r>
          </a:p>
        </p:txBody>
      </p:sp>
    </p:spTree>
  </p:cSld>
  <p:clrMapOvr>
    <a:masterClrMapping/>
  </p:clrMapOvr>
  <p:transition spd="med"/>
</p:sldLayout>
</file>

<file path=ppt/slideLayouts/slideLayout346.xml><?xml version="1.0" encoding="utf-8"?>
<p:sldLayout xmlns:a="http://schemas.openxmlformats.org/drawingml/2006/main" xmlns:r="http://schemas.openxmlformats.org/officeDocument/2006/relationships" xmlns:p="http://schemas.openxmlformats.org/presentationml/2006/main" type="tx">
  <p:cSld name="title, text (1/4), blank (3/4)">
    <p:spTree>
      <p:nvGrpSpPr>
        <p:cNvPr id="1" name=""/>
        <p:cNvGrpSpPr/>
        <p:nvPr/>
      </p:nvGrpSpPr>
      <p:grpSpPr>
        <a:xfrm>
          <a:off x="0" y="0"/>
          <a:ext cx="0" cy="0"/>
          <a:chOff x="0" y="0"/>
          <a:chExt cx="0" cy="0"/>
        </a:xfrm>
      </p:grpSpPr>
      <p:sp>
        <p:nvSpPr>
          <p:cNvPr id="358" name="Title Text"/>
          <p:cNvSpPr txBox="1">
            <a:spLocks noGrp="1"/>
          </p:cNvSpPr>
          <p:nvPr>
            <p:ph type="title"/>
          </p:nvPr>
        </p:nvSpPr>
        <p:spPr>
          <a:xfrm>
            <a:off x="304800" y="268224"/>
            <a:ext cx="5486400" cy="1193365"/>
          </a:xfrm>
          <a:prstGeom prst="rect">
            <a:avLst/>
          </a:prstGeom>
        </p:spPr>
        <p:txBody>
          <a:bodyPr>
            <a:normAutofit/>
          </a:bodyPr>
          <a:lstStyle/>
          <a:p>
            <a:r>
              <a:t>Title Text</a:t>
            </a:r>
          </a:p>
        </p:txBody>
      </p:sp>
      <p:sp>
        <p:nvSpPr>
          <p:cNvPr id="359" name="Slide Number"/>
          <p:cNvSpPr txBox="1">
            <a:spLocks noGrp="1"/>
          </p:cNvSpPr>
          <p:nvPr>
            <p:ph type="sldNum" sz="quarter" idx="2"/>
          </p:nvPr>
        </p:nvSpPr>
        <p:spPr>
          <a:xfrm>
            <a:off x="11772939" y="6562788"/>
            <a:ext cx="114262" cy="110800"/>
          </a:xfrm>
          <a:prstGeom prst="rect">
            <a:avLst/>
          </a:prstGeom>
        </p:spPr>
        <p:txBody>
          <a:bodyPr/>
          <a:lstStyle/>
          <a:p>
            <a:fld id="{86CB4B4D-7CA3-9044-876B-883B54F8677D}" type="slidenum">
              <a:rPr/>
              <a:pPr/>
              <a:t>‹#›</a:t>
            </a:fld>
            <a:endParaRPr/>
          </a:p>
        </p:txBody>
      </p:sp>
      <p:sp>
        <p:nvSpPr>
          <p:cNvPr id="360" name="Body Level One…"/>
          <p:cNvSpPr txBox="1">
            <a:spLocks noGrp="1"/>
          </p:cNvSpPr>
          <p:nvPr>
            <p:ph type="body" sz="quarter" idx="1"/>
          </p:nvPr>
        </p:nvSpPr>
        <p:spPr>
          <a:xfrm>
            <a:off x="304800" y="1488650"/>
            <a:ext cx="2438400" cy="4605868"/>
          </a:xfrm>
          <a:prstGeom prst="rect">
            <a:avLst/>
          </a:prstGeom>
        </p:spPr>
        <p:txBody>
          <a:bodyPr>
            <a:normAutofit/>
          </a:bodyPr>
          <a:lstStyle>
            <a:lvl2pPr marL="288245" indent="-288245"/>
          </a:lstStyle>
          <a:p>
            <a:r>
              <a:t>Body Level One</a:t>
            </a:r>
          </a:p>
          <a:p>
            <a:pPr lvl="1"/>
            <a:r>
              <a:t>Body Level Two</a:t>
            </a:r>
          </a:p>
          <a:p>
            <a:pPr lvl="2"/>
            <a:r>
              <a:t>Body Level Three</a:t>
            </a:r>
          </a:p>
          <a:p>
            <a:pPr lvl="3"/>
            <a:r>
              <a:t>Body Level Four</a:t>
            </a:r>
          </a:p>
          <a:p>
            <a:pPr lvl="4"/>
            <a:r>
              <a:t>Body Level Five</a:t>
            </a:r>
          </a:p>
        </p:txBody>
      </p:sp>
    </p:spTree>
  </p:cSld>
  <p:clrMapOvr>
    <a:masterClrMapping/>
  </p:clrMapOvr>
  <p:transition spd="med"/>
</p:sldLayout>
</file>

<file path=ppt/slideLayouts/slideLayout347.xml><?xml version="1.0" encoding="utf-8"?>
<p:sldLayout xmlns:a="http://schemas.openxmlformats.org/drawingml/2006/main" xmlns:r="http://schemas.openxmlformats.org/officeDocument/2006/relationships" xmlns:p="http://schemas.openxmlformats.org/presentationml/2006/main" type="tx">
  <p:cSld name="Simple Title and Body">
    <p:spTree>
      <p:nvGrpSpPr>
        <p:cNvPr id="1" name=""/>
        <p:cNvGrpSpPr/>
        <p:nvPr/>
      </p:nvGrpSpPr>
      <p:grpSpPr>
        <a:xfrm>
          <a:off x="0" y="0"/>
          <a:ext cx="0" cy="0"/>
          <a:chOff x="0" y="0"/>
          <a:chExt cx="0" cy="0"/>
        </a:xfrm>
      </p:grpSpPr>
      <p:sp>
        <p:nvSpPr>
          <p:cNvPr id="367" name="Title Text"/>
          <p:cNvSpPr txBox="1">
            <a:spLocks noGrp="1"/>
          </p:cNvSpPr>
          <p:nvPr>
            <p:ph type="title"/>
          </p:nvPr>
        </p:nvSpPr>
        <p:spPr>
          <a:xfrm>
            <a:off x="304800" y="268224"/>
            <a:ext cx="5486400" cy="1140968"/>
          </a:xfrm>
          <a:prstGeom prst="rect">
            <a:avLst/>
          </a:prstGeom>
        </p:spPr>
        <p:txBody>
          <a:bodyPr>
            <a:normAutofit/>
          </a:bodyPr>
          <a:lstStyle/>
          <a:p>
            <a:r>
              <a:t>Title Text</a:t>
            </a:r>
          </a:p>
        </p:txBody>
      </p:sp>
      <p:sp>
        <p:nvSpPr>
          <p:cNvPr id="368" name="Body Level One…"/>
          <p:cNvSpPr txBox="1">
            <a:spLocks noGrp="1"/>
          </p:cNvSpPr>
          <p:nvPr>
            <p:ph type="body" sz="half" idx="1"/>
          </p:nvPr>
        </p:nvSpPr>
        <p:spPr>
          <a:xfrm>
            <a:off x="304800" y="1524000"/>
            <a:ext cx="5486400" cy="4779264"/>
          </a:xfrm>
          <a:prstGeom prst="rect">
            <a:avLst/>
          </a:prstGeom>
        </p:spPr>
        <p:txBody>
          <a:bodyPr>
            <a:normAutofit/>
          </a:bodyPr>
          <a:lstStyle>
            <a:lvl1pPr>
              <a:lnSpc>
                <a:spcPct val="100000"/>
              </a:lnSpc>
              <a:spcBef>
                <a:spcPts val="0"/>
              </a:spcBef>
              <a:tabLst>
                <a:tab pos="5350800" algn="r"/>
              </a:tabLst>
              <a:defRPr sz="1467" spc="-52"/>
            </a:lvl1pPr>
            <a:lvl2pPr marL="211485" indent="-211485">
              <a:lnSpc>
                <a:spcPct val="100000"/>
              </a:lnSpc>
              <a:spcBef>
                <a:spcPts val="0"/>
              </a:spcBef>
              <a:tabLst>
                <a:tab pos="5350800" algn="r"/>
              </a:tabLst>
              <a:defRPr sz="1467" spc="-52"/>
            </a:lvl2pPr>
            <a:lvl3pPr marL="461422" indent="-162979">
              <a:lnSpc>
                <a:spcPct val="100000"/>
              </a:lnSpc>
              <a:spcBef>
                <a:spcPts val="0"/>
              </a:spcBef>
              <a:tabLst>
                <a:tab pos="5350800" algn="r"/>
              </a:tabLst>
              <a:defRPr sz="1467" spc="-52"/>
            </a:lvl3pPr>
            <a:lvl4pPr marL="833946" indent="-224361">
              <a:lnSpc>
                <a:spcPct val="100000"/>
              </a:lnSpc>
              <a:spcBef>
                <a:spcPts val="0"/>
              </a:spcBef>
              <a:tabLst>
                <a:tab pos="5350800" algn="r"/>
              </a:tabLst>
              <a:defRPr sz="1467" spc="-52"/>
            </a:lvl4pPr>
            <a:lvl5pPr marL="1071007" indent="-230710">
              <a:lnSpc>
                <a:spcPct val="100000"/>
              </a:lnSpc>
              <a:spcBef>
                <a:spcPts val="0"/>
              </a:spcBef>
              <a:tabLst>
                <a:tab pos="5350800" algn="r"/>
              </a:tabLst>
              <a:defRPr sz="1467" spc="-52"/>
            </a:lvl5pPr>
          </a:lstStyle>
          <a:p>
            <a:r>
              <a:t>Body Level One</a:t>
            </a:r>
          </a:p>
          <a:p>
            <a:pPr lvl="1"/>
            <a:r>
              <a:t>Body Level Two</a:t>
            </a:r>
          </a:p>
          <a:p>
            <a:pPr lvl="2"/>
            <a:r>
              <a:t>Body Level Three</a:t>
            </a:r>
          </a:p>
          <a:p>
            <a:pPr lvl="3"/>
            <a:r>
              <a:t>Body Level Four</a:t>
            </a:r>
          </a:p>
          <a:p>
            <a:pPr lvl="4"/>
            <a:r>
              <a:t>Body Level Five</a:t>
            </a:r>
          </a:p>
        </p:txBody>
      </p:sp>
      <p:sp>
        <p:nvSpPr>
          <p:cNvPr id="369" name="Footer Placeholder 3"/>
          <p:cNvSpPr txBox="1"/>
          <p:nvPr/>
        </p:nvSpPr>
        <p:spPr>
          <a:xfrm>
            <a:off x="304800" y="6510466"/>
            <a:ext cx="8534400" cy="215444"/>
          </a:xfrm>
          <a:prstGeom prst="rect">
            <a:avLst/>
          </a:prstGeom>
          <a:ln w="12700">
            <a:miter lim="400000"/>
          </a:ln>
          <a:extLst>
            <a:ext uri="{C572A759-6A51-4108-AA02-DFA0A04FC94B}">
              <ma14:wrappingTextBoxFlag xmlns:ma14="http://schemas.microsoft.com/office/mac/drawingml/2011/main" xmlns="" val="1"/>
            </a:ext>
          </a:extLst>
        </p:spPr>
        <p:txBody>
          <a:bodyPr lIns="60959" rIns="60959" anchor="ctr">
            <a:spAutoFit/>
          </a:bodyPr>
          <a:lstStyle>
            <a:lvl1pPr>
              <a:defRPr sz="600">
                <a:solidFill>
                  <a:srgbClr val="FFFFFF"/>
                </a:solidFill>
              </a:defRPr>
            </a:lvl1pPr>
          </a:lstStyle>
          <a:p>
            <a:pPr defTabSz="914377" hangingPunct="0"/>
            <a:r>
              <a:rPr sz="800" kern="0">
                <a:sym typeface="IBM Plex Sans"/>
              </a:rPr>
              <a:t>IBM Cloud/© 2018 IBM Corporation</a:t>
            </a:r>
          </a:p>
        </p:txBody>
      </p:sp>
      <p:sp>
        <p:nvSpPr>
          <p:cNvPr id="370" name="Slide Number"/>
          <p:cNvSpPr txBox="1">
            <a:spLocks noGrp="1"/>
          </p:cNvSpPr>
          <p:nvPr>
            <p:ph type="sldNum" sz="quarter" idx="2"/>
          </p:nvPr>
        </p:nvSpPr>
        <p:spPr>
          <a:prstGeom prst="rect">
            <a:avLst/>
          </a:prstGeom>
        </p:spPr>
        <p:txBody>
          <a:bodyPr/>
          <a:lstStyle/>
          <a:p>
            <a:fld id="{86CB4B4D-7CA3-9044-876B-883B54F8677D}" type="slidenum">
              <a:rPr/>
              <a:pPr/>
              <a:t>‹#›</a:t>
            </a:fld>
            <a:endParaRPr/>
          </a:p>
        </p:txBody>
      </p:sp>
    </p:spTree>
  </p:cSld>
  <p:clrMapOvr>
    <a:masterClrMapping/>
  </p:clrMapOvr>
  <p:transition spd="med"/>
</p:sldLayout>
</file>

<file path=ppt/slideLayouts/slideLayout348.xml><?xml version="1.0" encoding="utf-8"?>
<p:sldLayout xmlns:a="http://schemas.openxmlformats.org/drawingml/2006/main" xmlns:r="http://schemas.openxmlformats.org/officeDocument/2006/relationships" xmlns:p="http://schemas.openxmlformats.org/presentationml/2006/main" type="tx">
  <p:cSld name="case study: title, text (2/4), content (2/4)">
    <p:spTree>
      <p:nvGrpSpPr>
        <p:cNvPr id="1" name=""/>
        <p:cNvGrpSpPr/>
        <p:nvPr/>
      </p:nvGrpSpPr>
      <p:grpSpPr>
        <a:xfrm>
          <a:off x="0" y="0"/>
          <a:ext cx="0" cy="0"/>
          <a:chOff x="0" y="0"/>
          <a:chExt cx="0" cy="0"/>
        </a:xfrm>
      </p:grpSpPr>
      <p:sp>
        <p:nvSpPr>
          <p:cNvPr id="377" name="Title Text"/>
          <p:cNvSpPr txBox="1">
            <a:spLocks noGrp="1"/>
          </p:cNvSpPr>
          <p:nvPr>
            <p:ph type="title"/>
          </p:nvPr>
        </p:nvSpPr>
        <p:spPr>
          <a:xfrm>
            <a:off x="304800" y="268224"/>
            <a:ext cx="5486400" cy="1193365"/>
          </a:xfrm>
          <a:prstGeom prst="rect">
            <a:avLst/>
          </a:prstGeom>
        </p:spPr>
        <p:txBody>
          <a:bodyPr>
            <a:normAutofit/>
          </a:bodyPr>
          <a:lstStyle/>
          <a:p>
            <a:r>
              <a:t>Title Text</a:t>
            </a:r>
          </a:p>
        </p:txBody>
      </p:sp>
      <p:sp>
        <p:nvSpPr>
          <p:cNvPr id="378" name="Slide Number"/>
          <p:cNvSpPr txBox="1">
            <a:spLocks noGrp="1"/>
          </p:cNvSpPr>
          <p:nvPr>
            <p:ph type="sldNum" sz="quarter" idx="2"/>
          </p:nvPr>
        </p:nvSpPr>
        <p:spPr>
          <a:xfrm>
            <a:off x="11772939" y="6562788"/>
            <a:ext cx="114262" cy="110800"/>
          </a:xfrm>
          <a:prstGeom prst="rect">
            <a:avLst/>
          </a:prstGeom>
        </p:spPr>
        <p:txBody>
          <a:bodyPr/>
          <a:lstStyle/>
          <a:p>
            <a:fld id="{86CB4B4D-7CA3-9044-876B-883B54F8677D}" type="slidenum">
              <a:rPr/>
              <a:pPr/>
              <a:t>‹#›</a:t>
            </a:fld>
            <a:endParaRPr/>
          </a:p>
        </p:txBody>
      </p:sp>
      <p:sp>
        <p:nvSpPr>
          <p:cNvPr id="379" name="Body Level One…"/>
          <p:cNvSpPr txBox="1">
            <a:spLocks noGrp="1"/>
          </p:cNvSpPr>
          <p:nvPr>
            <p:ph type="body" sz="quarter" idx="1"/>
          </p:nvPr>
        </p:nvSpPr>
        <p:spPr>
          <a:xfrm>
            <a:off x="304800" y="1463041"/>
            <a:ext cx="2438400" cy="4669537"/>
          </a:xfrm>
          <a:prstGeom prst="rect">
            <a:avLst/>
          </a:prstGeom>
        </p:spPr>
        <p:txBody>
          <a:bodyPr>
            <a:normAutofit/>
          </a:bodyPr>
          <a:lstStyle>
            <a:lvl1pPr>
              <a:defRPr sz="2133">
                <a:latin typeface="IBM Plex Sans SemiBold"/>
                <a:ea typeface="IBM Plex Sans SemiBold"/>
                <a:cs typeface="IBM Plex Sans SemiBold"/>
                <a:sym typeface="IBM Plex Sans SemiBold"/>
              </a:defRPr>
            </a:lvl1pPr>
            <a:lvl2pPr marL="329422" indent="-329422">
              <a:defRPr sz="2133">
                <a:latin typeface="IBM Plex Sans SemiBold"/>
                <a:ea typeface="IBM Plex Sans SemiBold"/>
                <a:cs typeface="IBM Plex Sans SemiBold"/>
                <a:sym typeface="IBM Plex Sans SemiBold"/>
              </a:defRPr>
            </a:lvl2pPr>
            <a:lvl3pPr marL="535503" indent="-237061">
              <a:defRPr sz="2133">
                <a:latin typeface="IBM Plex Sans SemiBold"/>
                <a:ea typeface="IBM Plex Sans SemiBold"/>
                <a:cs typeface="IBM Plex Sans SemiBold"/>
                <a:sym typeface="IBM Plex Sans SemiBold"/>
              </a:defRPr>
            </a:lvl3pPr>
            <a:lvl4pPr marL="935927" indent="-326343">
              <a:defRPr sz="2133">
                <a:latin typeface="IBM Plex Sans SemiBold"/>
                <a:ea typeface="IBM Plex Sans SemiBold"/>
                <a:cs typeface="IBM Plex Sans SemiBold"/>
                <a:sym typeface="IBM Plex Sans SemiBold"/>
              </a:defRPr>
            </a:lvl4pPr>
            <a:lvl5pPr marL="1175875" indent="-335580">
              <a:defRPr sz="2133">
                <a:latin typeface="IBM Plex Sans SemiBold"/>
                <a:ea typeface="IBM Plex Sans SemiBold"/>
                <a:cs typeface="IBM Plex Sans SemiBold"/>
                <a:sym typeface="IBM Plex Sans SemiBold"/>
              </a:defRPr>
            </a:lvl5pPr>
          </a:lstStyle>
          <a:p>
            <a:r>
              <a:t>Body Level One</a:t>
            </a:r>
          </a:p>
          <a:p>
            <a:pPr lvl="1"/>
            <a:r>
              <a:t>Body Level Two</a:t>
            </a:r>
          </a:p>
          <a:p>
            <a:pPr lvl="2"/>
            <a:r>
              <a:t>Body Level Three</a:t>
            </a:r>
          </a:p>
          <a:p>
            <a:pPr lvl="3"/>
            <a:r>
              <a:t>Body Level Four</a:t>
            </a:r>
          </a:p>
          <a:p>
            <a:pPr lvl="4"/>
            <a:r>
              <a:t>Body Level Five</a:t>
            </a:r>
          </a:p>
        </p:txBody>
      </p:sp>
      <p:sp>
        <p:nvSpPr>
          <p:cNvPr id="380" name="Text Placeholder 5"/>
          <p:cNvSpPr>
            <a:spLocks noGrp="1"/>
          </p:cNvSpPr>
          <p:nvPr>
            <p:ph type="body" sz="quarter" idx="13"/>
          </p:nvPr>
        </p:nvSpPr>
        <p:spPr>
          <a:xfrm>
            <a:off x="3352800" y="1499615"/>
            <a:ext cx="2438400" cy="4608579"/>
          </a:xfrm>
          <a:prstGeom prst="rect">
            <a:avLst/>
          </a:prstGeom>
        </p:spPr>
        <p:txBody>
          <a:bodyPr>
            <a:normAutofit/>
          </a:bodyPr>
          <a:lstStyle/>
          <a:p>
            <a:pPr>
              <a:defRPr spc="-100">
                <a:latin typeface="IBM Plex Sans SemiBold"/>
                <a:ea typeface="IBM Plex Sans SemiBold"/>
                <a:cs typeface="IBM Plex Sans SemiBold"/>
                <a:sym typeface="IBM Plex Sans SemiBold"/>
              </a:defRPr>
            </a:pPr>
            <a:endParaRPr/>
          </a:p>
        </p:txBody>
      </p:sp>
      <p:sp>
        <p:nvSpPr>
          <p:cNvPr id="381" name="Picture Placeholder 11"/>
          <p:cNvSpPr>
            <a:spLocks noGrp="1"/>
          </p:cNvSpPr>
          <p:nvPr>
            <p:ph type="pic" idx="14"/>
          </p:nvPr>
        </p:nvSpPr>
        <p:spPr>
          <a:xfrm>
            <a:off x="6096000" y="0"/>
            <a:ext cx="6096000" cy="6858000"/>
          </a:xfrm>
          <a:prstGeom prst="rect">
            <a:avLst/>
          </a:prstGeom>
        </p:spPr>
        <p:txBody>
          <a:bodyPr lIns="91439" tIns="45719" rIns="91439" bIns="45719"/>
          <a:lstStyle/>
          <a:p>
            <a:endParaRPr/>
          </a:p>
        </p:txBody>
      </p:sp>
    </p:spTree>
  </p:cSld>
  <p:clrMapOvr>
    <a:masterClrMapping/>
  </p:clrMapOvr>
  <p:transition spd="med"/>
</p:sldLayout>
</file>

<file path=ppt/slideLayouts/slideLayout349.xml><?xml version="1.0" encoding="utf-8"?>
<p:sldLayout xmlns:a="http://schemas.openxmlformats.org/drawingml/2006/main" xmlns:r="http://schemas.openxmlformats.org/officeDocument/2006/relationships" xmlns:p="http://schemas.openxmlformats.org/presentationml/2006/main" type="tx">
  <p:cSld name="blank (with footer)">
    <p:spTree>
      <p:nvGrpSpPr>
        <p:cNvPr id="1" name=""/>
        <p:cNvGrpSpPr/>
        <p:nvPr/>
      </p:nvGrpSpPr>
      <p:grpSpPr>
        <a:xfrm>
          <a:off x="0" y="0"/>
          <a:ext cx="0" cy="0"/>
          <a:chOff x="0" y="0"/>
          <a:chExt cx="0" cy="0"/>
        </a:xfrm>
      </p:grpSpPr>
      <p:sp>
        <p:nvSpPr>
          <p:cNvPr id="388" name="Slide Number"/>
          <p:cNvSpPr txBox="1">
            <a:spLocks noGrp="1"/>
          </p:cNvSpPr>
          <p:nvPr>
            <p:ph type="sldNum" sz="quarter" idx="2"/>
          </p:nvPr>
        </p:nvSpPr>
        <p:spPr>
          <a:prstGeom prst="rect">
            <a:avLst/>
          </a:prstGeom>
        </p:spPr>
        <p:txBody>
          <a:bodyPr/>
          <a:lstStyle/>
          <a:p>
            <a:fld id="{86CB4B4D-7CA3-9044-876B-883B54F8677D}" type="slidenum">
              <a:rPr/>
              <a:pPr/>
              <a:t>‹#›</a:t>
            </a:fld>
            <a:endParaRPr/>
          </a:p>
        </p:txBody>
      </p:sp>
    </p:spTree>
  </p:cSld>
  <p:clrMapOvr>
    <a:masterClrMapping/>
  </p:clrMapOvr>
  <p:transition spd="med"/>
</p:sldLayout>
</file>

<file path=ppt/slideLayouts/slideLayout350.xml><?xml version="1.0" encoding="utf-8"?>
<p:sldLayout xmlns:a="http://schemas.openxmlformats.org/drawingml/2006/main" xmlns:r="http://schemas.openxmlformats.org/officeDocument/2006/relationships" xmlns:p="http://schemas.openxmlformats.org/presentationml/2006/main" type="tx">
  <p:cSld name="1_blank (with footer)">
    <p:spTree>
      <p:nvGrpSpPr>
        <p:cNvPr id="1" name=""/>
        <p:cNvGrpSpPr/>
        <p:nvPr/>
      </p:nvGrpSpPr>
      <p:grpSpPr>
        <a:xfrm>
          <a:off x="0" y="0"/>
          <a:ext cx="0" cy="0"/>
          <a:chOff x="0" y="0"/>
          <a:chExt cx="0" cy="0"/>
        </a:xfrm>
      </p:grpSpPr>
      <p:sp>
        <p:nvSpPr>
          <p:cNvPr id="395" name="Slide Number"/>
          <p:cNvSpPr txBox="1">
            <a:spLocks noGrp="1"/>
          </p:cNvSpPr>
          <p:nvPr>
            <p:ph type="sldNum" sz="quarter" idx="2"/>
          </p:nvPr>
        </p:nvSpPr>
        <p:spPr>
          <a:xfrm>
            <a:off x="11772939" y="6562788"/>
            <a:ext cx="114262" cy="110800"/>
          </a:xfrm>
          <a:prstGeom prst="rect">
            <a:avLst/>
          </a:prstGeom>
        </p:spPr>
        <p:txBody>
          <a:bodyPr/>
          <a:lstStyle/>
          <a:p>
            <a:fld id="{86CB4B4D-7CA3-9044-876B-883B54F8677D}" type="slidenum">
              <a:rPr/>
              <a:pPr/>
              <a:t>‹#›</a:t>
            </a:fld>
            <a:endParaRPr/>
          </a:p>
        </p:txBody>
      </p:sp>
      <p:sp>
        <p:nvSpPr>
          <p:cNvPr id="396" name="Rectangle 1"/>
          <p:cNvSpPr/>
          <p:nvPr/>
        </p:nvSpPr>
        <p:spPr>
          <a:xfrm>
            <a:off x="-2" y="-7971"/>
            <a:ext cx="3054099" cy="1715417"/>
          </a:xfrm>
          <a:prstGeom prst="rect">
            <a:avLst/>
          </a:prstGeom>
          <a:solidFill>
            <a:srgbClr val="000E5E"/>
          </a:solidFill>
          <a:ln w="12700">
            <a:miter lim="400000"/>
          </a:ln>
        </p:spPr>
        <p:txBody>
          <a:bodyPr lIns="0" tIns="0" rIns="0" bIns="0" anchor="ctr"/>
          <a:lstStyle/>
          <a:p>
            <a:pPr algn="ctr" defTabSz="914377" hangingPunct="0">
              <a:defRPr sz="1200">
                <a:solidFill>
                  <a:srgbClr val="FFFFFF"/>
                </a:solidFill>
                <a:latin typeface="Arial"/>
                <a:ea typeface="Arial"/>
                <a:cs typeface="Arial"/>
                <a:sym typeface="Arial"/>
              </a:defRPr>
            </a:pPr>
            <a:endParaRPr sz="1600" kern="0">
              <a:solidFill>
                <a:srgbClr val="FFFFFF"/>
              </a:solidFill>
              <a:latin typeface="Arial"/>
              <a:ea typeface="Arial"/>
              <a:cs typeface="Arial"/>
              <a:sym typeface="Arial"/>
            </a:endParaRPr>
          </a:p>
        </p:txBody>
      </p:sp>
      <p:sp>
        <p:nvSpPr>
          <p:cNvPr id="397" name="Rectangle 5"/>
          <p:cNvSpPr/>
          <p:nvPr/>
        </p:nvSpPr>
        <p:spPr>
          <a:xfrm>
            <a:off x="3045969" y="1707443"/>
            <a:ext cx="3054097" cy="1715416"/>
          </a:xfrm>
          <a:prstGeom prst="rect">
            <a:avLst/>
          </a:prstGeom>
          <a:solidFill>
            <a:srgbClr val="000E5E"/>
          </a:solidFill>
          <a:ln w="12700">
            <a:miter lim="400000"/>
          </a:ln>
        </p:spPr>
        <p:txBody>
          <a:bodyPr lIns="0" tIns="0" rIns="0" bIns="0" anchor="ctr"/>
          <a:lstStyle/>
          <a:p>
            <a:pPr algn="ctr" defTabSz="914377" hangingPunct="0">
              <a:defRPr sz="1200">
                <a:solidFill>
                  <a:srgbClr val="FFFFFF"/>
                </a:solidFill>
                <a:latin typeface="Arial"/>
                <a:ea typeface="Arial"/>
                <a:cs typeface="Arial"/>
                <a:sym typeface="Arial"/>
              </a:defRPr>
            </a:pPr>
            <a:endParaRPr sz="1600" kern="0">
              <a:solidFill>
                <a:srgbClr val="FFFFFF"/>
              </a:solidFill>
              <a:latin typeface="Arial"/>
              <a:ea typeface="Arial"/>
              <a:cs typeface="Arial"/>
              <a:sym typeface="Arial"/>
            </a:endParaRPr>
          </a:p>
        </p:txBody>
      </p:sp>
      <p:sp>
        <p:nvSpPr>
          <p:cNvPr id="398" name="Rectangle 6"/>
          <p:cNvSpPr/>
          <p:nvPr/>
        </p:nvSpPr>
        <p:spPr>
          <a:xfrm>
            <a:off x="6091937" y="3406917"/>
            <a:ext cx="3054097" cy="1715416"/>
          </a:xfrm>
          <a:prstGeom prst="rect">
            <a:avLst/>
          </a:prstGeom>
          <a:solidFill>
            <a:srgbClr val="000E5E"/>
          </a:solidFill>
          <a:ln w="12700">
            <a:miter lim="400000"/>
          </a:ln>
        </p:spPr>
        <p:txBody>
          <a:bodyPr lIns="0" tIns="0" rIns="0" bIns="0" anchor="ctr"/>
          <a:lstStyle/>
          <a:p>
            <a:pPr algn="ctr" defTabSz="914377" hangingPunct="0">
              <a:defRPr sz="1200">
                <a:solidFill>
                  <a:srgbClr val="FFFFFF"/>
                </a:solidFill>
                <a:latin typeface="Arial"/>
                <a:ea typeface="Arial"/>
                <a:cs typeface="Arial"/>
                <a:sym typeface="Arial"/>
              </a:defRPr>
            </a:pPr>
            <a:endParaRPr sz="1600" kern="0">
              <a:solidFill>
                <a:srgbClr val="FFFFFF"/>
              </a:solidFill>
              <a:latin typeface="Arial"/>
              <a:ea typeface="Arial"/>
              <a:cs typeface="Arial"/>
              <a:sym typeface="Arial"/>
            </a:endParaRPr>
          </a:p>
        </p:txBody>
      </p:sp>
      <p:sp>
        <p:nvSpPr>
          <p:cNvPr id="399" name="Rectangle 7"/>
          <p:cNvSpPr/>
          <p:nvPr/>
        </p:nvSpPr>
        <p:spPr>
          <a:xfrm>
            <a:off x="9137905" y="5122333"/>
            <a:ext cx="3054097" cy="1715416"/>
          </a:xfrm>
          <a:prstGeom prst="rect">
            <a:avLst/>
          </a:prstGeom>
          <a:solidFill>
            <a:srgbClr val="000E5E"/>
          </a:solidFill>
          <a:ln w="12700">
            <a:miter lim="400000"/>
          </a:ln>
        </p:spPr>
        <p:txBody>
          <a:bodyPr lIns="0" tIns="0" rIns="0" bIns="0" anchor="ctr"/>
          <a:lstStyle/>
          <a:p>
            <a:pPr algn="ctr" defTabSz="914377" hangingPunct="0">
              <a:defRPr sz="1200">
                <a:solidFill>
                  <a:srgbClr val="FFFFFF"/>
                </a:solidFill>
                <a:latin typeface="Arial"/>
                <a:ea typeface="Arial"/>
                <a:cs typeface="Arial"/>
                <a:sym typeface="Arial"/>
              </a:defRPr>
            </a:pPr>
            <a:endParaRPr sz="1600" kern="0">
              <a:solidFill>
                <a:srgbClr val="FFFFFF"/>
              </a:solidFill>
              <a:latin typeface="Arial"/>
              <a:ea typeface="Arial"/>
              <a:cs typeface="Arial"/>
              <a:sym typeface="Arial"/>
            </a:endParaRPr>
          </a:p>
        </p:txBody>
      </p:sp>
      <p:sp>
        <p:nvSpPr>
          <p:cNvPr id="400" name="Rectangle 9"/>
          <p:cNvSpPr/>
          <p:nvPr/>
        </p:nvSpPr>
        <p:spPr>
          <a:xfrm>
            <a:off x="-2" y="1707443"/>
            <a:ext cx="3054099" cy="1715416"/>
          </a:xfrm>
          <a:prstGeom prst="rect">
            <a:avLst/>
          </a:prstGeom>
          <a:solidFill>
            <a:schemeClr val="accent4"/>
          </a:solidFill>
          <a:ln w="12700">
            <a:miter lim="400000"/>
          </a:ln>
        </p:spPr>
        <p:txBody>
          <a:bodyPr lIns="0" tIns="0" rIns="0" bIns="0" anchor="ctr"/>
          <a:lstStyle/>
          <a:p>
            <a:pPr algn="ctr" defTabSz="914377" hangingPunct="0">
              <a:defRPr sz="1200">
                <a:solidFill>
                  <a:srgbClr val="FFFFFF"/>
                </a:solidFill>
                <a:latin typeface="Arial"/>
                <a:ea typeface="Arial"/>
                <a:cs typeface="Arial"/>
                <a:sym typeface="Arial"/>
              </a:defRPr>
            </a:pPr>
            <a:endParaRPr sz="1600" kern="0">
              <a:solidFill>
                <a:srgbClr val="FFFFFF"/>
              </a:solidFill>
              <a:latin typeface="Arial"/>
              <a:ea typeface="Arial"/>
              <a:cs typeface="Arial"/>
              <a:sym typeface="Arial"/>
            </a:endParaRPr>
          </a:p>
        </p:txBody>
      </p:sp>
      <p:sp>
        <p:nvSpPr>
          <p:cNvPr id="401" name="Rectangle 10"/>
          <p:cNvSpPr/>
          <p:nvPr/>
        </p:nvSpPr>
        <p:spPr>
          <a:xfrm>
            <a:off x="3045969" y="3406917"/>
            <a:ext cx="3054097" cy="1715416"/>
          </a:xfrm>
          <a:prstGeom prst="rect">
            <a:avLst/>
          </a:prstGeom>
          <a:solidFill>
            <a:schemeClr val="accent4"/>
          </a:solidFill>
          <a:ln w="12700">
            <a:miter lim="400000"/>
          </a:ln>
        </p:spPr>
        <p:txBody>
          <a:bodyPr lIns="0" tIns="0" rIns="0" bIns="0" anchor="ctr"/>
          <a:lstStyle/>
          <a:p>
            <a:pPr algn="ctr" defTabSz="914377" hangingPunct="0">
              <a:defRPr sz="1200">
                <a:solidFill>
                  <a:srgbClr val="FFFFFF"/>
                </a:solidFill>
                <a:latin typeface="Arial"/>
                <a:ea typeface="Arial"/>
                <a:cs typeface="Arial"/>
                <a:sym typeface="Arial"/>
              </a:defRPr>
            </a:pPr>
            <a:endParaRPr sz="1600" kern="0">
              <a:solidFill>
                <a:srgbClr val="FFFFFF"/>
              </a:solidFill>
              <a:latin typeface="Arial"/>
              <a:ea typeface="Arial"/>
              <a:cs typeface="Arial"/>
              <a:sym typeface="Arial"/>
            </a:endParaRPr>
          </a:p>
        </p:txBody>
      </p:sp>
      <p:sp>
        <p:nvSpPr>
          <p:cNvPr id="402" name="Rectangle 11"/>
          <p:cNvSpPr/>
          <p:nvPr/>
        </p:nvSpPr>
        <p:spPr>
          <a:xfrm>
            <a:off x="6091937" y="5122333"/>
            <a:ext cx="3054097" cy="1715416"/>
          </a:xfrm>
          <a:prstGeom prst="rect">
            <a:avLst/>
          </a:prstGeom>
          <a:solidFill>
            <a:schemeClr val="accent4"/>
          </a:solidFill>
          <a:ln w="12700">
            <a:miter lim="400000"/>
          </a:ln>
        </p:spPr>
        <p:txBody>
          <a:bodyPr lIns="0" tIns="0" rIns="0" bIns="0" anchor="ctr"/>
          <a:lstStyle/>
          <a:p>
            <a:pPr algn="ctr" defTabSz="914377" hangingPunct="0">
              <a:defRPr sz="1200">
                <a:solidFill>
                  <a:srgbClr val="FFFFFF"/>
                </a:solidFill>
                <a:latin typeface="Arial"/>
                <a:ea typeface="Arial"/>
                <a:cs typeface="Arial"/>
                <a:sym typeface="Arial"/>
              </a:defRPr>
            </a:pPr>
            <a:endParaRPr sz="1600" kern="0">
              <a:solidFill>
                <a:srgbClr val="FFFFFF"/>
              </a:solidFill>
              <a:latin typeface="Arial"/>
              <a:ea typeface="Arial"/>
              <a:cs typeface="Arial"/>
              <a:sym typeface="Arial"/>
            </a:endParaRPr>
          </a:p>
        </p:txBody>
      </p:sp>
      <p:sp>
        <p:nvSpPr>
          <p:cNvPr id="403" name="Rectangle 12"/>
          <p:cNvSpPr/>
          <p:nvPr/>
        </p:nvSpPr>
        <p:spPr>
          <a:xfrm>
            <a:off x="-2" y="3406917"/>
            <a:ext cx="3054099" cy="1715416"/>
          </a:xfrm>
          <a:prstGeom prst="rect">
            <a:avLst/>
          </a:prstGeom>
          <a:solidFill>
            <a:schemeClr val="accent2"/>
          </a:solidFill>
          <a:ln w="12700">
            <a:miter lim="400000"/>
          </a:ln>
        </p:spPr>
        <p:txBody>
          <a:bodyPr lIns="0" tIns="0" rIns="0" bIns="0" anchor="ctr"/>
          <a:lstStyle/>
          <a:p>
            <a:pPr algn="ctr" defTabSz="914377" hangingPunct="0">
              <a:defRPr sz="1200">
                <a:solidFill>
                  <a:srgbClr val="FFFFFF"/>
                </a:solidFill>
                <a:latin typeface="Arial"/>
                <a:ea typeface="Arial"/>
                <a:cs typeface="Arial"/>
                <a:sym typeface="Arial"/>
              </a:defRPr>
            </a:pPr>
            <a:endParaRPr sz="1600" kern="0">
              <a:solidFill>
                <a:srgbClr val="FFFFFF"/>
              </a:solidFill>
              <a:latin typeface="Arial"/>
              <a:ea typeface="Arial"/>
              <a:cs typeface="Arial"/>
              <a:sym typeface="Arial"/>
            </a:endParaRPr>
          </a:p>
        </p:txBody>
      </p:sp>
      <p:sp>
        <p:nvSpPr>
          <p:cNvPr id="404" name="Rectangle 13"/>
          <p:cNvSpPr/>
          <p:nvPr/>
        </p:nvSpPr>
        <p:spPr>
          <a:xfrm>
            <a:off x="3045969" y="5122333"/>
            <a:ext cx="3054097" cy="1715416"/>
          </a:xfrm>
          <a:prstGeom prst="rect">
            <a:avLst/>
          </a:prstGeom>
          <a:solidFill>
            <a:schemeClr val="accent2"/>
          </a:solidFill>
          <a:ln w="12700">
            <a:miter lim="400000"/>
          </a:ln>
        </p:spPr>
        <p:txBody>
          <a:bodyPr lIns="0" tIns="0" rIns="0" bIns="0" anchor="ctr"/>
          <a:lstStyle/>
          <a:p>
            <a:pPr algn="ctr" defTabSz="914377" hangingPunct="0">
              <a:defRPr sz="1200">
                <a:solidFill>
                  <a:srgbClr val="FFFFFF"/>
                </a:solidFill>
                <a:latin typeface="Arial"/>
                <a:ea typeface="Arial"/>
                <a:cs typeface="Arial"/>
                <a:sym typeface="Arial"/>
              </a:defRPr>
            </a:pPr>
            <a:endParaRPr sz="1600" kern="0">
              <a:solidFill>
                <a:srgbClr val="FFFFFF"/>
              </a:solidFill>
              <a:latin typeface="Arial"/>
              <a:ea typeface="Arial"/>
              <a:cs typeface="Arial"/>
              <a:sym typeface="Arial"/>
            </a:endParaRPr>
          </a:p>
        </p:txBody>
      </p:sp>
      <p:sp>
        <p:nvSpPr>
          <p:cNvPr id="405" name="Rectangle 14"/>
          <p:cNvSpPr/>
          <p:nvPr/>
        </p:nvSpPr>
        <p:spPr>
          <a:xfrm>
            <a:off x="-2" y="5122333"/>
            <a:ext cx="3054099" cy="1715416"/>
          </a:xfrm>
          <a:prstGeom prst="rect">
            <a:avLst/>
          </a:prstGeom>
          <a:solidFill>
            <a:schemeClr val="accent3"/>
          </a:solidFill>
          <a:ln w="12700">
            <a:miter lim="400000"/>
          </a:ln>
        </p:spPr>
        <p:txBody>
          <a:bodyPr lIns="0" tIns="0" rIns="0" bIns="0" anchor="ctr"/>
          <a:lstStyle/>
          <a:p>
            <a:pPr algn="ctr" defTabSz="914377" hangingPunct="0">
              <a:defRPr sz="1200">
                <a:solidFill>
                  <a:srgbClr val="FFFFFF"/>
                </a:solidFill>
                <a:latin typeface="Arial"/>
                <a:ea typeface="Arial"/>
                <a:cs typeface="Arial"/>
                <a:sym typeface="Arial"/>
              </a:defRPr>
            </a:pPr>
            <a:endParaRPr sz="1600" kern="0">
              <a:solidFill>
                <a:srgbClr val="FFFFFF"/>
              </a:solidFill>
              <a:latin typeface="Arial"/>
              <a:ea typeface="Arial"/>
              <a:cs typeface="Arial"/>
              <a:sym typeface="Arial"/>
            </a:endParaRPr>
          </a:p>
        </p:txBody>
      </p:sp>
      <p:sp>
        <p:nvSpPr>
          <p:cNvPr id="406" name="Rectangle 15"/>
          <p:cNvSpPr/>
          <p:nvPr/>
        </p:nvSpPr>
        <p:spPr>
          <a:xfrm>
            <a:off x="3045969" y="-7971"/>
            <a:ext cx="3054097" cy="1715417"/>
          </a:xfrm>
          <a:prstGeom prst="rect">
            <a:avLst/>
          </a:prstGeom>
          <a:solidFill>
            <a:schemeClr val="accent3"/>
          </a:solidFill>
          <a:ln w="12700">
            <a:miter lim="400000"/>
          </a:ln>
        </p:spPr>
        <p:txBody>
          <a:bodyPr lIns="0" tIns="0" rIns="0" bIns="0" anchor="ctr"/>
          <a:lstStyle/>
          <a:p>
            <a:pPr algn="ctr" defTabSz="914377" hangingPunct="0">
              <a:defRPr sz="1200">
                <a:solidFill>
                  <a:srgbClr val="FFFFFF"/>
                </a:solidFill>
                <a:latin typeface="Arial"/>
                <a:ea typeface="Arial"/>
                <a:cs typeface="Arial"/>
                <a:sym typeface="Arial"/>
              </a:defRPr>
            </a:pPr>
            <a:endParaRPr sz="1600" kern="0">
              <a:solidFill>
                <a:srgbClr val="FFFFFF"/>
              </a:solidFill>
              <a:latin typeface="Arial"/>
              <a:ea typeface="Arial"/>
              <a:cs typeface="Arial"/>
              <a:sym typeface="Arial"/>
            </a:endParaRPr>
          </a:p>
        </p:txBody>
      </p:sp>
      <p:sp>
        <p:nvSpPr>
          <p:cNvPr id="407" name="Rectangle 16"/>
          <p:cNvSpPr/>
          <p:nvPr/>
        </p:nvSpPr>
        <p:spPr>
          <a:xfrm>
            <a:off x="6091937" y="1707443"/>
            <a:ext cx="3054097" cy="1715416"/>
          </a:xfrm>
          <a:prstGeom prst="rect">
            <a:avLst/>
          </a:prstGeom>
          <a:solidFill>
            <a:schemeClr val="accent3"/>
          </a:solidFill>
          <a:ln w="12700">
            <a:miter lim="400000"/>
          </a:ln>
        </p:spPr>
        <p:txBody>
          <a:bodyPr lIns="0" tIns="0" rIns="0" bIns="0" anchor="ctr"/>
          <a:lstStyle/>
          <a:p>
            <a:pPr algn="ctr" defTabSz="914377" hangingPunct="0">
              <a:defRPr sz="1200">
                <a:solidFill>
                  <a:srgbClr val="FFFFFF"/>
                </a:solidFill>
                <a:latin typeface="Arial"/>
                <a:ea typeface="Arial"/>
                <a:cs typeface="Arial"/>
                <a:sym typeface="Arial"/>
              </a:defRPr>
            </a:pPr>
            <a:endParaRPr sz="1600" kern="0">
              <a:solidFill>
                <a:srgbClr val="FFFFFF"/>
              </a:solidFill>
              <a:latin typeface="Arial"/>
              <a:ea typeface="Arial"/>
              <a:cs typeface="Arial"/>
              <a:sym typeface="Arial"/>
            </a:endParaRPr>
          </a:p>
        </p:txBody>
      </p:sp>
      <p:sp>
        <p:nvSpPr>
          <p:cNvPr id="408" name="Rectangle 17"/>
          <p:cNvSpPr/>
          <p:nvPr/>
        </p:nvSpPr>
        <p:spPr>
          <a:xfrm>
            <a:off x="9137905" y="3406917"/>
            <a:ext cx="3054097" cy="1715416"/>
          </a:xfrm>
          <a:prstGeom prst="rect">
            <a:avLst/>
          </a:prstGeom>
          <a:solidFill>
            <a:schemeClr val="accent3"/>
          </a:solidFill>
          <a:ln w="12700">
            <a:miter lim="400000"/>
          </a:ln>
        </p:spPr>
        <p:txBody>
          <a:bodyPr lIns="0" tIns="0" rIns="0" bIns="0" anchor="ctr"/>
          <a:lstStyle/>
          <a:p>
            <a:pPr algn="ctr" defTabSz="914377" hangingPunct="0">
              <a:defRPr sz="1200">
                <a:solidFill>
                  <a:srgbClr val="FFFFFF"/>
                </a:solidFill>
                <a:latin typeface="Arial"/>
                <a:ea typeface="Arial"/>
                <a:cs typeface="Arial"/>
                <a:sym typeface="Arial"/>
              </a:defRPr>
            </a:pPr>
            <a:endParaRPr sz="1600" kern="0">
              <a:solidFill>
                <a:srgbClr val="FFFFFF"/>
              </a:solidFill>
              <a:latin typeface="Arial"/>
              <a:ea typeface="Arial"/>
              <a:cs typeface="Arial"/>
              <a:sym typeface="Arial"/>
            </a:endParaRPr>
          </a:p>
        </p:txBody>
      </p:sp>
      <p:sp>
        <p:nvSpPr>
          <p:cNvPr id="409" name="Rectangle 19"/>
          <p:cNvSpPr/>
          <p:nvPr/>
        </p:nvSpPr>
        <p:spPr>
          <a:xfrm>
            <a:off x="6091937" y="-7971"/>
            <a:ext cx="3054097" cy="1715417"/>
          </a:xfrm>
          <a:prstGeom prst="rect">
            <a:avLst/>
          </a:prstGeom>
          <a:solidFill>
            <a:schemeClr val="accent2"/>
          </a:solidFill>
          <a:ln w="12700">
            <a:miter lim="400000"/>
          </a:ln>
        </p:spPr>
        <p:txBody>
          <a:bodyPr lIns="0" tIns="0" rIns="0" bIns="0" anchor="ctr"/>
          <a:lstStyle/>
          <a:p>
            <a:pPr algn="ctr" defTabSz="914377" hangingPunct="0">
              <a:defRPr sz="1200">
                <a:solidFill>
                  <a:srgbClr val="FFFFFF"/>
                </a:solidFill>
                <a:latin typeface="Arial"/>
                <a:ea typeface="Arial"/>
                <a:cs typeface="Arial"/>
                <a:sym typeface="Arial"/>
              </a:defRPr>
            </a:pPr>
            <a:endParaRPr sz="1600" kern="0">
              <a:solidFill>
                <a:srgbClr val="FFFFFF"/>
              </a:solidFill>
              <a:latin typeface="Arial"/>
              <a:ea typeface="Arial"/>
              <a:cs typeface="Arial"/>
              <a:sym typeface="Arial"/>
            </a:endParaRPr>
          </a:p>
        </p:txBody>
      </p:sp>
      <p:sp>
        <p:nvSpPr>
          <p:cNvPr id="410" name="Rectangle 20"/>
          <p:cNvSpPr/>
          <p:nvPr/>
        </p:nvSpPr>
        <p:spPr>
          <a:xfrm>
            <a:off x="9137905" y="1707443"/>
            <a:ext cx="3054097" cy="1715416"/>
          </a:xfrm>
          <a:prstGeom prst="rect">
            <a:avLst/>
          </a:prstGeom>
          <a:solidFill>
            <a:schemeClr val="accent2"/>
          </a:solidFill>
          <a:ln w="12700">
            <a:miter lim="400000"/>
          </a:ln>
        </p:spPr>
        <p:txBody>
          <a:bodyPr lIns="0" tIns="0" rIns="0" bIns="0" anchor="ctr"/>
          <a:lstStyle/>
          <a:p>
            <a:pPr algn="ctr" defTabSz="914377" hangingPunct="0">
              <a:defRPr sz="1200">
                <a:solidFill>
                  <a:srgbClr val="FFFFFF"/>
                </a:solidFill>
                <a:latin typeface="Arial"/>
                <a:ea typeface="Arial"/>
                <a:cs typeface="Arial"/>
                <a:sym typeface="Arial"/>
              </a:defRPr>
            </a:pPr>
            <a:endParaRPr sz="1600" kern="0">
              <a:solidFill>
                <a:srgbClr val="FFFFFF"/>
              </a:solidFill>
              <a:latin typeface="Arial"/>
              <a:ea typeface="Arial"/>
              <a:cs typeface="Arial"/>
              <a:sym typeface="Arial"/>
            </a:endParaRPr>
          </a:p>
        </p:txBody>
      </p:sp>
      <p:sp>
        <p:nvSpPr>
          <p:cNvPr id="411" name="Rectangle 21"/>
          <p:cNvSpPr/>
          <p:nvPr/>
        </p:nvSpPr>
        <p:spPr>
          <a:xfrm>
            <a:off x="9137905" y="-7971"/>
            <a:ext cx="3054097" cy="1715417"/>
          </a:xfrm>
          <a:prstGeom prst="rect">
            <a:avLst/>
          </a:prstGeom>
          <a:solidFill>
            <a:schemeClr val="accent3"/>
          </a:solidFill>
          <a:ln w="12700">
            <a:miter lim="400000"/>
          </a:ln>
        </p:spPr>
        <p:txBody>
          <a:bodyPr lIns="0" tIns="0" rIns="0" bIns="0" anchor="ctr"/>
          <a:lstStyle/>
          <a:p>
            <a:pPr algn="ctr" defTabSz="914377" hangingPunct="0">
              <a:defRPr sz="1200">
                <a:solidFill>
                  <a:srgbClr val="FFFFFF"/>
                </a:solidFill>
                <a:latin typeface="Arial"/>
                <a:ea typeface="Arial"/>
                <a:cs typeface="Arial"/>
                <a:sym typeface="Arial"/>
              </a:defRPr>
            </a:pPr>
            <a:endParaRPr sz="1600" kern="0">
              <a:solidFill>
                <a:srgbClr val="FFFFFF"/>
              </a:solidFill>
              <a:latin typeface="Arial"/>
              <a:ea typeface="Arial"/>
              <a:cs typeface="Arial"/>
              <a:sym typeface="Arial"/>
            </a:endParaRPr>
          </a:p>
        </p:txBody>
      </p:sp>
      <p:pic>
        <p:nvPicPr>
          <p:cNvPr id="412" name="Picture 23" descr="Picture 23">
            <a:hlinkClick r:id="" action="ppaction://noaction"/>
          </p:cNvPr>
          <p:cNvPicPr>
            <a:picLocks noChangeAspect="1"/>
          </p:cNvPicPr>
          <p:nvPr/>
        </p:nvPicPr>
        <p:blipFill>
          <a:blip r:embed="rId2"/>
          <a:stretch>
            <a:fillRect/>
          </a:stretch>
        </p:blipFill>
        <p:spPr>
          <a:xfrm>
            <a:off x="12034032" y="6700031"/>
            <a:ext cx="94088" cy="94088"/>
          </a:xfrm>
          <a:prstGeom prst="rect">
            <a:avLst/>
          </a:prstGeom>
          <a:ln w="12700">
            <a:miter lim="400000"/>
          </a:ln>
        </p:spPr>
      </p:pic>
    </p:spTree>
  </p:cSld>
  <p:clrMapOvr>
    <a:masterClrMapping/>
  </p:clrMapOvr>
  <p:transition spd="med"/>
</p:sldLayout>
</file>

<file path=ppt/slideLayouts/slideLayout351.xml><?xml version="1.0" encoding="utf-8"?>
<p:sldLayout xmlns:a="http://schemas.openxmlformats.org/drawingml/2006/main" xmlns:r="http://schemas.openxmlformats.org/officeDocument/2006/relationships" xmlns:p="http://schemas.openxmlformats.org/presentationml/2006/main" type="tx">
  <p:cSld name="ibm sign-off">
    <p:spTree>
      <p:nvGrpSpPr>
        <p:cNvPr id="1" name=""/>
        <p:cNvGrpSpPr/>
        <p:nvPr/>
      </p:nvGrpSpPr>
      <p:grpSpPr>
        <a:xfrm>
          <a:off x="0" y="0"/>
          <a:ext cx="0" cy="0"/>
          <a:chOff x="0" y="0"/>
          <a:chExt cx="0" cy="0"/>
        </a:xfrm>
      </p:grpSpPr>
      <p:sp>
        <p:nvSpPr>
          <p:cNvPr id="426" name="Slide Number"/>
          <p:cNvSpPr txBox="1">
            <a:spLocks noGrp="1"/>
          </p:cNvSpPr>
          <p:nvPr>
            <p:ph type="sldNum" sz="quarter" idx="2"/>
          </p:nvPr>
        </p:nvSpPr>
        <p:spPr>
          <a:xfrm>
            <a:off x="11772939" y="6562788"/>
            <a:ext cx="114262" cy="110800"/>
          </a:xfrm>
          <a:prstGeom prst="rect">
            <a:avLst/>
          </a:prstGeom>
        </p:spPr>
        <p:txBody>
          <a:bodyPr/>
          <a:lstStyle/>
          <a:p>
            <a:fld id="{86CB4B4D-7CA3-9044-876B-883B54F8677D}" type="slidenum">
              <a:rPr/>
              <a:pPr/>
              <a:t>‹#›</a:t>
            </a:fld>
            <a:endParaRPr/>
          </a:p>
        </p:txBody>
      </p:sp>
      <p:pic>
        <p:nvPicPr>
          <p:cNvPr id="427" name="Picture 6" descr="Picture 6"/>
          <p:cNvPicPr>
            <a:picLocks noChangeAspect="1"/>
          </p:cNvPicPr>
          <p:nvPr/>
        </p:nvPicPr>
        <p:blipFill>
          <a:blip r:embed="rId2"/>
          <a:stretch>
            <a:fillRect/>
          </a:stretch>
        </p:blipFill>
        <p:spPr>
          <a:xfrm>
            <a:off x="5234603" y="2914867"/>
            <a:ext cx="1722795" cy="701464"/>
          </a:xfrm>
          <a:prstGeom prst="rect">
            <a:avLst/>
          </a:prstGeom>
          <a:ln w="12700">
            <a:miter lim="400000"/>
          </a:ln>
        </p:spPr>
      </p:pic>
    </p:spTree>
  </p:cSld>
  <p:clrMapOvr>
    <a:masterClrMapping/>
  </p:clrMapOvr>
  <p:transition spd="med"/>
</p:sldLayout>
</file>

<file path=ppt/slideLayouts/slideLayout352.xml><?xml version="1.0" encoding="utf-8"?>
<p:sldLayout xmlns:a="http://schemas.openxmlformats.org/drawingml/2006/main" xmlns:r="http://schemas.openxmlformats.org/officeDocument/2006/relationships" xmlns:p="http://schemas.openxmlformats.org/presentationml/2006/main" type="tx">
  <p:cSld name="Graphic slide">
    <p:bg>
      <p:bgPr>
        <a:solidFill>
          <a:srgbClr val="D8D8D8"/>
        </a:solidFill>
        <a:effectLst/>
      </p:bgPr>
    </p:bg>
    <p:spTree>
      <p:nvGrpSpPr>
        <p:cNvPr id="1" name=""/>
        <p:cNvGrpSpPr/>
        <p:nvPr/>
      </p:nvGrpSpPr>
      <p:grpSpPr>
        <a:xfrm>
          <a:off x="0" y="0"/>
          <a:ext cx="0" cy="0"/>
          <a:chOff x="0" y="0"/>
          <a:chExt cx="0" cy="0"/>
        </a:xfrm>
      </p:grpSpPr>
      <p:sp>
        <p:nvSpPr>
          <p:cNvPr id="434" name="Slide Number"/>
          <p:cNvSpPr txBox="1">
            <a:spLocks noGrp="1"/>
          </p:cNvSpPr>
          <p:nvPr>
            <p:ph type="sldNum" sz="quarter" idx="2"/>
          </p:nvPr>
        </p:nvSpPr>
        <p:spPr>
          <a:prstGeom prst="rect">
            <a:avLst/>
          </a:prstGeom>
        </p:spPr>
        <p:txBody>
          <a:bodyPr/>
          <a:lstStyle/>
          <a:p>
            <a:fld id="{86CB4B4D-7CA3-9044-876B-883B54F8677D}" type="slidenum">
              <a:rPr/>
              <a:pPr/>
              <a:t>‹#›</a:t>
            </a:fld>
            <a:endParaRPr/>
          </a:p>
        </p:txBody>
      </p:sp>
    </p:spTree>
  </p:cSld>
  <p:clrMapOvr>
    <a:masterClrMapping/>
  </p:clrMapOvr>
  <p:transition spd="med"/>
</p:sldLayout>
</file>

<file path=ppt/slideLayouts/slideLayout353.xml><?xml version="1.0" encoding="utf-8"?>
<p:sldLayout xmlns:a="http://schemas.openxmlformats.org/drawingml/2006/main" xmlns:r="http://schemas.openxmlformats.org/officeDocument/2006/relationships" xmlns:p="http://schemas.openxmlformats.org/presentationml/2006/main" type="tx">
  <p:cSld name="Title white slide">
    <p:bg>
      <p:bgPr>
        <a:solidFill>
          <a:srgbClr val="D8D8D8"/>
        </a:solidFill>
        <a:effectLst/>
      </p:bgPr>
    </p:bg>
    <p:spTree>
      <p:nvGrpSpPr>
        <p:cNvPr id="1" name=""/>
        <p:cNvGrpSpPr/>
        <p:nvPr/>
      </p:nvGrpSpPr>
      <p:grpSpPr>
        <a:xfrm>
          <a:off x="0" y="0"/>
          <a:ext cx="0" cy="0"/>
          <a:chOff x="0" y="0"/>
          <a:chExt cx="0" cy="0"/>
        </a:xfrm>
      </p:grpSpPr>
      <p:sp>
        <p:nvSpPr>
          <p:cNvPr id="441" name="Slide Number"/>
          <p:cNvSpPr txBox="1">
            <a:spLocks noGrp="1"/>
          </p:cNvSpPr>
          <p:nvPr>
            <p:ph type="sldNum" sz="quarter" idx="2"/>
          </p:nvPr>
        </p:nvSpPr>
        <p:spPr>
          <a:prstGeom prst="rect">
            <a:avLst/>
          </a:prstGeom>
        </p:spPr>
        <p:txBody>
          <a:bodyPr/>
          <a:lstStyle/>
          <a:p>
            <a:fld id="{86CB4B4D-7CA3-9044-876B-883B54F8677D}" type="slidenum">
              <a:rPr/>
              <a:pPr/>
              <a:t>‹#›</a:t>
            </a:fld>
            <a:endParaRPr/>
          </a:p>
        </p:txBody>
      </p:sp>
    </p:spTree>
  </p:cSld>
  <p:clrMapOvr>
    <a:masterClrMapping/>
  </p:clrMapOvr>
  <p:transition spd="med"/>
</p:sldLayout>
</file>

<file path=ppt/slideLayouts/slideLayout354.xml><?xml version="1.0" encoding="utf-8"?>
<p:sldLayout xmlns:a="http://schemas.openxmlformats.org/drawingml/2006/main" xmlns:r="http://schemas.openxmlformats.org/officeDocument/2006/relationships" xmlns:p="http://schemas.openxmlformats.org/presentationml/2006/main" type="tx">
  <p:cSld name="Custom Layout">
    <p:spTree>
      <p:nvGrpSpPr>
        <p:cNvPr id="1" name=""/>
        <p:cNvGrpSpPr/>
        <p:nvPr/>
      </p:nvGrpSpPr>
      <p:grpSpPr>
        <a:xfrm>
          <a:off x="0" y="0"/>
          <a:ext cx="0" cy="0"/>
          <a:chOff x="0" y="0"/>
          <a:chExt cx="0" cy="0"/>
        </a:xfrm>
      </p:grpSpPr>
      <p:sp>
        <p:nvSpPr>
          <p:cNvPr id="457" name="Title Text"/>
          <p:cNvSpPr txBox="1">
            <a:spLocks noGrp="1"/>
          </p:cNvSpPr>
          <p:nvPr>
            <p:ph type="title"/>
          </p:nvPr>
        </p:nvSpPr>
        <p:spPr>
          <a:xfrm>
            <a:off x="304800" y="268224"/>
            <a:ext cx="5486400" cy="666499"/>
          </a:xfrm>
          <a:prstGeom prst="rect">
            <a:avLst/>
          </a:prstGeom>
        </p:spPr>
        <p:txBody>
          <a:bodyPr>
            <a:normAutofit/>
          </a:bodyPr>
          <a:lstStyle/>
          <a:p>
            <a:r>
              <a:t>Title Text</a:t>
            </a:r>
          </a:p>
        </p:txBody>
      </p:sp>
      <p:sp>
        <p:nvSpPr>
          <p:cNvPr id="458" name="Body Level One…"/>
          <p:cNvSpPr txBox="1">
            <a:spLocks noGrp="1"/>
          </p:cNvSpPr>
          <p:nvPr>
            <p:ph type="body" sz="half" idx="1"/>
          </p:nvPr>
        </p:nvSpPr>
        <p:spPr>
          <a:xfrm>
            <a:off x="304800" y="1165011"/>
            <a:ext cx="5486400" cy="4971207"/>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459" name="Slide Number"/>
          <p:cNvSpPr txBox="1">
            <a:spLocks noGrp="1"/>
          </p:cNvSpPr>
          <p:nvPr>
            <p:ph type="sldNum" sz="quarter" idx="2"/>
          </p:nvPr>
        </p:nvSpPr>
        <p:spPr>
          <a:prstGeom prst="rect">
            <a:avLst/>
          </a:prstGeom>
        </p:spPr>
        <p:txBody>
          <a:bodyPr/>
          <a:lstStyle/>
          <a:p>
            <a:fld id="{86CB4B4D-7CA3-9044-876B-883B54F8677D}" type="slidenum">
              <a:rPr/>
              <a:pPr/>
              <a:t>‹#›</a:t>
            </a:fld>
            <a:endParaRPr/>
          </a:p>
        </p:txBody>
      </p:sp>
    </p:spTree>
  </p:cSld>
  <p:clrMapOvr>
    <a:masterClrMapping/>
  </p:clrMapOvr>
  <p:transition spd="med"/>
</p:sldLayout>
</file>

<file path=ppt/slideLayouts/slideLayout355.xml><?xml version="1.0" encoding="utf-8"?>
<p:sldLayout xmlns:a="http://schemas.openxmlformats.org/drawingml/2006/main" xmlns:r="http://schemas.openxmlformats.org/officeDocument/2006/relationships" xmlns:p="http://schemas.openxmlformats.org/presentationml/2006/main" type="tx">
  <p:cSld name="Content 3">
    <p:spTree>
      <p:nvGrpSpPr>
        <p:cNvPr id="1" name=""/>
        <p:cNvGrpSpPr/>
        <p:nvPr/>
      </p:nvGrpSpPr>
      <p:grpSpPr>
        <a:xfrm>
          <a:off x="0" y="0"/>
          <a:ext cx="0" cy="0"/>
          <a:chOff x="0" y="0"/>
          <a:chExt cx="0" cy="0"/>
        </a:xfrm>
      </p:grpSpPr>
      <p:sp>
        <p:nvSpPr>
          <p:cNvPr id="466" name="Body Level One…"/>
          <p:cNvSpPr txBox="1">
            <a:spLocks noGrp="1"/>
          </p:cNvSpPr>
          <p:nvPr>
            <p:ph type="body" sz="half" idx="1"/>
          </p:nvPr>
        </p:nvSpPr>
        <p:spPr>
          <a:xfrm>
            <a:off x="1643532" y="2400301"/>
            <a:ext cx="4000949" cy="4457700"/>
          </a:xfrm>
          <a:prstGeom prst="rect">
            <a:avLst/>
          </a:prstGeom>
        </p:spPr>
        <p:txBody>
          <a:bodyPr lIns="45718" tIns="45718" rIns="45718" bIns="45718">
            <a:normAutofit/>
          </a:bodyPr>
          <a:lstStyle>
            <a:lvl1pPr marL="195379" indent="-195379" defTabSz="412740">
              <a:lnSpc>
                <a:spcPct val="120000"/>
              </a:lnSpc>
              <a:spcBef>
                <a:spcPts val="2533"/>
              </a:spcBef>
              <a:defRPr sz="1600" spc="-53">
                <a:solidFill>
                  <a:srgbClr val="152835"/>
                </a:solidFill>
                <a:latin typeface="+mn-lt"/>
                <a:ea typeface="+mn-ea"/>
                <a:cs typeface="+mn-cs"/>
                <a:sym typeface="IBM Plex Sans"/>
              </a:defRPr>
            </a:lvl1pPr>
            <a:lvl2pPr marL="512871" indent="-195379" defTabSz="412740">
              <a:lnSpc>
                <a:spcPct val="120000"/>
              </a:lnSpc>
              <a:spcBef>
                <a:spcPts val="2533"/>
              </a:spcBef>
              <a:buSzPct val="75000"/>
              <a:defRPr sz="1600" spc="-53">
                <a:solidFill>
                  <a:srgbClr val="152835"/>
                </a:solidFill>
                <a:latin typeface="+mn-lt"/>
                <a:ea typeface="+mn-ea"/>
                <a:cs typeface="+mn-cs"/>
                <a:sym typeface="IBM Plex Sans"/>
              </a:defRPr>
            </a:lvl2pPr>
            <a:lvl3pPr marL="830363" indent="-195379" defTabSz="412740">
              <a:lnSpc>
                <a:spcPct val="120000"/>
              </a:lnSpc>
              <a:spcBef>
                <a:spcPts val="2533"/>
              </a:spcBef>
              <a:buSzPct val="75000"/>
              <a:defRPr sz="1600" spc="-53">
                <a:solidFill>
                  <a:srgbClr val="152835"/>
                </a:solidFill>
                <a:latin typeface="+mn-lt"/>
                <a:ea typeface="+mn-ea"/>
                <a:cs typeface="+mn-cs"/>
                <a:sym typeface="IBM Plex Sans"/>
              </a:defRPr>
            </a:lvl3pPr>
            <a:lvl4pPr marL="1147854" indent="-195379" defTabSz="412740">
              <a:lnSpc>
                <a:spcPct val="120000"/>
              </a:lnSpc>
              <a:spcBef>
                <a:spcPts val="2533"/>
              </a:spcBef>
              <a:buSzPct val="75000"/>
              <a:defRPr sz="1600" spc="-53">
                <a:solidFill>
                  <a:srgbClr val="152835"/>
                </a:solidFill>
                <a:latin typeface="+mn-lt"/>
                <a:ea typeface="+mn-ea"/>
                <a:cs typeface="+mn-cs"/>
                <a:sym typeface="IBM Plex Sans"/>
              </a:defRPr>
            </a:lvl4pPr>
            <a:lvl5pPr marL="1465346" indent="-195378" defTabSz="412740">
              <a:lnSpc>
                <a:spcPct val="120000"/>
              </a:lnSpc>
              <a:spcBef>
                <a:spcPts val="2533"/>
              </a:spcBef>
              <a:buSzPct val="75000"/>
              <a:defRPr sz="1600" spc="-53">
                <a:solidFill>
                  <a:srgbClr val="152835"/>
                </a:solidFill>
                <a:latin typeface="+mn-lt"/>
                <a:ea typeface="+mn-ea"/>
                <a:cs typeface="+mn-cs"/>
                <a:sym typeface="IBM Plex Sans"/>
              </a:defRPr>
            </a:lvl5pPr>
          </a:lstStyle>
          <a:p>
            <a:r>
              <a:t>Body Level One</a:t>
            </a:r>
          </a:p>
          <a:p>
            <a:pPr lvl="1"/>
            <a:r>
              <a:t>Body Level Two</a:t>
            </a:r>
          </a:p>
          <a:p>
            <a:pPr lvl="2"/>
            <a:r>
              <a:t>Body Level Three</a:t>
            </a:r>
          </a:p>
          <a:p>
            <a:pPr lvl="3"/>
            <a:r>
              <a:t>Body Level Four</a:t>
            </a:r>
          </a:p>
          <a:p>
            <a:pPr lvl="4"/>
            <a:r>
              <a:t>Body Level Five</a:t>
            </a:r>
          </a:p>
        </p:txBody>
      </p:sp>
      <p:sp>
        <p:nvSpPr>
          <p:cNvPr id="467" name="Shape 1248"/>
          <p:cNvSpPr txBox="1"/>
          <p:nvPr/>
        </p:nvSpPr>
        <p:spPr>
          <a:xfrm>
            <a:off x="590901" y="535689"/>
            <a:ext cx="3909725" cy="494494"/>
          </a:xfrm>
          <a:prstGeom prst="rect">
            <a:avLst/>
          </a:prstGeom>
          <a:ln w="12700">
            <a:miter lim="400000"/>
          </a:ln>
          <a:extLst>
            <a:ext uri="{C572A759-6A51-4108-AA02-DFA0A04FC94B}">
              <ma14:wrappingTextBoxFlag xmlns:ma14="http://schemas.microsoft.com/office/mac/drawingml/2011/main" xmlns="" val="1"/>
            </a:ext>
          </a:extLst>
        </p:spPr>
        <p:txBody>
          <a:bodyPr wrap="none" lIns="25400" tIns="25400" rIns="25400" bIns="25400" anchor="ctr">
            <a:spAutoFit/>
          </a:bodyPr>
          <a:lstStyle>
            <a:lvl1pPr defTabSz="2438400">
              <a:lnSpc>
                <a:spcPct val="90000"/>
              </a:lnSpc>
              <a:defRPr sz="2400">
                <a:solidFill>
                  <a:srgbClr val="325C80"/>
                </a:solidFill>
              </a:defRPr>
            </a:lvl1pPr>
          </a:lstStyle>
          <a:p>
            <a:pPr hangingPunct="0"/>
            <a:r>
              <a:rPr sz="3200" kern="0">
                <a:sym typeface="IBM Plex Sans"/>
              </a:rPr>
              <a:t>Slide Title Goes Here</a:t>
            </a:r>
          </a:p>
        </p:txBody>
      </p:sp>
      <p:sp>
        <p:nvSpPr>
          <p:cNvPr id="468" name="Shape 1249"/>
          <p:cNvSpPr/>
          <p:nvPr/>
        </p:nvSpPr>
        <p:spPr>
          <a:xfrm>
            <a:off x="-3" y="-118533"/>
            <a:ext cx="12192005" cy="1681391"/>
          </a:xfrm>
          <a:prstGeom prst="rect">
            <a:avLst/>
          </a:prstGeom>
          <a:solidFill>
            <a:srgbClr val="000000"/>
          </a:solidFill>
          <a:ln w="12700">
            <a:miter lim="400000"/>
          </a:ln>
        </p:spPr>
        <p:txBody>
          <a:bodyPr lIns="0" tIns="0" rIns="0" bIns="0" anchor="ctr"/>
          <a:lstStyle/>
          <a:p>
            <a:pPr hangingPunct="0">
              <a:defRPr sz="1200">
                <a:solidFill>
                  <a:srgbClr val="FFFFFF"/>
                </a:solidFill>
              </a:defRPr>
            </a:pPr>
            <a:endParaRPr sz="1600" kern="0">
              <a:solidFill>
                <a:srgbClr val="FFFFFF"/>
              </a:solidFill>
              <a:sym typeface="IBM Plex Sans"/>
            </a:endParaRPr>
          </a:p>
        </p:txBody>
      </p:sp>
      <p:sp>
        <p:nvSpPr>
          <p:cNvPr id="469" name="Shape 1250"/>
          <p:cNvSpPr/>
          <p:nvPr/>
        </p:nvSpPr>
        <p:spPr>
          <a:xfrm>
            <a:off x="727804" y="1058650"/>
            <a:ext cx="451680" cy="4"/>
          </a:xfrm>
          <a:prstGeom prst="line">
            <a:avLst/>
          </a:prstGeom>
          <a:ln w="76200">
            <a:solidFill>
              <a:srgbClr val="5EA2F0"/>
            </a:solidFill>
            <a:miter lim="400000"/>
          </a:ln>
        </p:spPr>
        <p:txBody>
          <a:bodyPr lIns="60959" rIns="60959"/>
          <a:lstStyle/>
          <a:p>
            <a:pPr defTabSz="914377" hangingPunct="0"/>
            <a:endParaRPr sz="1733" kern="0">
              <a:solidFill>
                <a:srgbClr val="000000"/>
              </a:solidFill>
              <a:sym typeface="IBM Plex Sans"/>
            </a:endParaRPr>
          </a:p>
        </p:txBody>
      </p:sp>
      <p:sp>
        <p:nvSpPr>
          <p:cNvPr id="470" name="Slide Number"/>
          <p:cNvSpPr txBox="1">
            <a:spLocks noGrp="1"/>
          </p:cNvSpPr>
          <p:nvPr>
            <p:ph type="sldNum" sz="quarter" idx="2"/>
          </p:nvPr>
        </p:nvSpPr>
        <p:spPr>
          <a:prstGeom prst="rect">
            <a:avLst/>
          </a:prstGeom>
        </p:spPr>
        <p:txBody>
          <a:bodyPr/>
          <a:lstStyle/>
          <a:p>
            <a:fld id="{86CB4B4D-7CA3-9044-876B-883B54F8677D}" type="slidenum">
              <a:rPr/>
              <a:pPr/>
              <a:t>‹#›</a:t>
            </a:fld>
            <a:endParaRPr/>
          </a:p>
        </p:txBody>
      </p:sp>
    </p:spTree>
  </p:cSld>
  <p:clrMapOvr>
    <a:masterClrMapping/>
  </p:clrMapOvr>
  <p:transition spd="med"/>
</p:sldLayout>
</file>

<file path=ppt/slideLayouts/slideLayout356.xml><?xml version="1.0" encoding="utf-8"?>
<p:sldLayout xmlns:a="http://schemas.openxmlformats.org/drawingml/2006/main" xmlns:r="http://schemas.openxmlformats.org/officeDocument/2006/relationships" xmlns:p="http://schemas.openxmlformats.org/presentationml/2006/main" type="tx">
  <p:cSld name="TextCloudEyebrow">
    <p:spTree>
      <p:nvGrpSpPr>
        <p:cNvPr id="1" name=""/>
        <p:cNvGrpSpPr/>
        <p:nvPr/>
      </p:nvGrpSpPr>
      <p:grpSpPr>
        <a:xfrm>
          <a:off x="0" y="0"/>
          <a:ext cx="0" cy="0"/>
          <a:chOff x="0" y="0"/>
          <a:chExt cx="0" cy="0"/>
        </a:xfrm>
      </p:grpSpPr>
      <p:sp>
        <p:nvSpPr>
          <p:cNvPr id="477" name="Title Text"/>
          <p:cNvSpPr txBox="1">
            <a:spLocks noGrp="1"/>
          </p:cNvSpPr>
          <p:nvPr>
            <p:ph type="title"/>
          </p:nvPr>
        </p:nvSpPr>
        <p:spPr>
          <a:xfrm>
            <a:off x="304800" y="268224"/>
            <a:ext cx="5486400" cy="476843"/>
          </a:xfrm>
          <a:prstGeom prst="rect">
            <a:avLst/>
          </a:prstGeom>
        </p:spPr>
        <p:txBody>
          <a:bodyPr>
            <a:normAutofit/>
          </a:bodyPr>
          <a:lstStyle/>
          <a:p>
            <a:r>
              <a:t>Title Text</a:t>
            </a:r>
          </a:p>
        </p:txBody>
      </p:sp>
      <p:sp>
        <p:nvSpPr>
          <p:cNvPr id="478" name="Body Level One…"/>
          <p:cNvSpPr txBox="1">
            <a:spLocks noGrp="1"/>
          </p:cNvSpPr>
          <p:nvPr>
            <p:ph type="body" sz="half" idx="1"/>
          </p:nvPr>
        </p:nvSpPr>
        <p:spPr>
          <a:xfrm>
            <a:off x="485423" y="1498601"/>
            <a:ext cx="11345335" cy="218863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479" name="Slide Number"/>
          <p:cNvSpPr txBox="1">
            <a:spLocks noGrp="1"/>
          </p:cNvSpPr>
          <p:nvPr>
            <p:ph type="sldNum" sz="quarter" idx="2"/>
          </p:nvPr>
        </p:nvSpPr>
        <p:spPr>
          <a:prstGeom prst="rect">
            <a:avLst/>
          </a:prstGeom>
        </p:spPr>
        <p:txBody>
          <a:bodyPr/>
          <a:lstStyle/>
          <a:p>
            <a:fld id="{86CB4B4D-7CA3-9044-876B-883B54F8677D}" type="slidenum">
              <a:rPr/>
              <a:pPr/>
              <a:t>‹#›</a:t>
            </a:fld>
            <a:endParaRPr/>
          </a:p>
        </p:txBody>
      </p:sp>
    </p:spTree>
  </p:cSld>
  <p:clrMapOvr>
    <a:masterClrMapping/>
  </p:clrMapOvr>
  <p:transition spd="med"/>
</p:sldLayout>
</file>

<file path=ppt/slideLayouts/slideLayout357.xml><?xml version="1.0" encoding="utf-8"?>
<p:sldLayout xmlns:a="http://schemas.openxmlformats.org/drawingml/2006/main" xmlns:r="http://schemas.openxmlformats.org/officeDocument/2006/relationships" xmlns:p="http://schemas.openxmlformats.org/presentationml/2006/main" type="tx">
  <p:cSld name="table">
    <p:spTree>
      <p:nvGrpSpPr>
        <p:cNvPr id="1" name=""/>
        <p:cNvGrpSpPr/>
        <p:nvPr/>
      </p:nvGrpSpPr>
      <p:grpSpPr>
        <a:xfrm>
          <a:off x="0" y="0"/>
          <a:ext cx="0" cy="0"/>
          <a:chOff x="0" y="0"/>
          <a:chExt cx="0" cy="0"/>
        </a:xfrm>
      </p:grpSpPr>
      <p:sp>
        <p:nvSpPr>
          <p:cNvPr id="486" name="Slide Number"/>
          <p:cNvSpPr txBox="1">
            <a:spLocks noGrp="1"/>
          </p:cNvSpPr>
          <p:nvPr>
            <p:ph type="sldNum" sz="quarter" idx="2"/>
          </p:nvPr>
        </p:nvSpPr>
        <p:spPr>
          <a:xfrm>
            <a:off x="11772939" y="6562788"/>
            <a:ext cx="114262" cy="110800"/>
          </a:xfrm>
          <a:prstGeom prst="rect">
            <a:avLst/>
          </a:prstGeom>
        </p:spPr>
        <p:txBody>
          <a:bodyPr/>
          <a:lstStyle/>
          <a:p>
            <a:fld id="{86CB4B4D-7CA3-9044-876B-883B54F8677D}" type="slidenum">
              <a:rPr/>
              <a:pPr/>
              <a:t>‹#›</a:t>
            </a:fld>
            <a:endParaRPr/>
          </a:p>
        </p:txBody>
      </p:sp>
      <p:sp>
        <p:nvSpPr>
          <p:cNvPr id="487" name="Body Level One…"/>
          <p:cNvSpPr txBox="1">
            <a:spLocks noGrp="1"/>
          </p:cNvSpPr>
          <p:nvPr>
            <p:ph type="body" sz="quarter" idx="1"/>
          </p:nvPr>
        </p:nvSpPr>
        <p:spPr>
          <a:xfrm>
            <a:off x="304800" y="256031"/>
            <a:ext cx="2438400" cy="5878661"/>
          </a:xfrm>
          <a:prstGeom prst="rect">
            <a:avLst/>
          </a:prstGeom>
        </p:spPr>
        <p:txBody>
          <a:bodyPr>
            <a:normAutofit/>
          </a:bodyPr>
          <a:lstStyle>
            <a:lvl1pPr>
              <a:defRPr sz="2133"/>
            </a:lvl1pPr>
            <a:lvl2pPr marL="0" indent="0">
              <a:buSzTx/>
              <a:buNone/>
              <a:defRPr sz="2133"/>
            </a:lvl2pPr>
            <a:lvl3pPr marL="535503" indent="-237061">
              <a:defRPr sz="2133"/>
            </a:lvl3pPr>
            <a:lvl4pPr marL="935927" indent="-326343">
              <a:defRPr sz="2133"/>
            </a:lvl4pPr>
            <a:lvl5pPr marL="1175875" indent="-335580">
              <a:defRPr sz="2133"/>
            </a:lvl5pPr>
          </a:lstStyle>
          <a:p>
            <a:r>
              <a:t>Body Level One</a:t>
            </a:r>
          </a:p>
          <a:p>
            <a:pPr lvl="1"/>
            <a:r>
              <a:t>Body Level Two</a:t>
            </a:r>
          </a:p>
          <a:p>
            <a:pPr lvl="2"/>
            <a:r>
              <a:t>Body Level Three</a:t>
            </a:r>
          </a:p>
          <a:p>
            <a:pPr lvl="3"/>
            <a:r>
              <a:t>Body Level Four</a:t>
            </a:r>
          </a:p>
          <a:p>
            <a:pPr lvl="4"/>
            <a:r>
              <a:t>Body Level Five</a:t>
            </a:r>
          </a:p>
        </p:txBody>
      </p:sp>
    </p:spTree>
  </p:cSld>
  <p:clrMapOvr>
    <a:masterClrMapping/>
  </p:clrMapOvr>
  <p:transition spd="med"/>
</p:sldLayout>
</file>

<file path=ppt/slideLayouts/slideLayout358.xml><?xml version="1.0" encoding="utf-8"?>
<p:sldLayout xmlns:a="http://schemas.openxmlformats.org/drawingml/2006/main" xmlns:r="http://schemas.openxmlformats.org/officeDocument/2006/relationships" xmlns:p="http://schemas.openxmlformats.org/presentationml/2006/main" type="tx">
  <p:cSld name="1_section, title, text (four columns)">
    <p:spTree>
      <p:nvGrpSpPr>
        <p:cNvPr id="1" name=""/>
        <p:cNvGrpSpPr/>
        <p:nvPr/>
      </p:nvGrpSpPr>
      <p:grpSpPr>
        <a:xfrm>
          <a:off x="0" y="0"/>
          <a:ext cx="0" cy="0"/>
          <a:chOff x="0" y="0"/>
          <a:chExt cx="0" cy="0"/>
        </a:xfrm>
      </p:grpSpPr>
      <p:sp>
        <p:nvSpPr>
          <p:cNvPr id="494" name="Title Text"/>
          <p:cNvSpPr txBox="1">
            <a:spLocks noGrp="1"/>
          </p:cNvSpPr>
          <p:nvPr>
            <p:ph type="title"/>
          </p:nvPr>
        </p:nvSpPr>
        <p:spPr>
          <a:xfrm>
            <a:off x="304800" y="548641"/>
            <a:ext cx="8534400" cy="853441"/>
          </a:xfrm>
          <a:prstGeom prst="rect">
            <a:avLst/>
          </a:prstGeom>
        </p:spPr>
        <p:txBody>
          <a:bodyPr>
            <a:normAutofit/>
          </a:bodyPr>
          <a:lstStyle/>
          <a:p>
            <a:r>
              <a:t>Title Text</a:t>
            </a:r>
          </a:p>
        </p:txBody>
      </p:sp>
      <p:sp>
        <p:nvSpPr>
          <p:cNvPr id="495" name="Slide Number"/>
          <p:cNvSpPr txBox="1">
            <a:spLocks noGrp="1"/>
          </p:cNvSpPr>
          <p:nvPr>
            <p:ph type="sldNum" sz="quarter" idx="2"/>
          </p:nvPr>
        </p:nvSpPr>
        <p:spPr>
          <a:xfrm>
            <a:off x="11772939" y="6562788"/>
            <a:ext cx="114262" cy="110800"/>
          </a:xfrm>
          <a:prstGeom prst="rect">
            <a:avLst/>
          </a:prstGeom>
        </p:spPr>
        <p:txBody>
          <a:bodyPr/>
          <a:lstStyle/>
          <a:p>
            <a:fld id="{86CB4B4D-7CA3-9044-876B-883B54F8677D}" type="slidenum">
              <a:rPr/>
              <a:pPr/>
              <a:t>‹#›</a:t>
            </a:fld>
            <a:endParaRPr/>
          </a:p>
        </p:txBody>
      </p:sp>
      <p:sp>
        <p:nvSpPr>
          <p:cNvPr id="496" name="Body Level One…"/>
          <p:cNvSpPr txBox="1">
            <a:spLocks noGrp="1"/>
          </p:cNvSpPr>
          <p:nvPr>
            <p:ph type="body" sz="quarter" idx="1"/>
          </p:nvPr>
        </p:nvSpPr>
        <p:spPr>
          <a:xfrm>
            <a:off x="6400800" y="1457959"/>
            <a:ext cx="2438400" cy="4786207"/>
          </a:xfrm>
          <a:prstGeom prst="rect">
            <a:avLst/>
          </a:prstGeom>
        </p:spPr>
        <p:txBody>
          <a:bodyPr>
            <a:normAutofit/>
          </a:bodyPr>
          <a:lstStyle>
            <a:lvl1pPr>
              <a:defRPr sz="2133"/>
            </a:lvl1pPr>
            <a:lvl2pPr marL="0" indent="0">
              <a:buSzTx/>
              <a:buNone/>
              <a:defRPr sz="2133"/>
            </a:lvl2pPr>
            <a:lvl3pPr marL="535503" indent="-237061">
              <a:defRPr sz="2133"/>
            </a:lvl3pPr>
            <a:lvl4pPr marL="935927" indent="-326343">
              <a:defRPr sz="2133"/>
            </a:lvl4pPr>
            <a:lvl5pPr marL="1175875" indent="-335580">
              <a:defRPr sz="2133"/>
            </a:lvl5pPr>
          </a:lstStyle>
          <a:p>
            <a:r>
              <a:t>Body Level One</a:t>
            </a:r>
          </a:p>
          <a:p>
            <a:pPr lvl="1"/>
            <a:r>
              <a:t>Body Level Two</a:t>
            </a:r>
          </a:p>
          <a:p>
            <a:pPr lvl="2"/>
            <a:r>
              <a:t>Body Level Three</a:t>
            </a:r>
          </a:p>
          <a:p>
            <a:pPr lvl="3"/>
            <a:r>
              <a:t>Body Level Four</a:t>
            </a:r>
          </a:p>
          <a:p>
            <a:pPr lvl="4"/>
            <a:r>
              <a:t>Body Level Five</a:t>
            </a:r>
          </a:p>
        </p:txBody>
      </p:sp>
      <p:sp>
        <p:nvSpPr>
          <p:cNvPr id="497" name="Text Placeholder 11"/>
          <p:cNvSpPr>
            <a:spLocks noGrp="1"/>
          </p:cNvSpPr>
          <p:nvPr>
            <p:ph type="body" sz="quarter" idx="13"/>
          </p:nvPr>
        </p:nvSpPr>
        <p:spPr>
          <a:xfrm>
            <a:off x="304800" y="268223"/>
            <a:ext cx="5486400" cy="400052"/>
          </a:xfrm>
          <a:prstGeom prst="rect">
            <a:avLst/>
          </a:prstGeom>
        </p:spPr>
        <p:txBody>
          <a:bodyPr>
            <a:normAutofit/>
          </a:bodyPr>
          <a:lstStyle/>
          <a:p>
            <a:pPr>
              <a:defRPr sz="1100" spc="-100"/>
            </a:pPr>
            <a:endParaRPr/>
          </a:p>
        </p:txBody>
      </p:sp>
      <p:sp>
        <p:nvSpPr>
          <p:cNvPr id="498" name="Text Placeholder 6"/>
          <p:cNvSpPr>
            <a:spLocks noGrp="1"/>
          </p:cNvSpPr>
          <p:nvPr>
            <p:ph type="body" sz="quarter" idx="14"/>
          </p:nvPr>
        </p:nvSpPr>
        <p:spPr>
          <a:xfrm>
            <a:off x="304800" y="1457959"/>
            <a:ext cx="2438400" cy="4786207"/>
          </a:xfrm>
          <a:prstGeom prst="rect">
            <a:avLst/>
          </a:prstGeom>
        </p:spPr>
        <p:txBody>
          <a:bodyPr>
            <a:normAutofit/>
          </a:bodyPr>
          <a:lstStyle>
            <a:lvl1pPr>
              <a:spcBef>
                <a:spcPts val="1467"/>
              </a:spcBef>
              <a:defRPr sz="1600" spc="-100"/>
            </a:lvl1pPr>
          </a:lstStyle>
          <a:p>
            <a:pPr>
              <a:spcBef>
                <a:spcPts val="1100"/>
              </a:spcBef>
              <a:defRPr sz="1600" spc="-100"/>
            </a:pPr>
            <a:endParaRPr/>
          </a:p>
        </p:txBody>
      </p:sp>
      <p:sp>
        <p:nvSpPr>
          <p:cNvPr id="499" name="Text Placeholder 7"/>
          <p:cNvSpPr>
            <a:spLocks noGrp="1"/>
          </p:cNvSpPr>
          <p:nvPr>
            <p:ph type="body" sz="quarter" idx="15"/>
          </p:nvPr>
        </p:nvSpPr>
        <p:spPr>
          <a:xfrm>
            <a:off x="3352800" y="1457959"/>
            <a:ext cx="2438400" cy="4786207"/>
          </a:xfrm>
          <a:prstGeom prst="rect">
            <a:avLst/>
          </a:prstGeom>
        </p:spPr>
        <p:txBody>
          <a:bodyPr>
            <a:normAutofit/>
          </a:bodyPr>
          <a:lstStyle/>
          <a:p>
            <a:pPr>
              <a:defRPr sz="1600" spc="-100"/>
            </a:pPr>
            <a:endParaRPr/>
          </a:p>
        </p:txBody>
      </p:sp>
      <p:sp>
        <p:nvSpPr>
          <p:cNvPr id="500" name="Text Placeholder 9"/>
          <p:cNvSpPr>
            <a:spLocks noGrp="1"/>
          </p:cNvSpPr>
          <p:nvPr>
            <p:ph type="body" sz="quarter" idx="16"/>
          </p:nvPr>
        </p:nvSpPr>
        <p:spPr>
          <a:xfrm>
            <a:off x="9448800" y="1457959"/>
            <a:ext cx="2438400" cy="4786207"/>
          </a:xfrm>
          <a:prstGeom prst="rect">
            <a:avLst/>
          </a:prstGeom>
        </p:spPr>
        <p:txBody>
          <a:bodyPr>
            <a:normAutofit/>
          </a:bodyPr>
          <a:lstStyle/>
          <a:p>
            <a:pPr>
              <a:defRPr sz="1600" spc="-100"/>
            </a:pPr>
            <a:endParaRPr/>
          </a:p>
        </p:txBody>
      </p:sp>
    </p:spTree>
  </p:cSld>
  <p:clrMapOvr>
    <a:masterClrMapping/>
  </p:clrMapOvr>
  <p:transition spd="med"/>
</p:sldLayout>
</file>

<file path=ppt/slideLayouts/slideLayout359.xml><?xml version="1.0" encoding="utf-8"?>
<p:sldLayout xmlns:a="http://schemas.openxmlformats.org/drawingml/2006/main" xmlns:r="http://schemas.openxmlformats.org/officeDocument/2006/relationships" xmlns:p="http://schemas.openxmlformats.org/presentationml/2006/main" type="tx">
  <p:cSld name="TextPlain">
    <p:spTree>
      <p:nvGrpSpPr>
        <p:cNvPr id="1" name=""/>
        <p:cNvGrpSpPr/>
        <p:nvPr/>
      </p:nvGrpSpPr>
      <p:grpSpPr>
        <a:xfrm>
          <a:off x="0" y="0"/>
          <a:ext cx="0" cy="0"/>
          <a:chOff x="0" y="0"/>
          <a:chExt cx="0" cy="0"/>
        </a:xfrm>
      </p:grpSpPr>
      <p:sp>
        <p:nvSpPr>
          <p:cNvPr id="507" name="Title Text"/>
          <p:cNvSpPr txBox="1">
            <a:spLocks noGrp="1"/>
          </p:cNvSpPr>
          <p:nvPr>
            <p:ph type="title"/>
          </p:nvPr>
        </p:nvSpPr>
        <p:spPr>
          <a:xfrm>
            <a:off x="304800" y="268224"/>
            <a:ext cx="5486400" cy="476843"/>
          </a:xfrm>
          <a:prstGeom prst="rect">
            <a:avLst/>
          </a:prstGeom>
        </p:spPr>
        <p:txBody>
          <a:bodyPr>
            <a:normAutofit/>
          </a:bodyPr>
          <a:lstStyle/>
          <a:p>
            <a:r>
              <a:t>Title Text</a:t>
            </a:r>
          </a:p>
        </p:txBody>
      </p:sp>
      <p:sp>
        <p:nvSpPr>
          <p:cNvPr id="508" name="TextBox 4"/>
          <p:cNvSpPr txBox="1"/>
          <p:nvPr/>
        </p:nvSpPr>
        <p:spPr>
          <a:xfrm>
            <a:off x="417690" y="1185334"/>
            <a:ext cx="9493956" cy="276999"/>
          </a:xfrm>
          <a:prstGeom prst="rect">
            <a:avLst/>
          </a:prstGeom>
          <a:ln w="12700">
            <a:miter lim="400000"/>
          </a:ln>
          <a:extLst>
            <a:ext uri="{C572A759-6A51-4108-AA02-DFA0A04FC94B}">
              <ma14:wrappingTextBoxFlag xmlns:ma14="http://schemas.microsoft.com/office/mac/drawingml/2011/main" xmlns="" val="1"/>
            </a:ext>
          </a:extLst>
        </p:spPr>
        <p:txBody>
          <a:bodyPr lIns="60959" rIns="60959">
            <a:spAutoFit/>
          </a:bodyPr>
          <a:lstStyle>
            <a:lvl1pPr>
              <a:defRPr sz="900" spc="-23">
                <a:solidFill>
                  <a:srgbClr val="FFFFFF"/>
                </a:solidFill>
                <a:latin typeface="Arial"/>
                <a:ea typeface="Arial"/>
                <a:cs typeface="Arial"/>
                <a:sym typeface="Arial"/>
              </a:defRPr>
            </a:lvl1pPr>
          </a:lstStyle>
          <a:p>
            <a:pPr defTabSz="914377" hangingPunct="0"/>
            <a:r>
              <a:rPr sz="1200" kern="0"/>
              <a:t>text</a:t>
            </a:r>
          </a:p>
        </p:txBody>
      </p:sp>
      <p:sp>
        <p:nvSpPr>
          <p:cNvPr id="509" name="Body Level One…"/>
          <p:cNvSpPr txBox="1">
            <a:spLocks noGrp="1"/>
          </p:cNvSpPr>
          <p:nvPr>
            <p:ph type="body" sz="half" idx="1"/>
          </p:nvPr>
        </p:nvSpPr>
        <p:spPr>
          <a:xfrm>
            <a:off x="485423" y="1498600"/>
            <a:ext cx="11345335" cy="1499899"/>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510" name="Slide Number"/>
          <p:cNvSpPr txBox="1">
            <a:spLocks noGrp="1"/>
          </p:cNvSpPr>
          <p:nvPr>
            <p:ph type="sldNum" sz="quarter" idx="2"/>
          </p:nvPr>
        </p:nvSpPr>
        <p:spPr>
          <a:prstGeom prst="rect">
            <a:avLst/>
          </a:prstGeom>
        </p:spPr>
        <p:txBody>
          <a:bodyPr/>
          <a:lstStyle/>
          <a:p>
            <a:fld id="{86CB4B4D-7CA3-9044-876B-883B54F8677D}" type="slidenum">
              <a:rPr/>
              <a:pPr/>
              <a:t>‹#›</a:t>
            </a:fld>
            <a:endParaRPr/>
          </a:p>
        </p:txBody>
      </p:sp>
    </p:spTree>
  </p:cSld>
  <p:clrMapOvr>
    <a:masterClrMapping/>
  </p:clrMapOvr>
  <p:transition spd="med"/>
</p:sldLayout>
</file>

<file path=ppt/slideLayouts/slideLayout360.xml><?xml version="1.0" encoding="utf-8"?>
<p:sldLayout xmlns:a="http://schemas.openxmlformats.org/drawingml/2006/main" xmlns:r="http://schemas.openxmlformats.org/officeDocument/2006/relationships" xmlns:p="http://schemas.openxmlformats.org/presentationml/2006/main">
  <p:cSld name="1_boxes (3 med, 2 small)">
    <p:spTree>
      <p:nvGrpSpPr>
        <p:cNvPr id="1" name=""/>
        <p:cNvGrpSpPr/>
        <p:nvPr/>
      </p:nvGrpSpPr>
      <p:grpSpPr>
        <a:xfrm>
          <a:off x="0" y="0"/>
          <a:ext cx="0" cy="0"/>
          <a:chOff x="0" y="0"/>
          <a:chExt cx="0" cy="0"/>
        </a:xfrm>
      </p:grpSpPr>
      <p:sp>
        <p:nvSpPr>
          <p:cNvPr id="14" name="Content Placeholder 13"/>
          <p:cNvSpPr>
            <a:spLocks noGrp="1"/>
          </p:cNvSpPr>
          <p:nvPr>
            <p:ph sz="quarter" idx="17"/>
          </p:nvPr>
        </p:nvSpPr>
        <p:spPr>
          <a:xfrm>
            <a:off x="6096001" y="3429000"/>
            <a:ext cx="6096000" cy="3429000"/>
          </a:xfrm>
          <a:solidFill>
            <a:schemeClr val="accent3"/>
          </a:solidFill>
        </p:spPr>
        <p:txBody>
          <a:bodyPr lIns="228600" tIns="192024" rIns="228600" bIns="228600"/>
          <a:lstStyle>
            <a:lvl1pPr>
              <a:defRPr sz="1867">
                <a:solidFill>
                  <a:schemeClr val="bg2"/>
                </a:solidFill>
              </a:defRPr>
            </a:lvl1pPr>
          </a:lstStyle>
          <a:p>
            <a:pPr lvl="0"/>
            <a:r>
              <a:rPr lang="en-US"/>
              <a:t>Click to edit Master text styles</a:t>
            </a:r>
          </a:p>
        </p:txBody>
      </p:sp>
      <p:sp>
        <p:nvSpPr>
          <p:cNvPr id="5" name="Content Placeholder 4"/>
          <p:cNvSpPr>
            <a:spLocks noGrp="1"/>
          </p:cNvSpPr>
          <p:nvPr>
            <p:ph sz="quarter" idx="18"/>
          </p:nvPr>
        </p:nvSpPr>
        <p:spPr>
          <a:xfrm>
            <a:off x="0" y="3429000"/>
            <a:ext cx="6096000" cy="3429000"/>
          </a:xfrm>
          <a:solidFill>
            <a:schemeClr val="tx1"/>
          </a:solidFill>
        </p:spPr>
        <p:txBody>
          <a:bodyPr lIns="228600" tIns="192024" rIns="228600" bIns="228600"/>
          <a:lstStyle>
            <a:lvl1pPr>
              <a:defRPr sz="1867">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p:txBody>
      </p:sp>
      <p:sp>
        <p:nvSpPr>
          <p:cNvPr id="3" name="Slide Number Placeholder 2"/>
          <p:cNvSpPr>
            <a:spLocks noGrp="1"/>
          </p:cNvSpPr>
          <p:nvPr>
            <p:ph type="sldNum" sz="quarter" idx="10"/>
          </p:nvPr>
        </p:nvSpPr>
        <p:spPr/>
        <p:txBody>
          <a:bodyPr/>
          <a:lstStyle>
            <a:lvl1pPr>
              <a:defRPr>
                <a:solidFill>
                  <a:schemeClr val="bg2"/>
                </a:solidFill>
              </a:defRPr>
            </a:lvl1pPr>
          </a:lstStyle>
          <a:p>
            <a:fld id="{D0BE6F14-FF48-0F4F-A8AA-2E3F25371E4A}" type="slidenum">
              <a:rPr lang="en-US" smtClean="0"/>
              <a:pPr/>
              <a:t>‹#›</a:t>
            </a:fld>
            <a:endParaRPr lang="en-US"/>
          </a:p>
        </p:txBody>
      </p:sp>
      <p:sp>
        <p:nvSpPr>
          <p:cNvPr id="4" name="Footer Placeholder 3"/>
          <p:cNvSpPr>
            <a:spLocks noGrp="1"/>
          </p:cNvSpPr>
          <p:nvPr>
            <p:ph type="ftr" sz="quarter" idx="11"/>
          </p:nvPr>
        </p:nvSpPr>
        <p:spPr/>
        <p:txBody>
          <a:bodyPr/>
          <a:lstStyle>
            <a:lvl1pPr>
              <a:defRPr>
                <a:solidFill>
                  <a:schemeClr val="bg2"/>
                </a:solidFill>
              </a:defRPr>
            </a:lvl1pPr>
          </a:lstStyle>
          <a:p>
            <a:r>
              <a:rPr lang="de-DE"/>
              <a:t>IBM Cloud / Month XX, 2018 / © 2018 IBM Corporation</a:t>
            </a:r>
            <a:endParaRPr lang="en-US"/>
          </a:p>
        </p:txBody>
      </p:sp>
      <p:sp>
        <p:nvSpPr>
          <p:cNvPr id="8" name="Content Placeholder 7"/>
          <p:cNvSpPr>
            <a:spLocks noGrp="1"/>
          </p:cNvSpPr>
          <p:nvPr>
            <p:ph sz="quarter" idx="15"/>
          </p:nvPr>
        </p:nvSpPr>
        <p:spPr>
          <a:xfrm>
            <a:off x="9144000" y="0"/>
            <a:ext cx="3048000" cy="3429000"/>
          </a:xfrm>
          <a:solidFill>
            <a:schemeClr val="tx1"/>
          </a:solidFill>
        </p:spPr>
        <p:txBody>
          <a:bodyPr lIns="228600" tIns="192024" rIns="228600" bIns="228600"/>
          <a:lstStyle>
            <a:lvl1pPr>
              <a:defRPr sz="1867">
                <a:solidFill>
                  <a:schemeClr val="bg2"/>
                </a:solidFill>
              </a:defRPr>
            </a:lvl1pPr>
          </a:lstStyle>
          <a:p>
            <a:pPr lvl="0"/>
            <a:r>
              <a:rPr lang="en-US"/>
              <a:t>Click to edit Master text styles</a:t>
            </a:r>
          </a:p>
        </p:txBody>
      </p:sp>
      <p:sp>
        <p:nvSpPr>
          <p:cNvPr id="10" name="Content Placeholder 9"/>
          <p:cNvSpPr>
            <a:spLocks noGrp="1"/>
          </p:cNvSpPr>
          <p:nvPr>
            <p:ph sz="quarter" idx="16"/>
          </p:nvPr>
        </p:nvSpPr>
        <p:spPr>
          <a:xfrm>
            <a:off x="6096000" y="0"/>
            <a:ext cx="3048000" cy="3429000"/>
          </a:xfrm>
          <a:solidFill>
            <a:schemeClr val="tx2">
              <a:lumMod val="50000"/>
            </a:schemeClr>
          </a:solidFill>
        </p:spPr>
        <p:txBody>
          <a:bodyPr lIns="228600" tIns="192024" rIns="228600" bIns="228600"/>
          <a:lstStyle>
            <a:lvl1pPr>
              <a:defRPr sz="1867">
                <a:solidFill>
                  <a:schemeClr val="bg2"/>
                </a:solidFill>
              </a:defRPr>
            </a:lvl1pPr>
          </a:lstStyle>
          <a:p>
            <a:pPr lvl="0"/>
            <a:r>
              <a:rPr lang="en-US"/>
              <a:t>Click to edit Master text styles</a:t>
            </a:r>
          </a:p>
        </p:txBody>
      </p:sp>
      <p:sp>
        <p:nvSpPr>
          <p:cNvPr id="6" name="Title 5"/>
          <p:cNvSpPr>
            <a:spLocks noGrp="1"/>
          </p:cNvSpPr>
          <p:nvPr>
            <p:ph type="title"/>
          </p:nvPr>
        </p:nvSpPr>
        <p:spPr>
          <a:xfrm>
            <a:off x="-1" y="-1"/>
            <a:ext cx="6095999" cy="3429001"/>
          </a:xfrm>
          <a:solidFill>
            <a:schemeClr val="accent2"/>
          </a:solidFill>
        </p:spPr>
        <p:txBody>
          <a:bodyPr lIns="228600" tIns="201168" rIns="228600" bIns="228600"/>
          <a:lstStyle>
            <a:lvl1pPr>
              <a:defRPr>
                <a:solidFill>
                  <a:schemeClr val="bg2"/>
                </a:solidFill>
              </a:defRPr>
            </a:lvl1pPr>
          </a:lstStyle>
          <a:p>
            <a:r>
              <a:rPr lang="en-US"/>
              <a:t>Click to edit Master title style</a:t>
            </a:r>
            <a:endParaRPr lang="en-US" dirty="0"/>
          </a:p>
        </p:txBody>
      </p:sp>
    </p:spTree>
    <p:extLst>
      <p:ext uri="{BB962C8B-B14F-4D97-AF65-F5344CB8AC3E}">
        <p14:creationId xmlns:p14="http://schemas.microsoft.com/office/powerpoint/2010/main" val="149412658"/>
      </p:ext>
    </p:extLst>
  </p:cSld>
  <p:clrMapOvr>
    <a:masterClrMapping/>
  </p:clrMapOvr>
</p:sldLayout>
</file>

<file path=ppt/slideLayouts/slideLayout361.xml><?xml version="1.0" encoding="utf-8"?>
<p:sldLayout xmlns:a="http://schemas.openxmlformats.org/drawingml/2006/main" xmlns:r="http://schemas.openxmlformats.org/officeDocument/2006/relationships" xmlns:p="http://schemas.openxmlformats.org/presentationml/2006/main" preserve="1">
  <p:cSld name="Cover Slide">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a:xfrm>
            <a:off x="304800" y="6437376"/>
            <a:ext cx="8534400" cy="182880"/>
          </a:xfrm>
        </p:spPr>
        <p:txBody>
          <a:bodyPr/>
          <a:lstStyle>
            <a:lvl1pPr>
              <a:defRPr>
                <a:solidFill>
                  <a:schemeClr val="bg2"/>
                </a:solidFill>
              </a:defRPr>
            </a:lvl1pPr>
          </a:lstStyle>
          <a:p>
            <a:r>
              <a:rPr lang="en-US">
                <a:solidFill>
                  <a:srgbClr val="FFFFFF"/>
                </a:solidFill>
              </a:rPr>
              <a:t>IBM Cloud / 01 May 2018 / © 2018 IBM Corporation</a:t>
            </a:r>
          </a:p>
        </p:txBody>
      </p:sp>
      <p:sp>
        <p:nvSpPr>
          <p:cNvPr id="4" name="Title 3"/>
          <p:cNvSpPr>
            <a:spLocks noGrp="1"/>
          </p:cNvSpPr>
          <p:nvPr>
            <p:ph type="title"/>
          </p:nvPr>
        </p:nvSpPr>
        <p:spPr>
          <a:xfrm>
            <a:off x="304800" y="271708"/>
            <a:ext cx="5486401" cy="5972459"/>
          </a:xfrm>
        </p:spPr>
        <p:txBody>
          <a:bodyPr/>
          <a:lstStyle>
            <a:lvl1pPr>
              <a:lnSpc>
                <a:spcPct val="90000"/>
              </a:lnSpc>
              <a:defRPr sz="3200" b="0">
                <a:solidFill>
                  <a:schemeClr val="bg2"/>
                </a:solidFill>
              </a:defRPr>
            </a:lvl1pPr>
          </a:lstStyle>
          <a:p>
            <a:r>
              <a:rPr lang="en-US"/>
              <a:t>Click to edit Master title style</a:t>
            </a:r>
            <a:endParaRPr lang="en-US" dirty="0"/>
          </a:p>
        </p:txBody>
      </p:sp>
      <p:pic>
        <p:nvPicPr>
          <p:cNvPr id="5" name="Picture 4"/>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1191749" y="321734"/>
            <a:ext cx="695452" cy="281940"/>
          </a:xfrm>
          <a:prstGeom prst="rect">
            <a:avLst/>
          </a:prstGeom>
        </p:spPr>
      </p:pic>
      <p:pic>
        <p:nvPicPr>
          <p:cNvPr id="7" name="Picture 6"/>
          <p:cNvPicPr>
            <a:picLocks noChangeAspect="1"/>
          </p:cNvPicPr>
          <p:nvPr userDrawn="1"/>
        </p:nvPicPr>
        <p:blipFill rotWithShape="1">
          <a:blip r:embed="rId3">
            <a:extLst>
              <a:ext uri="{28A0092B-C50C-407E-A947-70E740481C1C}">
                <a14:useLocalDpi xmlns:a14="http://schemas.microsoft.com/office/drawing/2010/main" val="0"/>
              </a:ext>
            </a:extLst>
          </a:blip>
          <a:srcRect l="15132" t="30197" r="15583" b="32340"/>
          <a:stretch/>
        </p:blipFill>
        <p:spPr>
          <a:xfrm>
            <a:off x="9880997" y="6139910"/>
            <a:ext cx="2098804" cy="531956"/>
          </a:xfrm>
          <a:prstGeom prst="rect">
            <a:avLst/>
          </a:prstGeom>
        </p:spPr>
      </p:pic>
      <p:pic>
        <p:nvPicPr>
          <p:cNvPr id="8" name="Picture 7"/>
          <p:cNvPicPr>
            <a:picLocks noChangeAspect="1"/>
          </p:cNvPicPr>
          <p:nvPr userDrawn="1"/>
        </p:nvPicPr>
        <p:blipFill rotWithShape="1">
          <a:blip r:embed="rId4">
            <a:extLst>
              <a:ext uri="{28A0092B-C50C-407E-A947-70E740481C1C}">
                <a14:useLocalDpi xmlns:a14="http://schemas.microsoft.com/office/drawing/2010/main" val="0"/>
              </a:ext>
            </a:extLst>
          </a:blip>
          <a:srcRect l="18001" t="20400" r="17675" b="20719"/>
          <a:stretch/>
        </p:blipFill>
        <p:spPr>
          <a:xfrm>
            <a:off x="5956299" y="540363"/>
            <a:ext cx="5729895" cy="4916867"/>
          </a:xfrm>
          <a:prstGeom prst="rect">
            <a:avLst/>
          </a:prstGeom>
        </p:spPr>
      </p:pic>
    </p:spTree>
  </p:cSld>
  <p:clrMapOvr>
    <a:masterClrMapping/>
  </p:clrMapOvr>
</p:sldLayout>
</file>

<file path=ppt/slideLayouts/slideLayout362.xml><?xml version="1.0" encoding="utf-8"?>
<p:sldLayout xmlns:a="http://schemas.openxmlformats.org/drawingml/2006/main" xmlns:r="http://schemas.openxmlformats.org/officeDocument/2006/relationships" xmlns:p="http://schemas.openxmlformats.org/presentationml/2006/main" preserve="1">
  <p:cSld name="Divider">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lvl1pPr>
              <a:defRPr>
                <a:solidFill>
                  <a:schemeClr val="bg2"/>
                </a:solidFill>
              </a:defRPr>
            </a:lvl1pPr>
          </a:lstStyle>
          <a:p>
            <a:r>
              <a:rPr lang="en-US">
                <a:solidFill>
                  <a:srgbClr val="FFFFFF"/>
                </a:solidFill>
              </a:rPr>
              <a:t>IBM Cloud / 01 May 2018 / © 2018 IBM Corporation</a:t>
            </a:r>
          </a:p>
        </p:txBody>
      </p:sp>
      <p:sp>
        <p:nvSpPr>
          <p:cNvPr id="4" name="Slide Number Placeholder 3"/>
          <p:cNvSpPr>
            <a:spLocks noGrp="1"/>
          </p:cNvSpPr>
          <p:nvPr>
            <p:ph type="sldNum" sz="quarter" idx="11"/>
          </p:nvPr>
        </p:nvSpPr>
        <p:spPr/>
        <p:txBody>
          <a:bodyPr/>
          <a:lstStyle>
            <a:lvl1pPr>
              <a:defRPr>
                <a:solidFill>
                  <a:schemeClr val="bg2"/>
                </a:solidFill>
              </a:defRPr>
            </a:lvl1pPr>
          </a:lstStyle>
          <a:p>
            <a:fld id="{3FD999D4-B456-9943-89B7-30D56181CE18}" type="slidenum">
              <a:rPr lang="en-US" smtClean="0">
                <a:solidFill>
                  <a:srgbClr val="FFFFFF"/>
                </a:solidFill>
              </a:rPr>
              <a:pPr/>
              <a:t>‹#›</a:t>
            </a:fld>
            <a:endParaRPr lang="en-US">
              <a:solidFill>
                <a:srgbClr val="FFFFFF"/>
              </a:solidFill>
            </a:endParaRPr>
          </a:p>
        </p:txBody>
      </p:sp>
      <p:sp>
        <p:nvSpPr>
          <p:cNvPr id="5" name="Title 4"/>
          <p:cNvSpPr>
            <a:spLocks noGrp="1"/>
          </p:cNvSpPr>
          <p:nvPr>
            <p:ph type="title"/>
          </p:nvPr>
        </p:nvSpPr>
        <p:spPr>
          <a:xfrm>
            <a:off x="304800" y="268224"/>
            <a:ext cx="5486400" cy="5991669"/>
          </a:xfrm>
        </p:spPr>
        <p:txBody>
          <a:bodyPr/>
          <a:lstStyle>
            <a:lvl1pPr>
              <a:lnSpc>
                <a:spcPct val="90000"/>
              </a:lnSpc>
              <a:defRPr>
                <a:solidFill>
                  <a:schemeClr val="bg2"/>
                </a:solidFill>
              </a:defRPr>
            </a:lvl1pPr>
          </a:lstStyle>
          <a:p>
            <a:r>
              <a:rPr lang="en-US"/>
              <a:t>Click to edit Master title style</a:t>
            </a:r>
            <a:endParaRPr lang="en-US" dirty="0"/>
          </a:p>
        </p:txBody>
      </p:sp>
    </p:spTree>
  </p:cSld>
  <p:clrMapOvr>
    <a:masterClrMapping/>
  </p:clrMapOvr>
</p:sldLayout>
</file>

<file path=ppt/slideLayouts/slideLayout363.xml><?xml version="1.0" encoding="utf-8"?>
<p:sldLayout xmlns:a="http://schemas.openxmlformats.org/drawingml/2006/main" xmlns:r="http://schemas.openxmlformats.org/officeDocument/2006/relationships" xmlns:p="http://schemas.openxmlformats.org/presentationml/2006/main" preserve="1" userDrawn="1">
  <p:cSld name="Divider (with page contents)">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40968"/>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D0BE6F14-FF48-0F4F-A8AA-2E3F25371E4A}"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de-DE">
                <a:solidFill>
                  <a:srgbClr val="FFFFFF"/>
                </a:solidFill>
              </a:rPr>
              <a:t>IBM Cloud / 01 May 2018 / © 2018 IBM Corporation</a:t>
            </a:r>
            <a:endParaRPr lang="en-US">
              <a:solidFill>
                <a:srgbClr val="FFFFFF"/>
              </a:solidFill>
            </a:endParaRPr>
          </a:p>
        </p:txBody>
      </p:sp>
      <p:sp>
        <p:nvSpPr>
          <p:cNvPr id="6" name="Text Placeholder 5"/>
          <p:cNvSpPr>
            <a:spLocks noGrp="1"/>
          </p:cNvSpPr>
          <p:nvPr>
            <p:ph type="body" sz="quarter" idx="12"/>
          </p:nvPr>
        </p:nvSpPr>
        <p:spPr>
          <a:xfrm>
            <a:off x="304800" y="1498600"/>
            <a:ext cx="5486400" cy="4779264"/>
          </a:xfrm>
        </p:spPr>
        <p:txBody>
          <a:bodyPr/>
          <a:lstStyle>
            <a:lvl1pPr marL="0" indent="0">
              <a:spcBef>
                <a:spcPts val="0"/>
              </a:spcBef>
              <a:tabLst>
                <a:tab pos="5253435" algn="dec"/>
              </a:tabLst>
              <a:defRPr/>
            </a:lvl1pPr>
            <a:lvl2pPr marL="230712" indent="-230712">
              <a:spcBef>
                <a:spcPts val="0"/>
              </a:spcBef>
              <a:tabLst/>
              <a:defRPr/>
            </a:lvl2pPr>
            <a:lvl3pPr>
              <a:spcBef>
                <a:spcPts val="0"/>
              </a:spcBef>
              <a:defRPr/>
            </a:lvl3pPr>
            <a:lvl4pPr>
              <a:spcBef>
                <a:spcPts val="0"/>
              </a:spcBef>
              <a:defRPr/>
            </a:lvl4pPr>
            <a:lvl5pPr>
              <a:spcBef>
                <a:spcPts val="0"/>
              </a:spcBef>
              <a:defRPr/>
            </a:lvl5pPr>
          </a:lstStyle>
          <a:p>
            <a:pPr marL="0" marR="0" lvl="0" indent="0" algn="l" defTabSz="609585" rtl="0" eaLnBrk="1" fontAlgn="auto" latinLnBrk="0" hangingPunct="1">
              <a:lnSpc>
                <a:spcPct val="100000"/>
              </a:lnSpc>
              <a:spcBef>
                <a:spcPts val="0"/>
              </a:spcBef>
              <a:spcAft>
                <a:spcPts val="0"/>
              </a:spcAft>
              <a:buClrTx/>
              <a:buSzTx/>
              <a:buFont typeface="Arial"/>
              <a:buNone/>
              <a:tabLst>
                <a:tab pos="5364346" algn="r"/>
              </a:tabLst>
              <a:defRPr/>
            </a:pPr>
            <a:r>
              <a:rPr lang="en-US"/>
              <a:t>Edit Master text styles</a:t>
            </a:r>
          </a:p>
          <a:p>
            <a:pPr marL="0" marR="0" lvl="1" indent="0" algn="l" defTabSz="609585" rtl="0" eaLnBrk="1" fontAlgn="auto" latinLnBrk="0" hangingPunct="1">
              <a:lnSpc>
                <a:spcPct val="100000"/>
              </a:lnSpc>
              <a:spcBef>
                <a:spcPts val="0"/>
              </a:spcBef>
              <a:spcAft>
                <a:spcPts val="0"/>
              </a:spcAft>
              <a:buClrTx/>
              <a:buSzTx/>
              <a:buFont typeface="Arial"/>
              <a:buNone/>
              <a:tabLst>
                <a:tab pos="5364346" algn="r"/>
              </a:tabLst>
              <a:defRPr/>
            </a:pPr>
            <a:r>
              <a:rPr lang="en-US"/>
              <a:t>Second level</a:t>
            </a:r>
          </a:p>
          <a:p>
            <a:pPr marL="0" marR="0" lvl="2" indent="0" algn="l" defTabSz="609585" rtl="0" eaLnBrk="1" fontAlgn="auto" latinLnBrk="0" hangingPunct="1">
              <a:lnSpc>
                <a:spcPct val="100000"/>
              </a:lnSpc>
              <a:spcBef>
                <a:spcPts val="0"/>
              </a:spcBef>
              <a:spcAft>
                <a:spcPts val="0"/>
              </a:spcAft>
              <a:buClrTx/>
              <a:buSzTx/>
              <a:buFont typeface="Arial"/>
              <a:buNone/>
              <a:tabLst>
                <a:tab pos="5364346" algn="r"/>
              </a:tabLst>
              <a:defRPr/>
            </a:pPr>
            <a:r>
              <a:rPr lang="en-US"/>
              <a:t>Third level</a:t>
            </a:r>
          </a:p>
          <a:p>
            <a:pPr marL="0" marR="0" lvl="3" indent="0" algn="l" defTabSz="609585" rtl="0" eaLnBrk="1" fontAlgn="auto" latinLnBrk="0" hangingPunct="1">
              <a:lnSpc>
                <a:spcPct val="100000"/>
              </a:lnSpc>
              <a:spcBef>
                <a:spcPts val="0"/>
              </a:spcBef>
              <a:spcAft>
                <a:spcPts val="0"/>
              </a:spcAft>
              <a:buClrTx/>
              <a:buSzTx/>
              <a:buFont typeface="Arial"/>
              <a:buNone/>
              <a:tabLst>
                <a:tab pos="5364346" algn="r"/>
              </a:tabLst>
              <a:defRPr/>
            </a:pPr>
            <a:r>
              <a:rPr lang="en-US"/>
              <a:t>Fourth level</a:t>
            </a:r>
          </a:p>
          <a:p>
            <a:pPr marL="0" marR="0" lvl="4" indent="0" algn="l" defTabSz="609585" rtl="0" eaLnBrk="1" fontAlgn="auto" latinLnBrk="0" hangingPunct="1">
              <a:lnSpc>
                <a:spcPct val="100000"/>
              </a:lnSpc>
              <a:spcBef>
                <a:spcPts val="0"/>
              </a:spcBef>
              <a:spcAft>
                <a:spcPts val="0"/>
              </a:spcAft>
              <a:buClrTx/>
              <a:buSzTx/>
              <a:buFont typeface="Arial"/>
              <a:buNone/>
              <a:tabLst>
                <a:tab pos="5364346" algn="r"/>
              </a:tabLst>
              <a:defRPr/>
            </a:pPr>
            <a:r>
              <a:rPr lang="en-US"/>
              <a:t>Fifth level</a:t>
            </a:r>
            <a:endParaRPr lang="en-US" dirty="0"/>
          </a:p>
        </p:txBody>
      </p:sp>
      <p:sp>
        <p:nvSpPr>
          <p:cNvPr id="7" name="Text Placeholder 6"/>
          <p:cNvSpPr>
            <a:spLocks noGrp="1"/>
          </p:cNvSpPr>
          <p:nvPr>
            <p:ph type="body" sz="quarter" idx="13"/>
          </p:nvPr>
        </p:nvSpPr>
        <p:spPr>
          <a:xfrm>
            <a:off x="6400800" y="1498600"/>
            <a:ext cx="5486400" cy="4779264"/>
          </a:xfrm>
        </p:spPr>
        <p:txBody>
          <a:bodyPr/>
          <a:lstStyle>
            <a:lvl1pPr marL="0" indent="0">
              <a:spcBef>
                <a:spcPts val="0"/>
              </a:spcBef>
              <a:tabLst>
                <a:tab pos="5253435" algn="dec"/>
              </a:tabLst>
              <a:defRPr/>
            </a:lvl1pPr>
            <a:lvl2pPr>
              <a:spcBef>
                <a:spcPts val="0"/>
              </a:spcBef>
              <a:defRPr/>
            </a:lvl2pPr>
            <a:lvl3pPr>
              <a:spcBef>
                <a:spcPts val="0"/>
              </a:spcBef>
              <a:defRPr/>
            </a:lvl3pPr>
            <a:lvl4pPr>
              <a:spcBef>
                <a:spcPts val="0"/>
              </a:spcBef>
              <a:defRPr/>
            </a:lvl4pPr>
            <a:lvl5pPr>
              <a:spcBef>
                <a:spcPts val="0"/>
              </a:spcBef>
              <a:defRPr/>
            </a:lvl5pPr>
          </a:lstStyle>
          <a:p>
            <a:pPr marL="0" marR="0" lvl="0" indent="0" algn="l" defTabSz="609585" rtl="0" eaLnBrk="1" fontAlgn="auto" latinLnBrk="0" hangingPunct="1">
              <a:lnSpc>
                <a:spcPct val="100000"/>
              </a:lnSpc>
              <a:spcBef>
                <a:spcPts val="1467"/>
              </a:spcBef>
              <a:spcAft>
                <a:spcPts val="0"/>
              </a:spcAft>
              <a:buClrTx/>
              <a:buSzTx/>
              <a:buFont typeface="Arial"/>
              <a:buNone/>
              <a:tabLst>
                <a:tab pos="5364346" algn="r"/>
              </a:tabLst>
              <a:defRPr/>
            </a:pPr>
            <a:r>
              <a:rPr lang="en-US"/>
              <a:t>Edit Master text styles</a:t>
            </a:r>
          </a:p>
          <a:p>
            <a:pPr marL="0" marR="0" lvl="1" indent="0" algn="l" defTabSz="609585" rtl="0" eaLnBrk="1" fontAlgn="auto" latinLnBrk="0" hangingPunct="1">
              <a:lnSpc>
                <a:spcPct val="100000"/>
              </a:lnSpc>
              <a:spcBef>
                <a:spcPts val="1467"/>
              </a:spcBef>
              <a:spcAft>
                <a:spcPts val="0"/>
              </a:spcAft>
              <a:buClrTx/>
              <a:buSzTx/>
              <a:buFont typeface="Arial"/>
              <a:buNone/>
              <a:tabLst>
                <a:tab pos="5364346" algn="r"/>
              </a:tabLst>
              <a:defRPr/>
            </a:pPr>
            <a:r>
              <a:rPr lang="en-US"/>
              <a:t>Second level</a:t>
            </a:r>
          </a:p>
          <a:p>
            <a:pPr marL="0" marR="0" lvl="2" indent="0" algn="l" defTabSz="609585" rtl="0" eaLnBrk="1" fontAlgn="auto" latinLnBrk="0" hangingPunct="1">
              <a:lnSpc>
                <a:spcPct val="100000"/>
              </a:lnSpc>
              <a:spcBef>
                <a:spcPts val="1467"/>
              </a:spcBef>
              <a:spcAft>
                <a:spcPts val="0"/>
              </a:spcAft>
              <a:buClrTx/>
              <a:buSzTx/>
              <a:buFont typeface="Arial"/>
              <a:buNone/>
              <a:tabLst>
                <a:tab pos="5364346" algn="r"/>
              </a:tabLst>
              <a:defRPr/>
            </a:pPr>
            <a:r>
              <a:rPr lang="en-US"/>
              <a:t>Third level</a:t>
            </a:r>
          </a:p>
          <a:p>
            <a:pPr marL="0" marR="0" lvl="3" indent="0" algn="l" defTabSz="609585" rtl="0" eaLnBrk="1" fontAlgn="auto" latinLnBrk="0" hangingPunct="1">
              <a:lnSpc>
                <a:spcPct val="100000"/>
              </a:lnSpc>
              <a:spcBef>
                <a:spcPts val="1467"/>
              </a:spcBef>
              <a:spcAft>
                <a:spcPts val="0"/>
              </a:spcAft>
              <a:buClrTx/>
              <a:buSzTx/>
              <a:buFont typeface="Arial"/>
              <a:buNone/>
              <a:tabLst>
                <a:tab pos="5364346" algn="r"/>
              </a:tabLst>
              <a:defRPr/>
            </a:pPr>
            <a:r>
              <a:rPr lang="en-US"/>
              <a:t>Fourth level</a:t>
            </a:r>
          </a:p>
          <a:p>
            <a:pPr marL="0" marR="0" lvl="4" indent="0" algn="l" defTabSz="609585" rtl="0" eaLnBrk="1" fontAlgn="auto" latinLnBrk="0" hangingPunct="1">
              <a:lnSpc>
                <a:spcPct val="100000"/>
              </a:lnSpc>
              <a:spcBef>
                <a:spcPts val="1467"/>
              </a:spcBef>
              <a:spcAft>
                <a:spcPts val="0"/>
              </a:spcAft>
              <a:buClrTx/>
              <a:buSzTx/>
              <a:buFont typeface="Arial"/>
              <a:buNone/>
              <a:tabLst>
                <a:tab pos="5364346" algn="r"/>
              </a:tabLst>
              <a:defRPr/>
            </a:pPr>
            <a:r>
              <a:rPr lang="en-US"/>
              <a:t>Fifth level</a:t>
            </a:r>
            <a:endParaRPr lang="en-US" dirty="0"/>
          </a:p>
        </p:txBody>
      </p:sp>
    </p:spTree>
  </p:cSld>
  <p:clrMapOvr>
    <a:masterClrMapping/>
  </p:clrMapOvr>
</p:sldLayout>
</file>

<file path=ppt/slideLayouts/slideLayout364.xml><?xml version="1.0" encoding="utf-8"?>
<p:sldLayout xmlns:a="http://schemas.openxmlformats.org/drawingml/2006/main" xmlns:r="http://schemas.openxmlformats.org/officeDocument/2006/relationships" xmlns:p="http://schemas.openxmlformats.org/presentationml/2006/main" preserve="1">
  <p:cSld name="fact, number">
    <p:spTree>
      <p:nvGrpSpPr>
        <p:cNvPr id="1" name=""/>
        <p:cNvGrpSpPr/>
        <p:nvPr/>
      </p:nvGrpSpPr>
      <p:grpSpPr>
        <a:xfrm>
          <a:off x="0" y="0"/>
          <a:ext cx="0" cy="0"/>
          <a:chOff x="0" y="0"/>
          <a:chExt cx="0" cy="0"/>
        </a:xfrm>
      </p:grpSpPr>
      <p:sp>
        <p:nvSpPr>
          <p:cNvPr id="2" name="Title 1"/>
          <p:cNvSpPr>
            <a:spLocks noGrp="1"/>
          </p:cNvSpPr>
          <p:nvPr>
            <p:ph type="title"/>
          </p:nvPr>
        </p:nvSpPr>
        <p:spPr>
          <a:xfrm>
            <a:off x="304800" y="280417"/>
            <a:ext cx="5486400" cy="1338409"/>
          </a:xfrm>
        </p:spPr>
        <p:txBody>
          <a:bodyPr/>
          <a:lstStyle>
            <a:lvl1pPr>
              <a:defRPr sz="2133">
                <a:solidFill>
                  <a:schemeClr val="bg2"/>
                </a:solidFill>
              </a:defRPr>
            </a:lvl1p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lvl1pPr>
              <a:defRPr>
                <a:solidFill>
                  <a:schemeClr val="bg2"/>
                </a:solidFill>
              </a:defRPr>
            </a:lvl1p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lvl1pPr>
              <a:defRPr>
                <a:solidFill>
                  <a:schemeClr val="bg2"/>
                </a:solidFill>
              </a:defRPr>
            </a:lvl1pPr>
          </a:lstStyle>
          <a:p>
            <a:r>
              <a:rPr lang="en-US">
                <a:solidFill>
                  <a:srgbClr val="FFFFFF"/>
                </a:solidFill>
              </a:rPr>
              <a:t>IBM Cloud / 01 May 2018 / © 2018 IBM Corporation</a:t>
            </a:r>
          </a:p>
        </p:txBody>
      </p:sp>
      <p:sp>
        <p:nvSpPr>
          <p:cNvPr id="8" name="Text Placeholder 7"/>
          <p:cNvSpPr>
            <a:spLocks noGrp="1"/>
          </p:cNvSpPr>
          <p:nvPr>
            <p:ph type="body" sz="quarter" idx="12"/>
          </p:nvPr>
        </p:nvSpPr>
        <p:spPr>
          <a:xfrm>
            <a:off x="304800" y="2072640"/>
            <a:ext cx="5486400" cy="4145280"/>
          </a:xfrm>
        </p:spPr>
        <p:txBody>
          <a:bodyPr/>
          <a:lstStyle>
            <a:lvl1pPr>
              <a:lnSpc>
                <a:spcPct val="90000"/>
              </a:lnSpc>
              <a:spcBef>
                <a:spcPts val="0"/>
              </a:spcBef>
              <a:defRPr sz="12800" b="1" baseline="0">
                <a:solidFill>
                  <a:schemeClr val="bg2"/>
                </a:solidFill>
              </a:defRPr>
            </a:lvl1pPr>
          </a:lstStyle>
          <a:p>
            <a:pPr lvl="0"/>
            <a:r>
              <a:rPr lang="en-US"/>
              <a:t>Edit Master text styles</a:t>
            </a:r>
          </a:p>
        </p:txBody>
      </p:sp>
    </p:spTree>
  </p:cSld>
  <p:clrMapOvr>
    <a:masterClrMapping/>
  </p:clrMapOvr>
</p:sldLayout>
</file>

<file path=ppt/slideLayouts/slideLayout365.xml><?xml version="1.0" encoding="utf-8"?>
<p:sldLayout xmlns:a="http://schemas.openxmlformats.org/drawingml/2006/main" xmlns:r="http://schemas.openxmlformats.org/officeDocument/2006/relationships" xmlns:p="http://schemas.openxmlformats.org/presentationml/2006/main" preserve="1">
  <p:cSld name="fact, number, half-image (bleeds)">
    <p:spTree>
      <p:nvGrpSpPr>
        <p:cNvPr id="1" name=""/>
        <p:cNvGrpSpPr/>
        <p:nvPr/>
      </p:nvGrpSpPr>
      <p:grpSpPr>
        <a:xfrm>
          <a:off x="0" y="0"/>
          <a:ext cx="0" cy="0"/>
          <a:chOff x="0" y="0"/>
          <a:chExt cx="0" cy="0"/>
        </a:xfrm>
      </p:grpSpPr>
      <p:sp>
        <p:nvSpPr>
          <p:cNvPr id="2" name="Title 1"/>
          <p:cNvSpPr>
            <a:spLocks noGrp="1"/>
          </p:cNvSpPr>
          <p:nvPr>
            <p:ph type="title"/>
          </p:nvPr>
        </p:nvSpPr>
        <p:spPr>
          <a:xfrm>
            <a:off x="304800" y="280417"/>
            <a:ext cx="5486400" cy="1338409"/>
          </a:xfrm>
        </p:spPr>
        <p:txBody>
          <a:bodyPr/>
          <a:lstStyle>
            <a:lvl1pPr>
              <a:defRPr sz="2133">
                <a:solidFill>
                  <a:schemeClr val="bg2"/>
                </a:solidFill>
              </a:defRPr>
            </a:lvl1p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lvl1pPr>
              <a:defRPr>
                <a:solidFill>
                  <a:schemeClr val="bg2"/>
                </a:solidFill>
              </a:defRPr>
            </a:lvl1p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lvl1pPr>
              <a:defRPr>
                <a:solidFill>
                  <a:schemeClr val="bg2"/>
                </a:solidFill>
              </a:defRPr>
            </a:lvl1pPr>
          </a:lstStyle>
          <a:p>
            <a:r>
              <a:rPr lang="en-US">
                <a:solidFill>
                  <a:srgbClr val="FFFFFF"/>
                </a:solidFill>
              </a:rPr>
              <a:t>IBM Cloud / 01 May 2018 / © 2018 IBM Corporation</a:t>
            </a:r>
          </a:p>
        </p:txBody>
      </p:sp>
      <p:sp>
        <p:nvSpPr>
          <p:cNvPr id="8" name="Text Placeholder 7"/>
          <p:cNvSpPr>
            <a:spLocks noGrp="1"/>
          </p:cNvSpPr>
          <p:nvPr>
            <p:ph type="body" sz="quarter" idx="12"/>
          </p:nvPr>
        </p:nvSpPr>
        <p:spPr>
          <a:xfrm>
            <a:off x="304800" y="2072640"/>
            <a:ext cx="5486400" cy="4145280"/>
          </a:xfrm>
        </p:spPr>
        <p:txBody>
          <a:bodyPr/>
          <a:lstStyle>
            <a:lvl1pPr>
              <a:lnSpc>
                <a:spcPct val="90000"/>
              </a:lnSpc>
              <a:spcBef>
                <a:spcPts val="0"/>
              </a:spcBef>
              <a:defRPr sz="12800" b="1" baseline="0">
                <a:solidFill>
                  <a:schemeClr val="bg2"/>
                </a:solidFill>
              </a:defRPr>
            </a:lvl1pPr>
          </a:lstStyle>
          <a:p>
            <a:pPr lvl="0"/>
            <a:r>
              <a:rPr lang="en-US"/>
              <a:t>Edit Master text styles</a:t>
            </a:r>
          </a:p>
        </p:txBody>
      </p:sp>
      <p:sp>
        <p:nvSpPr>
          <p:cNvPr id="6" name="Picture Placeholder 5"/>
          <p:cNvSpPr>
            <a:spLocks noGrp="1"/>
          </p:cNvSpPr>
          <p:nvPr>
            <p:ph type="pic" sz="quarter" idx="13"/>
          </p:nvPr>
        </p:nvSpPr>
        <p:spPr>
          <a:xfrm>
            <a:off x="6096000" y="0"/>
            <a:ext cx="6096000" cy="6858000"/>
          </a:xfrm>
        </p:spPr>
        <p:txBody>
          <a:bodyPr/>
          <a:lstStyle>
            <a:lvl1pPr>
              <a:defRPr>
                <a:solidFill>
                  <a:schemeClr val="bg2"/>
                </a:solidFill>
              </a:defRPr>
            </a:lvl1pPr>
          </a:lstStyle>
          <a:p>
            <a:r>
              <a:rPr lang="en-US"/>
              <a:t>Click icon to add picture</a:t>
            </a:r>
          </a:p>
        </p:txBody>
      </p:sp>
    </p:spTree>
  </p:cSld>
  <p:clrMapOvr>
    <a:masterClrMapping/>
  </p:clrMapOvr>
</p:sldLayout>
</file>

<file path=ppt/slideLayouts/slideLayout366.xml><?xml version="1.0" encoding="utf-8"?>
<p:sldLayout xmlns:a="http://schemas.openxmlformats.org/drawingml/2006/main" xmlns:r="http://schemas.openxmlformats.org/officeDocument/2006/relationships" xmlns:p="http://schemas.openxmlformats.org/presentationml/2006/main" preserve="1">
  <p:cSld name="big text">
    <p:spTree>
      <p:nvGrpSpPr>
        <p:cNvPr id="1" name=""/>
        <p:cNvGrpSpPr/>
        <p:nvPr/>
      </p:nvGrpSpPr>
      <p:grpSpPr>
        <a:xfrm>
          <a:off x="0" y="0"/>
          <a:ext cx="0" cy="0"/>
          <a:chOff x="0" y="0"/>
          <a:chExt cx="0" cy="0"/>
        </a:xfrm>
      </p:grpSpPr>
      <p:sp>
        <p:nvSpPr>
          <p:cNvPr id="2" name="Title 1"/>
          <p:cNvSpPr>
            <a:spLocks noGrp="1"/>
          </p:cNvSpPr>
          <p:nvPr>
            <p:ph type="title"/>
          </p:nvPr>
        </p:nvSpPr>
        <p:spPr>
          <a:xfrm>
            <a:off x="304800" y="353569"/>
            <a:ext cx="11582400" cy="5964767"/>
          </a:xfrm>
        </p:spPr>
        <p:txBody>
          <a:bodyPr/>
          <a:lstStyle>
            <a:lvl1pPr>
              <a:lnSpc>
                <a:spcPct val="90000"/>
              </a:lnSpc>
              <a:defRPr sz="12800" b="1"/>
            </a:lvl1p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01 May 2018 / © 2018 IBM Corporation</a:t>
            </a:r>
          </a:p>
        </p:txBody>
      </p:sp>
    </p:spTree>
  </p:cSld>
  <p:clrMapOvr>
    <a:masterClrMapping/>
  </p:clrMapOvr>
</p:sldLayout>
</file>

<file path=ppt/slideLayouts/slideLayout367.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5"/>
            <a:ext cx="6916616" cy="6027740"/>
          </a:xfrm>
        </p:spPr>
        <p:txBody>
          <a:bodyPr/>
          <a:lstStyle>
            <a:lvl1pPr marL="156629" indent="-156629">
              <a:tabLst/>
              <a:defRPr>
                <a:solidFill>
                  <a:schemeClr val="bg2"/>
                </a:solidFill>
              </a:defRPr>
            </a:lvl1p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lvl1pPr>
              <a:defRPr>
                <a:solidFill>
                  <a:schemeClr val="bg2"/>
                </a:solidFill>
              </a:defRPr>
            </a:lvl1p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lvl1pPr>
              <a:defRPr>
                <a:solidFill>
                  <a:schemeClr val="bg2"/>
                </a:solidFill>
              </a:defRPr>
            </a:lvl1pPr>
          </a:lstStyle>
          <a:p>
            <a:r>
              <a:rPr lang="en-US">
                <a:solidFill>
                  <a:srgbClr val="FFFFFF"/>
                </a:solidFill>
              </a:rPr>
              <a:t>IBM Cloud / 01 May 2018 / © 2018 IBM Corporation</a:t>
            </a:r>
          </a:p>
        </p:txBody>
      </p:sp>
    </p:spTree>
  </p:cSld>
  <p:clrMapOvr>
    <a:masterClrMapping/>
  </p:clrMapOvr>
</p:sldLayout>
</file>

<file path=ppt/slideLayouts/slideLayout368.xml><?xml version="1.0" encoding="utf-8"?>
<p:sldLayout xmlns:a="http://schemas.openxmlformats.org/drawingml/2006/main" xmlns:r="http://schemas.openxmlformats.org/officeDocument/2006/relationships" xmlns:p="http://schemas.openxmlformats.org/presentationml/2006/main" preserve="1">
  <p:cSld name="section, title, text">
    <p:spTree>
      <p:nvGrpSpPr>
        <p:cNvPr id="1" name=""/>
        <p:cNvGrpSpPr/>
        <p:nvPr/>
      </p:nvGrpSpPr>
      <p:grpSpPr>
        <a:xfrm>
          <a:off x="0" y="0"/>
          <a:ext cx="0" cy="0"/>
          <a:chOff x="0" y="0"/>
          <a:chExt cx="0" cy="0"/>
        </a:xfrm>
      </p:grpSpPr>
      <p:sp>
        <p:nvSpPr>
          <p:cNvPr id="2" name="Title 1"/>
          <p:cNvSpPr>
            <a:spLocks noGrp="1"/>
          </p:cNvSpPr>
          <p:nvPr>
            <p:ph type="title"/>
          </p:nvPr>
        </p:nvSpPr>
        <p:spPr>
          <a:xfrm>
            <a:off x="304800" y="548640"/>
            <a:ext cx="5486400" cy="5770733"/>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01 May 2018 / © 2018 IBM Corporation</a:t>
            </a:r>
          </a:p>
        </p:txBody>
      </p:sp>
      <p:sp>
        <p:nvSpPr>
          <p:cNvPr id="6" name="Text Placeholder 5"/>
          <p:cNvSpPr>
            <a:spLocks noGrp="1"/>
          </p:cNvSpPr>
          <p:nvPr>
            <p:ph type="body" sz="quarter" idx="12"/>
          </p:nvPr>
        </p:nvSpPr>
        <p:spPr>
          <a:xfrm>
            <a:off x="6400800" y="658368"/>
            <a:ext cx="5486400" cy="5599640"/>
          </a:xfrm>
        </p:spPr>
        <p:txBody>
          <a:bodyPr/>
          <a:lstStyle>
            <a:lvl1pPr>
              <a:spcBef>
                <a:spcPts val="1467"/>
              </a:spcBef>
              <a:spcAft>
                <a:spcPts val="0"/>
              </a:spcAft>
              <a:defRPr/>
            </a:lvl1pPr>
            <a:lvl2pPr>
              <a:spcBef>
                <a:spcPts val="1467"/>
              </a:spcBef>
              <a:defRPr/>
            </a:lvl2pPr>
            <a:lvl3pPr>
              <a:spcBef>
                <a:spcPts val="1467"/>
              </a:spcBef>
              <a:defRPr/>
            </a:lvl3pPr>
            <a:lvl4pPr>
              <a:spcBef>
                <a:spcPts val="1467"/>
              </a:spcBef>
              <a:defRPr/>
            </a:lvl4pPr>
            <a:lvl5pPr>
              <a:spcBef>
                <a:spcPts val="1467"/>
              </a:spcBef>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1"/>
          <p:cNvSpPr>
            <a:spLocks noGrp="1"/>
          </p:cNvSpPr>
          <p:nvPr>
            <p:ph type="body" sz="quarter" idx="13"/>
          </p:nvPr>
        </p:nvSpPr>
        <p:spPr>
          <a:xfrm>
            <a:off x="304800" y="267418"/>
            <a:ext cx="5486400" cy="400049"/>
          </a:xfrm>
        </p:spPr>
        <p:txBody>
          <a:bodyPr/>
          <a:lstStyle>
            <a:lvl1pPr>
              <a:defRPr sz="1467"/>
            </a:lvl1pPr>
          </a:lstStyle>
          <a:p>
            <a:pPr lvl="0"/>
            <a:r>
              <a:rPr lang="en-US"/>
              <a:t>Edit Master text styles</a:t>
            </a:r>
          </a:p>
        </p:txBody>
      </p:sp>
    </p:spTree>
  </p:cSld>
  <p:clrMapOvr>
    <a:masterClrMapping/>
  </p:clrMapOvr>
</p:sldLayout>
</file>

<file path=ppt/slideLayouts/slideLayout369.xml><?xml version="1.0" encoding="utf-8"?>
<p:sldLayout xmlns:a="http://schemas.openxmlformats.org/drawingml/2006/main" xmlns:r="http://schemas.openxmlformats.org/officeDocument/2006/relationships" xmlns:p="http://schemas.openxmlformats.org/presentationml/2006/main" preserve="1">
  <p:cSld name="title, text (two columns)">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279144"/>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01 May 2018 / © 2018 IBM Corporation</a:t>
            </a:r>
          </a:p>
        </p:txBody>
      </p:sp>
      <p:sp>
        <p:nvSpPr>
          <p:cNvPr id="8" name="Text Placeholder 7"/>
          <p:cNvSpPr>
            <a:spLocks noGrp="1"/>
          </p:cNvSpPr>
          <p:nvPr>
            <p:ph type="body" sz="quarter" idx="12"/>
          </p:nvPr>
        </p:nvSpPr>
        <p:spPr>
          <a:xfrm>
            <a:off x="304800" y="1499617"/>
            <a:ext cx="5486400" cy="4781127"/>
          </a:xfrm>
        </p:spPr>
        <p:txBody>
          <a:bodyPr/>
          <a:lstStyle>
            <a:lvl1pPr>
              <a:spcBef>
                <a:spcPts val="0"/>
              </a:spcBef>
              <a:defRPr sz="1867"/>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9"/>
          <p:cNvSpPr>
            <a:spLocks noGrp="1"/>
          </p:cNvSpPr>
          <p:nvPr>
            <p:ph type="body" sz="quarter" idx="13"/>
          </p:nvPr>
        </p:nvSpPr>
        <p:spPr>
          <a:xfrm>
            <a:off x="6400800" y="1499617"/>
            <a:ext cx="5486400" cy="4781127"/>
          </a:xfrm>
        </p:spPr>
        <p:txBody>
          <a:bodyPr/>
          <a:lstStyle>
            <a:lvl1pPr>
              <a:spcBef>
                <a:spcPts val="0"/>
              </a:spcBef>
              <a:defRPr sz="1867"/>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370.xml><?xml version="1.0" encoding="utf-8"?>
<p:sldLayout xmlns:a="http://schemas.openxmlformats.org/drawingml/2006/main" xmlns:r="http://schemas.openxmlformats.org/officeDocument/2006/relationships" xmlns:p="http://schemas.openxmlformats.org/presentationml/2006/main" preserve="1">
  <p:cSld name="section, title, text (two columns)">
    <p:spTree>
      <p:nvGrpSpPr>
        <p:cNvPr id="1" name=""/>
        <p:cNvGrpSpPr/>
        <p:nvPr/>
      </p:nvGrpSpPr>
      <p:grpSpPr>
        <a:xfrm>
          <a:off x="0" y="0"/>
          <a:ext cx="0" cy="0"/>
          <a:chOff x="0" y="0"/>
          <a:chExt cx="0" cy="0"/>
        </a:xfrm>
      </p:grpSpPr>
      <p:sp>
        <p:nvSpPr>
          <p:cNvPr id="2" name="Title 1"/>
          <p:cNvSpPr>
            <a:spLocks noGrp="1"/>
          </p:cNvSpPr>
          <p:nvPr>
            <p:ph type="title"/>
          </p:nvPr>
        </p:nvSpPr>
        <p:spPr>
          <a:xfrm>
            <a:off x="304800" y="548640"/>
            <a:ext cx="8534400" cy="853440"/>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01 May 2018 / © 2018 IBM Corporation</a:t>
            </a:r>
          </a:p>
        </p:txBody>
      </p:sp>
      <p:sp>
        <p:nvSpPr>
          <p:cNvPr id="6" name="Text Placeholder 5"/>
          <p:cNvSpPr>
            <a:spLocks noGrp="1"/>
          </p:cNvSpPr>
          <p:nvPr>
            <p:ph type="body" sz="quarter" idx="12"/>
          </p:nvPr>
        </p:nvSpPr>
        <p:spPr>
          <a:xfrm>
            <a:off x="6400800" y="1457960"/>
            <a:ext cx="5486400" cy="4786208"/>
          </a:xfrm>
        </p:spPr>
        <p:txBody>
          <a:bodyPr/>
          <a:lstStyle>
            <a:lvl1pPr>
              <a:defRPr sz="2133"/>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1"/>
          <p:cNvSpPr>
            <a:spLocks noGrp="1"/>
          </p:cNvSpPr>
          <p:nvPr>
            <p:ph type="body" sz="quarter" idx="13"/>
          </p:nvPr>
        </p:nvSpPr>
        <p:spPr>
          <a:xfrm>
            <a:off x="304800" y="268225"/>
            <a:ext cx="5486400" cy="400049"/>
          </a:xfrm>
        </p:spPr>
        <p:txBody>
          <a:bodyPr/>
          <a:lstStyle>
            <a:lvl1pPr>
              <a:defRPr sz="1467"/>
            </a:lvl1pPr>
          </a:lstStyle>
          <a:p>
            <a:pPr lvl="0"/>
            <a:r>
              <a:rPr lang="en-US"/>
              <a:t>Edit Master text styles</a:t>
            </a:r>
          </a:p>
        </p:txBody>
      </p:sp>
      <p:sp>
        <p:nvSpPr>
          <p:cNvPr id="7" name="Text Placeholder 6"/>
          <p:cNvSpPr>
            <a:spLocks noGrp="1"/>
          </p:cNvSpPr>
          <p:nvPr>
            <p:ph type="body" sz="quarter" idx="14"/>
          </p:nvPr>
        </p:nvSpPr>
        <p:spPr>
          <a:xfrm>
            <a:off x="304800" y="1457961"/>
            <a:ext cx="5486400" cy="4786207"/>
          </a:xfrm>
        </p:spPr>
        <p:txBody>
          <a:bodyPr/>
          <a:lstStyle>
            <a:lvl1pPr>
              <a:defRPr sz="2133"/>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371.xml><?xml version="1.0" encoding="utf-8"?>
<p:sldLayout xmlns:a="http://schemas.openxmlformats.org/drawingml/2006/main" xmlns:r="http://schemas.openxmlformats.org/officeDocument/2006/relationships" xmlns:p="http://schemas.openxmlformats.org/presentationml/2006/main" preserve="1">
  <p:cSld name="title, text (two columns, different text sizes)">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669544"/>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lvl1pPr>
              <a:defRPr>
                <a:latin typeface="+mn-lt"/>
              </a:defRPr>
            </a:lvl1p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lvl1pPr>
              <a:defRPr>
                <a:latin typeface="+mn-lt"/>
              </a:defRPr>
            </a:lvl1pPr>
          </a:lstStyle>
          <a:p>
            <a:r>
              <a:rPr lang="en-US">
                <a:solidFill>
                  <a:srgbClr val="FFFFFF"/>
                </a:solidFill>
              </a:rPr>
              <a:t>IBM Cloud / 01 May 2018 / © 2018 IBM Corporation</a:t>
            </a:r>
          </a:p>
        </p:txBody>
      </p:sp>
      <p:sp>
        <p:nvSpPr>
          <p:cNvPr id="6" name="Content Placeholder 5"/>
          <p:cNvSpPr>
            <a:spLocks noGrp="1"/>
          </p:cNvSpPr>
          <p:nvPr>
            <p:ph sz="quarter" idx="12"/>
          </p:nvPr>
        </p:nvSpPr>
        <p:spPr>
          <a:xfrm>
            <a:off x="304800" y="1327358"/>
            <a:ext cx="5486400" cy="4916809"/>
          </a:xfrm>
        </p:spPr>
        <p:txBody>
          <a:bodyPr/>
          <a:lstStyle>
            <a:lvl1pPr>
              <a:defRPr sz="3200"/>
            </a:lvl1pPr>
          </a:lstStyle>
          <a:p>
            <a:pPr lvl="0"/>
            <a:r>
              <a:rPr lang="en-US"/>
              <a:t>Edit Master text styles</a:t>
            </a:r>
          </a:p>
        </p:txBody>
      </p:sp>
      <p:sp>
        <p:nvSpPr>
          <p:cNvPr id="8" name="Content Placeholder 7"/>
          <p:cNvSpPr>
            <a:spLocks noGrp="1"/>
          </p:cNvSpPr>
          <p:nvPr>
            <p:ph sz="quarter" idx="13"/>
          </p:nvPr>
        </p:nvSpPr>
        <p:spPr>
          <a:xfrm>
            <a:off x="6400800" y="1488865"/>
            <a:ext cx="5486400" cy="4755303"/>
          </a:xfrm>
        </p:spPr>
        <p:txBody>
          <a:bodyPr/>
          <a:lstStyle>
            <a:lvl1pPr>
              <a:defRPr sz="1867"/>
            </a:lvl1pPr>
            <a:lvl2pPr>
              <a:defRPr sz="1867"/>
            </a:lvl2pPr>
            <a:lvl3pPr>
              <a:defRPr sz="1867"/>
            </a:lvl3pPr>
            <a:lvl4pPr>
              <a:defRPr sz="1867"/>
            </a:lvl4pPr>
            <a:lvl5pPr>
              <a:defRPr sz="18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372.xml><?xml version="1.0" encoding="utf-8"?>
<p:sldLayout xmlns:a="http://schemas.openxmlformats.org/drawingml/2006/main" xmlns:r="http://schemas.openxmlformats.org/officeDocument/2006/relationships" xmlns:p="http://schemas.openxmlformats.org/presentationml/2006/main" preserve="1">
  <p:cSld name="section, title, text (four columns)">
    <p:spTree>
      <p:nvGrpSpPr>
        <p:cNvPr id="1" name=""/>
        <p:cNvGrpSpPr/>
        <p:nvPr/>
      </p:nvGrpSpPr>
      <p:grpSpPr>
        <a:xfrm>
          <a:off x="0" y="0"/>
          <a:ext cx="0" cy="0"/>
          <a:chOff x="0" y="0"/>
          <a:chExt cx="0" cy="0"/>
        </a:xfrm>
      </p:grpSpPr>
      <p:sp>
        <p:nvSpPr>
          <p:cNvPr id="2" name="Title 1"/>
          <p:cNvSpPr>
            <a:spLocks noGrp="1"/>
          </p:cNvSpPr>
          <p:nvPr>
            <p:ph type="title"/>
          </p:nvPr>
        </p:nvSpPr>
        <p:spPr>
          <a:xfrm>
            <a:off x="304800" y="548640"/>
            <a:ext cx="8534400" cy="853440"/>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01 May 2018 / © 2018 IBM Corporation</a:t>
            </a:r>
          </a:p>
        </p:txBody>
      </p:sp>
      <p:sp>
        <p:nvSpPr>
          <p:cNvPr id="6" name="Text Placeholder 5"/>
          <p:cNvSpPr>
            <a:spLocks noGrp="1"/>
          </p:cNvSpPr>
          <p:nvPr>
            <p:ph type="body" sz="quarter" idx="12"/>
          </p:nvPr>
        </p:nvSpPr>
        <p:spPr>
          <a:xfrm>
            <a:off x="6400800" y="1457959"/>
            <a:ext cx="2438400" cy="4786207"/>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1"/>
          <p:cNvSpPr>
            <a:spLocks noGrp="1"/>
          </p:cNvSpPr>
          <p:nvPr>
            <p:ph type="body" sz="quarter" idx="13"/>
          </p:nvPr>
        </p:nvSpPr>
        <p:spPr>
          <a:xfrm>
            <a:off x="304800" y="268225"/>
            <a:ext cx="5486400" cy="400049"/>
          </a:xfrm>
        </p:spPr>
        <p:txBody>
          <a:bodyPr/>
          <a:lstStyle>
            <a:lvl1pPr>
              <a:defRPr sz="1467"/>
            </a:lvl1pPr>
          </a:lstStyle>
          <a:p>
            <a:pPr lvl="0"/>
            <a:r>
              <a:rPr lang="en-US"/>
              <a:t>Edit Master text styles</a:t>
            </a:r>
          </a:p>
        </p:txBody>
      </p:sp>
      <p:sp>
        <p:nvSpPr>
          <p:cNvPr id="7" name="Text Placeholder 6"/>
          <p:cNvSpPr>
            <a:spLocks noGrp="1"/>
          </p:cNvSpPr>
          <p:nvPr>
            <p:ph type="body" sz="quarter" idx="14"/>
          </p:nvPr>
        </p:nvSpPr>
        <p:spPr>
          <a:xfrm>
            <a:off x="304800" y="1457959"/>
            <a:ext cx="2438400" cy="4786207"/>
          </a:xfrm>
        </p:spPr>
        <p:txBody>
          <a:bodyPr/>
          <a:lstStyle>
            <a:lvl1pPr>
              <a:spcBef>
                <a:spcPts val="1467"/>
              </a:spcBef>
              <a:defRPr sz="2133"/>
            </a:lvl1pPr>
            <a:lvl2pPr marL="0" indent="0">
              <a:spcBef>
                <a:spcPts val="1467"/>
              </a:spcBef>
              <a:buFontTx/>
              <a:buNone/>
              <a:defRPr sz="1467"/>
            </a:lvl2pPr>
            <a:lvl3pPr>
              <a:defRPr sz="1467"/>
            </a:lvl3pPr>
            <a:lvl4pPr>
              <a:defRPr sz="1467"/>
            </a:lvl4pPr>
            <a:lvl5pPr>
              <a:defRPr sz="14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7"/>
          <p:cNvSpPr>
            <a:spLocks noGrp="1"/>
          </p:cNvSpPr>
          <p:nvPr>
            <p:ph type="body" sz="quarter" idx="15"/>
          </p:nvPr>
        </p:nvSpPr>
        <p:spPr>
          <a:xfrm>
            <a:off x="3352800" y="1457959"/>
            <a:ext cx="2438400" cy="4786207"/>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9"/>
          <p:cNvSpPr>
            <a:spLocks noGrp="1"/>
          </p:cNvSpPr>
          <p:nvPr>
            <p:ph type="body" sz="quarter" idx="16"/>
          </p:nvPr>
        </p:nvSpPr>
        <p:spPr>
          <a:xfrm>
            <a:off x="9448800" y="1457959"/>
            <a:ext cx="2438400" cy="4786207"/>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373.xml><?xml version="1.0" encoding="utf-8"?>
<p:sldLayout xmlns:a="http://schemas.openxmlformats.org/drawingml/2006/main" xmlns:r="http://schemas.openxmlformats.org/officeDocument/2006/relationships" xmlns:p="http://schemas.openxmlformats.org/presentationml/2006/main" preserve="1">
  <p:cSld name="section, title, text, half-image">
    <p:spTree>
      <p:nvGrpSpPr>
        <p:cNvPr id="1" name=""/>
        <p:cNvGrpSpPr/>
        <p:nvPr/>
      </p:nvGrpSpPr>
      <p:grpSpPr>
        <a:xfrm>
          <a:off x="0" y="0"/>
          <a:ext cx="0" cy="0"/>
          <a:chOff x="0" y="0"/>
          <a:chExt cx="0" cy="0"/>
        </a:xfrm>
      </p:grpSpPr>
      <p:sp>
        <p:nvSpPr>
          <p:cNvPr id="8" name="Picture Placeholder 7"/>
          <p:cNvSpPr>
            <a:spLocks noGrp="1"/>
          </p:cNvSpPr>
          <p:nvPr>
            <p:ph type="pic" sz="quarter" idx="15"/>
          </p:nvPr>
        </p:nvSpPr>
        <p:spPr>
          <a:xfrm>
            <a:off x="6096000" y="0"/>
            <a:ext cx="6096000" cy="6858000"/>
          </a:xfrm>
        </p:spPr>
        <p:txBody>
          <a:bodyPr/>
          <a:lstStyle/>
          <a:p>
            <a:r>
              <a:rPr lang="en-US"/>
              <a:t>Click icon to add picture</a:t>
            </a:r>
          </a:p>
        </p:txBody>
      </p:sp>
      <p:sp>
        <p:nvSpPr>
          <p:cNvPr id="2" name="Title 1"/>
          <p:cNvSpPr>
            <a:spLocks noGrp="1"/>
          </p:cNvSpPr>
          <p:nvPr>
            <p:ph type="title"/>
          </p:nvPr>
        </p:nvSpPr>
        <p:spPr>
          <a:xfrm>
            <a:off x="304800" y="548640"/>
            <a:ext cx="5486400" cy="853440"/>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01 May 2018 / © 2018 IBM Corporation</a:t>
            </a:r>
          </a:p>
        </p:txBody>
      </p:sp>
      <p:sp>
        <p:nvSpPr>
          <p:cNvPr id="12" name="Text Placeholder 11"/>
          <p:cNvSpPr>
            <a:spLocks noGrp="1"/>
          </p:cNvSpPr>
          <p:nvPr>
            <p:ph type="body" sz="quarter" idx="13"/>
          </p:nvPr>
        </p:nvSpPr>
        <p:spPr>
          <a:xfrm>
            <a:off x="304800" y="268225"/>
            <a:ext cx="5486400" cy="400049"/>
          </a:xfrm>
        </p:spPr>
        <p:txBody>
          <a:bodyPr/>
          <a:lstStyle>
            <a:lvl1pPr>
              <a:defRPr sz="1467"/>
            </a:lvl1pPr>
          </a:lstStyle>
          <a:p>
            <a:pPr lvl="0"/>
            <a:r>
              <a:rPr lang="en-US"/>
              <a:t>Edit Master text styles</a:t>
            </a:r>
          </a:p>
        </p:txBody>
      </p:sp>
      <p:sp>
        <p:nvSpPr>
          <p:cNvPr id="7" name="Text Placeholder 6"/>
          <p:cNvSpPr>
            <a:spLocks noGrp="1"/>
          </p:cNvSpPr>
          <p:nvPr>
            <p:ph type="body" sz="quarter" idx="14"/>
          </p:nvPr>
        </p:nvSpPr>
        <p:spPr>
          <a:xfrm>
            <a:off x="304800" y="1463040"/>
            <a:ext cx="5486400" cy="4781127"/>
          </a:xfrm>
        </p:spPr>
        <p:txBody>
          <a:bodyPr/>
          <a:lstStyle>
            <a:lvl1pPr>
              <a:defRPr sz="2133"/>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374.xml><?xml version="1.0" encoding="utf-8"?>
<p:sldLayout xmlns:a="http://schemas.openxmlformats.org/drawingml/2006/main" xmlns:r="http://schemas.openxmlformats.org/officeDocument/2006/relationships" xmlns:p="http://schemas.openxmlformats.org/presentationml/2006/main" preserve="1">
  <p:cSld name="section, title, text (two columns), half-image">
    <p:spTree>
      <p:nvGrpSpPr>
        <p:cNvPr id="1" name=""/>
        <p:cNvGrpSpPr/>
        <p:nvPr/>
      </p:nvGrpSpPr>
      <p:grpSpPr>
        <a:xfrm>
          <a:off x="0" y="0"/>
          <a:ext cx="0" cy="0"/>
          <a:chOff x="0" y="0"/>
          <a:chExt cx="0" cy="0"/>
        </a:xfrm>
      </p:grpSpPr>
      <p:sp>
        <p:nvSpPr>
          <p:cNvPr id="9" name="Picture Placeholder 8"/>
          <p:cNvSpPr>
            <a:spLocks noGrp="1"/>
          </p:cNvSpPr>
          <p:nvPr>
            <p:ph type="pic" sz="quarter" idx="16"/>
          </p:nvPr>
        </p:nvSpPr>
        <p:spPr>
          <a:xfrm>
            <a:off x="6096000" y="0"/>
            <a:ext cx="6096000" cy="6858000"/>
          </a:xfrm>
        </p:spPr>
        <p:txBody>
          <a:bodyPr/>
          <a:lstStyle/>
          <a:p>
            <a:r>
              <a:rPr lang="en-US"/>
              <a:t>Click icon to add picture</a:t>
            </a:r>
          </a:p>
        </p:txBody>
      </p:sp>
      <p:sp>
        <p:nvSpPr>
          <p:cNvPr id="2" name="Title 1"/>
          <p:cNvSpPr>
            <a:spLocks noGrp="1"/>
          </p:cNvSpPr>
          <p:nvPr>
            <p:ph type="title"/>
          </p:nvPr>
        </p:nvSpPr>
        <p:spPr>
          <a:xfrm>
            <a:off x="304800" y="268224"/>
            <a:ext cx="5486400" cy="853440"/>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01 May 2018 / © 2018 IBM Corporation</a:t>
            </a:r>
          </a:p>
        </p:txBody>
      </p:sp>
      <p:sp>
        <p:nvSpPr>
          <p:cNvPr id="7" name="Text Placeholder 6"/>
          <p:cNvSpPr>
            <a:spLocks noGrp="1"/>
          </p:cNvSpPr>
          <p:nvPr>
            <p:ph type="body" sz="quarter" idx="14"/>
          </p:nvPr>
        </p:nvSpPr>
        <p:spPr>
          <a:xfrm>
            <a:off x="304800" y="1463039"/>
            <a:ext cx="2438400" cy="4781127"/>
          </a:xfrm>
        </p:spPr>
        <p:txBody>
          <a:bodyPr/>
          <a:lstStyle>
            <a:lvl1pPr>
              <a:spcBef>
                <a:spcPts val="1467"/>
              </a:spcBef>
              <a:defRPr sz="2133"/>
            </a:lvl1pPr>
            <a:lvl2pPr marL="0" indent="0">
              <a:spcBef>
                <a:spcPts val="1467"/>
              </a:spcBef>
              <a:buFontTx/>
              <a:buNone/>
              <a:defRPr sz="1467"/>
            </a:lvl2pPr>
            <a:lvl3pPr>
              <a:defRPr sz="1467"/>
            </a:lvl3pPr>
            <a:lvl4pPr>
              <a:defRPr sz="1467"/>
            </a:lvl4pPr>
            <a:lvl5pPr>
              <a:defRPr sz="14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7"/>
          <p:cNvSpPr>
            <a:spLocks noGrp="1"/>
          </p:cNvSpPr>
          <p:nvPr>
            <p:ph type="body" sz="quarter" idx="15"/>
          </p:nvPr>
        </p:nvSpPr>
        <p:spPr>
          <a:xfrm>
            <a:off x="3352800" y="1463039"/>
            <a:ext cx="2438400" cy="4781127"/>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375.xml><?xml version="1.0" encoding="utf-8"?>
<p:sldLayout xmlns:a="http://schemas.openxmlformats.org/drawingml/2006/main" xmlns:r="http://schemas.openxmlformats.org/officeDocument/2006/relationships" xmlns:p="http://schemas.openxmlformats.org/presentationml/2006/main" preserve="1">
  <p:cSld name="section, title, text (two narrow columns)">
    <p:spTree>
      <p:nvGrpSpPr>
        <p:cNvPr id="1" name=""/>
        <p:cNvGrpSpPr/>
        <p:nvPr/>
      </p:nvGrpSpPr>
      <p:grpSpPr>
        <a:xfrm>
          <a:off x="0" y="0"/>
          <a:ext cx="0" cy="0"/>
          <a:chOff x="0" y="0"/>
          <a:chExt cx="0" cy="0"/>
        </a:xfrm>
      </p:grpSpPr>
      <p:sp>
        <p:nvSpPr>
          <p:cNvPr id="2" name="Title 1"/>
          <p:cNvSpPr>
            <a:spLocks noGrp="1"/>
          </p:cNvSpPr>
          <p:nvPr>
            <p:ph type="title"/>
          </p:nvPr>
        </p:nvSpPr>
        <p:spPr>
          <a:xfrm>
            <a:off x="304800" y="1377696"/>
            <a:ext cx="5486400" cy="4754880"/>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01 May 2018 / © 2018 IBM Corporation</a:t>
            </a:r>
          </a:p>
        </p:txBody>
      </p:sp>
      <p:sp>
        <p:nvSpPr>
          <p:cNvPr id="6" name="Text Placeholder 5"/>
          <p:cNvSpPr>
            <a:spLocks noGrp="1"/>
          </p:cNvSpPr>
          <p:nvPr>
            <p:ph type="body" sz="quarter" idx="12"/>
          </p:nvPr>
        </p:nvSpPr>
        <p:spPr>
          <a:xfrm>
            <a:off x="6400800" y="1463041"/>
            <a:ext cx="2438400" cy="4668593"/>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1"/>
          <p:cNvSpPr>
            <a:spLocks noGrp="1"/>
          </p:cNvSpPr>
          <p:nvPr>
            <p:ph type="body" sz="quarter" idx="13"/>
          </p:nvPr>
        </p:nvSpPr>
        <p:spPr>
          <a:xfrm>
            <a:off x="304800" y="268225"/>
            <a:ext cx="5486400" cy="400049"/>
          </a:xfrm>
        </p:spPr>
        <p:txBody>
          <a:bodyPr/>
          <a:lstStyle>
            <a:lvl1pPr>
              <a:defRPr sz="1467"/>
            </a:lvl1pPr>
          </a:lstStyle>
          <a:p>
            <a:pPr lvl="0"/>
            <a:r>
              <a:rPr lang="en-US"/>
              <a:t>Edit Master text styles</a:t>
            </a:r>
          </a:p>
        </p:txBody>
      </p:sp>
      <p:sp>
        <p:nvSpPr>
          <p:cNvPr id="10" name="Text Placeholder 9"/>
          <p:cNvSpPr>
            <a:spLocks noGrp="1"/>
          </p:cNvSpPr>
          <p:nvPr>
            <p:ph type="body" sz="quarter" idx="16"/>
          </p:nvPr>
        </p:nvSpPr>
        <p:spPr>
          <a:xfrm>
            <a:off x="9448800" y="1463041"/>
            <a:ext cx="2438400" cy="4668593"/>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376.xml><?xml version="1.0" encoding="utf-8"?>
<p:sldLayout xmlns:a="http://schemas.openxmlformats.org/drawingml/2006/main" xmlns:r="http://schemas.openxmlformats.org/officeDocument/2006/relationships" xmlns:p="http://schemas.openxmlformats.org/presentationml/2006/main" preserve="1">
  <p:cSld name="section, title, text (dark background)">
    <p:spTree>
      <p:nvGrpSpPr>
        <p:cNvPr id="1" name=""/>
        <p:cNvGrpSpPr/>
        <p:nvPr/>
      </p:nvGrpSpPr>
      <p:grpSpPr>
        <a:xfrm>
          <a:off x="0" y="0"/>
          <a:ext cx="0" cy="0"/>
          <a:chOff x="0" y="0"/>
          <a:chExt cx="0" cy="0"/>
        </a:xfrm>
      </p:grpSpPr>
      <p:sp>
        <p:nvSpPr>
          <p:cNvPr id="5" name="Rectangle 4"/>
          <p:cNvSpPr/>
          <p:nvPr/>
        </p:nvSpPr>
        <p:spPr>
          <a:xfrm>
            <a:off x="6096000" y="0"/>
            <a:ext cx="6096000" cy="6858000"/>
          </a:xfrm>
          <a:prstGeom prst="rect">
            <a:avLst/>
          </a:prstGeom>
          <a:solidFill>
            <a:schemeClr val="tx1"/>
          </a:solidFill>
        </p:spPr>
        <p:txBody>
          <a:bodyPr wrap="square" lIns="0" tIns="0" rIns="0" bIns="0" rtlCol="0" anchor="ctr">
            <a:noAutofit/>
          </a:bodyPr>
          <a:lstStyle/>
          <a:p>
            <a:pPr algn="ctr" defTabSz="914377"/>
            <a:endParaRPr lang="en-US" sz="1600" err="1">
              <a:solidFill>
                <a:srgbClr val="FFFFFF"/>
              </a:solidFill>
              <a:latin typeface="Arial"/>
              <a:cs typeface="Arial"/>
            </a:endParaRPr>
          </a:p>
        </p:txBody>
      </p:sp>
      <p:sp>
        <p:nvSpPr>
          <p:cNvPr id="2" name="Title 1"/>
          <p:cNvSpPr>
            <a:spLocks noGrp="1"/>
          </p:cNvSpPr>
          <p:nvPr>
            <p:ph type="title"/>
          </p:nvPr>
        </p:nvSpPr>
        <p:spPr>
          <a:xfrm>
            <a:off x="304800" y="1377696"/>
            <a:ext cx="5486400" cy="4754880"/>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01 May 2018 / © 2018 IBM Corporation</a:t>
            </a:r>
          </a:p>
        </p:txBody>
      </p:sp>
      <p:sp>
        <p:nvSpPr>
          <p:cNvPr id="6" name="Text Placeholder 5"/>
          <p:cNvSpPr>
            <a:spLocks noGrp="1"/>
          </p:cNvSpPr>
          <p:nvPr>
            <p:ph type="body" sz="quarter" idx="12"/>
          </p:nvPr>
        </p:nvSpPr>
        <p:spPr>
          <a:xfrm>
            <a:off x="6400800" y="1499617"/>
            <a:ext cx="5486400" cy="4668593"/>
          </a:xfrm>
        </p:spPr>
        <p:txBody>
          <a:bodyPr/>
          <a:lstStyle>
            <a:lvl1pPr>
              <a:defRPr>
                <a:solidFill>
                  <a:schemeClr val="bg2"/>
                </a:solidFill>
              </a:defRPr>
            </a:lvl1pPr>
            <a:lvl2pPr marL="0" indent="0">
              <a:spcBef>
                <a:spcPts val="1467"/>
              </a:spcBef>
              <a:buFontTx/>
              <a:buNone/>
              <a:defRPr sz="1467">
                <a:solidFill>
                  <a:schemeClr val="bg2"/>
                </a:solidFill>
              </a:defRPr>
            </a:lvl2pPr>
            <a:lvl3pPr>
              <a:defRPr sz="1467">
                <a:solidFill>
                  <a:schemeClr val="bg2"/>
                </a:solidFill>
              </a:defRPr>
            </a:lvl3pPr>
            <a:lvl4pPr>
              <a:defRPr sz="1467">
                <a:solidFill>
                  <a:schemeClr val="bg2"/>
                </a:solidFill>
              </a:defRPr>
            </a:lvl4pPr>
            <a:lvl5pPr>
              <a:defRPr sz="1467">
                <a:solidFill>
                  <a:schemeClr val="bg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1"/>
          <p:cNvSpPr>
            <a:spLocks noGrp="1"/>
          </p:cNvSpPr>
          <p:nvPr>
            <p:ph type="body" sz="quarter" idx="13"/>
          </p:nvPr>
        </p:nvSpPr>
        <p:spPr>
          <a:xfrm>
            <a:off x="304800" y="268225"/>
            <a:ext cx="5486400" cy="400049"/>
          </a:xfrm>
        </p:spPr>
        <p:txBody>
          <a:bodyPr/>
          <a:lstStyle>
            <a:lvl1pPr>
              <a:defRPr sz="1467"/>
            </a:lvl1pPr>
          </a:lstStyle>
          <a:p>
            <a:pPr lvl="0"/>
            <a:r>
              <a:rPr lang="en-US"/>
              <a:t>Edit Master text styles</a:t>
            </a:r>
          </a:p>
        </p:txBody>
      </p:sp>
    </p:spTree>
  </p:cSld>
  <p:clrMapOvr>
    <a:masterClrMapping/>
  </p:clrMapOvr>
</p:sldLayout>
</file>

<file path=ppt/slideLayouts/slideLayout377.xml><?xml version="1.0" encoding="utf-8"?>
<p:sldLayout xmlns:a="http://schemas.openxmlformats.org/drawingml/2006/main" xmlns:r="http://schemas.openxmlformats.org/officeDocument/2006/relationships" xmlns:p="http://schemas.openxmlformats.org/presentationml/2006/main" preserve="1">
  <p:cSld name="title, image">
    <p:spTree>
      <p:nvGrpSpPr>
        <p:cNvPr id="1" name=""/>
        <p:cNvGrpSpPr/>
        <p:nvPr/>
      </p:nvGrpSpPr>
      <p:grpSpPr>
        <a:xfrm>
          <a:off x="0" y="0"/>
          <a:ext cx="0" cy="0"/>
          <a:chOff x="0" y="0"/>
          <a:chExt cx="0" cy="0"/>
        </a:xfrm>
      </p:grpSpPr>
      <p:sp>
        <p:nvSpPr>
          <p:cNvPr id="8" name="Picture Placeholder 7"/>
          <p:cNvSpPr>
            <a:spLocks noGrp="1"/>
          </p:cNvSpPr>
          <p:nvPr>
            <p:ph type="pic" sz="quarter" idx="15"/>
          </p:nvPr>
        </p:nvSpPr>
        <p:spPr>
          <a:xfrm>
            <a:off x="6096000" y="0"/>
            <a:ext cx="6096000" cy="6858000"/>
          </a:xfrm>
        </p:spPr>
        <p:txBody>
          <a:bodyPr/>
          <a:lstStyle/>
          <a:p>
            <a:r>
              <a:rPr lang="en-US"/>
              <a:t>Click icon to add picture</a:t>
            </a:r>
          </a:p>
        </p:txBody>
      </p:sp>
      <p:sp>
        <p:nvSpPr>
          <p:cNvPr id="2" name="Title 1"/>
          <p:cNvSpPr>
            <a:spLocks noGrp="1"/>
          </p:cNvSpPr>
          <p:nvPr>
            <p:ph type="title"/>
          </p:nvPr>
        </p:nvSpPr>
        <p:spPr>
          <a:xfrm>
            <a:off x="304800" y="268225"/>
            <a:ext cx="5486400" cy="5870532"/>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01 May 2018 / © 2018 IBM Corporation</a:t>
            </a:r>
          </a:p>
        </p:txBody>
      </p:sp>
    </p:spTree>
  </p:cSld>
  <p:clrMapOvr>
    <a:masterClrMapping/>
  </p:clrMapOvr>
</p:sldLayout>
</file>

<file path=ppt/slideLayouts/slideLayout378.xml><?xml version="1.0" encoding="utf-8"?>
<p:sldLayout xmlns:a="http://schemas.openxmlformats.org/drawingml/2006/main" xmlns:r="http://schemas.openxmlformats.org/officeDocument/2006/relationships" xmlns:p="http://schemas.openxmlformats.org/presentationml/2006/main" preserve="1">
  <p:cSld name="title, half-blank area">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5"/>
            <a:ext cx="5486400" cy="5870532"/>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01 May 2018 / © 2018 IBM Corporation</a:t>
            </a:r>
          </a:p>
        </p:txBody>
      </p:sp>
    </p:spTree>
  </p:cSld>
  <p:clrMapOvr>
    <a:masterClrMapping/>
  </p:clrMapOvr>
</p:sldLayout>
</file>

<file path=ppt/slideLayouts/slideLayout379.xml><?xml version="1.0" encoding="utf-8"?>
<p:sldLayout xmlns:a="http://schemas.openxmlformats.org/drawingml/2006/main" xmlns:r="http://schemas.openxmlformats.org/officeDocument/2006/relationships" xmlns:p="http://schemas.openxmlformats.org/presentationml/2006/main" preserve="1">
  <p:cSld name="title, blank">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508000"/>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01 May 2018 / © 2018 IBM Corporation</a:t>
            </a:r>
          </a:p>
        </p:txBody>
      </p:sp>
    </p:spTree>
  </p:cSld>
  <p:clrMapOvr>
    <a:masterClrMapping/>
  </p:clrMapOvr>
</p:sldLayout>
</file>

<file path=ppt/slideLayouts/slideLayout380.xml><?xml version="1.0" encoding="utf-8"?>
<p:sldLayout xmlns:a="http://schemas.openxmlformats.org/drawingml/2006/main" xmlns:r="http://schemas.openxmlformats.org/officeDocument/2006/relationships" xmlns:p="http://schemas.openxmlformats.org/presentationml/2006/main" preserve="1">
  <p:cSld name="insight, text, boxes">
    <p:spTree>
      <p:nvGrpSpPr>
        <p:cNvPr id="1" name=""/>
        <p:cNvGrpSpPr/>
        <p:nvPr/>
      </p:nvGrpSpPr>
      <p:grpSpPr>
        <a:xfrm>
          <a:off x="0" y="0"/>
          <a:ext cx="0" cy="0"/>
          <a:chOff x="0" y="0"/>
          <a:chExt cx="0" cy="0"/>
        </a:xfrm>
      </p:grpSpPr>
      <p:sp>
        <p:nvSpPr>
          <p:cNvPr id="14" name="Content Placeholder 13"/>
          <p:cNvSpPr>
            <a:spLocks noGrp="1"/>
          </p:cNvSpPr>
          <p:nvPr>
            <p:ph sz="quarter" idx="17"/>
          </p:nvPr>
        </p:nvSpPr>
        <p:spPr>
          <a:xfrm>
            <a:off x="6096001" y="3429000"/>
            <a:ext cx="6096000" cy="3429000"/>
          </a:xfrm>
          <a:solidFill>
            <a:schemeClr val="accent2"/>
          </a:solidFill>
        </p:spPr>
        <p:txBody>
          <a:bodyPr lIns="228600" tIns="192024" rIns="228600" bIns="228600"/>
          <a:lstStyle>
            <a:lvl1pPr>
              <a:defRPr sz="1867">
                <a:solidFill>
                  <a:schemeClr val="bg2"/>
                </a:solidFill>
              </a:defRPr>
            </a:lvl1pPr>
          </a:lstStyle>
          <a:p>
            <a:pPr lvl="0"/>
            <a:r>
              <a:rPr lang="en-US"/>
              <a:t>Edit Master text styles</a:t>
            </a:r>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01 May 2018 / © 2018 IBM Corporation</a:t>
            </a:r>
          </a:p>
        </p:txBody>
      </p:sp>
      <p:sp>
        <p:nvSpPr>
          <p:cNvPr id="12" name="Text Placeholder 11"/>
          <p:cNvSpPr>
            <a:spLocks noGrp="1"/>
          </p:cNvSpPr>
          <p:nvPr>
            <p:ph type="body" sz="quarter" idx="13"/>
          </p:nvPr>
        </p:nvSpPr>
        <p:spPr>
          <a:xfrm>
            <a:off x="304800" y="243841"/>
            <a:ext cx="5486400" cy="400049"/>
          </a:xfrm>
        </p:spPr>
        <p:txBody>
          <a:bodyPr/>
          <a:lstStyle>
            <a:lvl1pPr>
              <a:defRPr sz="2133"/>
            </a:lvl1pPr>
          </a:lstStyle>
          <a:p>
            <a:pPr lvl="0"/>
            <a:r>
              <a:rPr lang="en-US"/>
              <a:t>Edit Master text styles</a:t>
            </a:r>
          </a:p>
        </p:txBody>
      </p:sp>
      <p:sp>
        <p:nvSpPr>
          <p:cNvPr id="7" name="Text Placeholder 6"/>
          <p:cNvSpPr>
            <a:spLocks noGrp="1"/>
          </p:cNvSpPr>
          <p:nvPr>
            <p:ph type="body" sz="quarter" idx="14"/>
          </p:nvPr>
        </p:nvSpPr>
        <p:spPr>
          <a:xfrm>
            <a:off x="304800" y="1463041"/>
            <a:ext cx="5486400" cy="4651641"/>
          </a:xfrm>
        </p:spPr>
        <p:txBody>
          <a:bodyPr/>
          <a:lstStyle>
            <a:lvl1pPr>
              <a:defRPr sz="2133"/>
            </a:lvl1pPr>
            <a:lvl2pPr>
              <a:defRPr sz="1867"/>
            </a:lvl2pPr>
            <a:lvl3pPr>
              <a:defRPr sz="1867"/>
            </a:lvl3pPr>
            <a:lvl4pPr>
              <a:defRPr sz="1867"/>
            </a:lvl4pPr>
            <a:lvl5pPr>
              <a:defRPr sz="18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7"/>
          <p:cNvSpPr>
            <a:spLocks noGrp="1"/>
          </p:cNvSpPr>
          <p:nvPr>
            <p:ph sz="quarter" idx="15"/>
          </p:nvPr>
        </p:nvSpPr>
        <p:spPr>
          <a:xfrm>
            <a:off x="9144000" y="0"/>
            <a:ext cx="3048000" cy="3429000"/>
          </a:xfrm>
          <a:solidFill>
            <a:schemeClr val="bg1"/>
          </a:solidFill>
        </p:spPr>
        <p:txBody>
          <a:bodyPr lIns="228600" tIns="192024" rIns="228600" bIns="228600"/>
          <a:lstStyle>
            <a:lvl1pPr>
              <a:defRPr sz="1867">
                <a:solidFill>
                  <a:schemeClr val="bg2"/>
                </a:solidFill>
              </a:defRPr>
            </a:lvl1pPr>
          </a:lstStyle>
          <a:p>
            <a:pPr lvl="0"/>
            <a:r>
              <a:rPr lang="en-US"/>
              <a:t>Edit Master text styles</a:t>
            </a:r>
          </a:p>
        </p:txBody>
      </p:sp>
      <p:sp>
        <p:nvSpPr>
          <p:cNvPr id="10" name="Content Placeholder 9"/>
          <p:cNvSpPr>
            <a:spLocks noGrp="1"/>
          </p:cNvSpPr>
          <p:nvPr>
            <p:ph sz="quarter" idx="16"/>
          </p:nvPr>
        </p:nvSpPr>
        <p:spPr>
          <a:xfrm>
            <a:off x="6096000" y="0"/>
            <a:ext cx="3048000" cy="3429000"/>
          </a:xfrm>
          <a:solidFill>
            <a:schemeClr val="accent3"/>
          </a:solidFill>
        </p:spPr>
        <p:txBody>
          <a:bodyPr lIns="228600" tIns="192024" rIns="228600" bIns="228600"/>
          <a:lstStyle>
            <a:lvl1pPr>
              <a:defRPr sz="1867">
                <a:solidFill>
                  <a:schemeClr val="bg2"/>
                </a:solidFill>
              </a:defRPr>
            </a:lvl1pPr>
          </a:lstStyle>
          <a:p>
            <a:pPr lvl="0"/>
            <a:r>
              <a:rPr lang="en-US"/>
              <a:t>Edit Master text styles</a:t>
            </a:r>
          </a:p>
        </p:txBody>
      </p:sp>
    </p:spTree>
  </p:cSld>
  <p:clrMapOvr>
    <a:masterClrMapping/>
  </p:clrMapOvr>
</p:sldLayout>
</file>

<file path=ppt/slideLayouts/slideLayout381.xml><?xml version="1.0" encoding="utf-8"?>
<p:sldLayout xmlns:a="http://schemas.openxmlformats.org/drawingml/2006/main" xmlns:r="http://schemas.openxmlformats.org/officeDocument/2006/relationships" xmlns:p="http://schemas.openxmlformats.org/presentationml/2006/main" preserve="1">
  <p:cSld name="boxes (3 med, 2 small)">
    <p:spTree>
      <p:nvGrpSpPr>
        <p:cNvPr id="1" name=""/>
        <p:cNvGrpSpPr/>
        <p:nvPr/>
      </p:nvGrpSpPr>
      <p:grpSpPr>
        <a:xfrm>
          <a:off x="0" y="0"/>
          <a:ext cx="0" cy="0"/>
          <a:chOff x="0" y="0"/>
          <a:chExt cx="0" cy="0"/>
        </a:xfrm>
      </p:grpSpPr>
      <p:sp>
        <p:nvSpPr>
          <p:cNvPr id="14" name="Content Placeholder 13"/>
          <p:cNvSpPr>
            <a:spLocks noGrp="1"/>
          </p:cNvSpPr>
          <p:nvPr>
            <p:ph sz="quarter" idx="17"/>
          </p:nvPr>
        </p:nvSpPr>
        <p:spPr>
          <a:xfrm>
            <a:off x="6096001" y="3429000"/>
            <a:ext cx="6096000" cy="3429000"/>
          </a:xfrm>
          <a:solidFill>
            <a:schemeClr val="accent3"/>
          </a:solidFill>
        </p:spPr>
        <p:txBody>
          <a:bodyPr lIns="228600" tIns="192024" rIns="228600" bIns="228600"/>
          <a:lstStyle>
            <a:lvl1pPr>
              <a:defRPr sz="1867">
                <a:solidFill>
                  <a:schemeClr val="bg2"/>
                </a:solidFill>
              </a:defRPr>
            </a:lvl1pPr>
          </a:lstStyle>
          <a:p>
            <a:pPr lvl="0"/>
            <a:r>
              <a:rPr lang="en-US"/>
              <a:t>Edit Master text styles</a:t>
            </a:r>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01 May 2018 / © 2018 IBM Corporation</a:t>
            </a:r>
          </a:p>
        </p:txBody>
      </p:sp>
      <p:sp>
        <p:nvSpPr>
          <p:cNvPr id="8" name="Content Placeholder 7"/>
          <p:cNvSpPr>
            <a:spLocks noGrp="1"/>
          </p:cNvSpPr>
          <p:nvPr>
            <p:ph sz="quarter" idx="15"/>
          </p:nvPr>
        </p:nvSpPr>
        <p:spPr>
          <a:xfrm>
            <a:off x="9144000" y="0"/>
            <a:ext cx="3048000" cy="3429000"/>
          </a:xfrm>
          <a:solidFill>
            <a:schemeClr val="tx1"/>
          </a:solidFill>
        </p:spPr>
        <p:txBody>
          <a:bodyPr lIns="228600" tIns="192024" rIns="228600" bIns="228600"/>
          <a:lstStyle>
            <a:lvl1pPr>
              <a:defRPr sz="1867">
                <a:solidFill>
                  <a:schemeClr val="bg2"/>
                </a:solidFill>
              </a:defRPr>
            </a:lvl1pPr>
          </a:lstStyle>
          <a:p>
            <a:pPr lvl="0"/>
            <a:r>
              <a:rPr lang="en-US"/>
              <a:t>Edit Master text styles</a:t>
            </a:r>
          </a:p>
        </p:txBody>
      </p:sp>
      <p:sp>
        <p:nvSpPr>
          <p:cNvPr id="10" name="Content Placeholder 9"/>
          <p:cNvSpPr>
            <a:spLocks noGrp="1"/>
          </p:cNvSpPr>
          <p:nvPr>
            <p:ph sz="quarter" idx="16"/>
          </p:nvPr>
        </p:nvSpPr>
        <p:spPr>
          <a:xfrm>
            <a:off x="6096000" y="0"/>
            <a:ext cx="3048000" cy="3429000"/>
          </a:xfrm>
          <a:solidFill>
            <a:schemeClr val="tx2">
              <a:lumMod val="50000"/>
            </a:schemeClr>
          </a:solidFill>
        </p:spPr>
        <p:txBody>
          <a:bodyPr lIns="228600" tIns="192024" rIns="228600" bIns="228600"/>
          <a:lstStyle>
            <a:lvl1pPr>
              <a:defRPr sz="1867">
                <a:solidFill>
                  <a:schemeClr val="bg2"/>
                </a:solidFill>
              </a:defRPr>
            </a:lvl1pPr>
          </a:lstStyle>
          <a:p>
            <a:pPr lvl="0"/>
            <a:r>
              <a:rPr lang="en-US"/>
              <a:t>Edit Master text styles</a:t>
            </a:r>
          </a:p>
        </p:txBody>
      </p:sp>
      <p:sp>
        <p:nvSpPr>
          <p:cNvPr id="5" name="Content Placeholder 4"/>
          <p:cNvSpPr>
            <a:spLocks noGrp="1"/>
          </p:cNvSpPr>
          <p:nvPr>
            <p:ph sz="quarter" idx="18"/>
          </p:nvPr>
        </p:nvSpPr>
        <p:spPr>
          <a:xfrm>
            <a:off x="0" y="3429001"/>
            <a:ext cx="6096000" cy="2815167"/>
          </a:xfrm>
          <a:solidFill>
            <a:schemeClr val="tx1"/>
          </a:solidFill>
        </p:spPr>
        <p:txBody>
          <a:bodyPr lIns="228600" tIns="192024" rIns="228600" bIns="228600"/>
          <a:lstStyle>
            <a:lvl1pPr>
              <a:defRPr sz="1867">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Edit Master text styles</a:t>
            </a:r>
          </a:p>
        </p:txBody>
      </p:sp>
      <p:sp>
        <p:nvSpPr>
          <p:cNvPr id="6" name="Title 5"/>
          <p:cNvSpPr>
            <a:spLocks noGrp="1"/>
          </p:cNvSpPr>
          <p:nvPr>
            <p:ph type="title"/>
          </p:nvPr>
        </p:nvSpPr>
        <p:spPr>
          <a:xfrm>
            <a:off x="-1" y="-1"/>
            <a:ext cx="6095999" cy="3429001"/>
          </a:xfrm>
          <a:solidFill>
            <a:schemeClr val="accent2"/>
          </a:solidFill>
        </p:spPr>
        <p:txBody>
          <a:bodyPr lIns="228600" tIns="201168" rIns="228600" bIns="228600"/>
          <a:lstStyle>
            <a:lvl1pPr>
              <a:defRPr>
                <a:solidFill>
                  <a:schemeClr val="bg2"/>
                </a:solidFill>
              </a:defRPr>
            </a:lvl1pPr>
          </a:lstStyle>
          <a:p>
            <a:r>
              <a:rPr lang="en-US"/>
              <a:t>Click to edit Master title style</a:t>
            </a:r>
            <a:endParaRPr lang="en-US" dirty="0"/>
          </a:p>
        </p:txBody>
      </p:sp>
    </p:spTree>
  </p:cSld>
  <p:clrMapOvr>
    <a:masterClrMapping/>
  </p:clrMapOvr>
</p:sldLayout>
</file>

<file path=ppt/slideLayouts/slideLayout382.xml><?xml version="1.0" encoding="utf-8"?>
<p:sldLayout xmlns:a="http://schemas.openxmlformats.org/drawingml/2006/main" xmlns:r="http://schemas.openxmlformats.org/officeDocument/2006/relationships" xmlns:p="http://schemas.openxmlformats.org/presentationml/2006/main" preserve="1">
  <p:cSld name="boxes (1 large, 4 small)">
    <p:spTree>
      <p:nvGrpSpPr>
        <p:cNvPr id="1" name=""/>
        <p:cNvGrpSpPr/>
        <p:nvPr/>
      </p:nvGrpSpPr>
      <p:grpSpPr>
        <a:xfrm>
          <a:off x="0" y="0"/>
          <a:ext cx="0" cy="0"/>
          <a:chOff x="0" y="0"/>
          <a:chExt cx="0" cy="0"/>
        </a:xfrm>
      </p:grpSpPr>
      <p:sp>
        <p:nvSpPr>
          <p:cNvPr id="8" name="Content Placeholder 7"/>
          <p:cNvSpPr>
            <a:spLocks noGrp="1"/>
          </p:cNvSpPr>
          <p:nvPr>
            <p:ph sz="quarter" idx="15"/>
          </p:nvPr>
        </p:nvSpPr>
        <p:spPr>
          <a:xfrm>
            <a:off x="9143997" y="3429000"/>
            <a:ext cx="3048000" cy="3429000"/>
          </a:xfrm>
          <a:solidFill>
            <a:schemeClr val="accent1"/>
          </a:solidFill>
        </p:spPr>
        <p:txBody>
          <a:bodyPr lIns="228600" tIns="192024" rIns="228600" bIns="228600"/>
          <a:lstStyle>
            <a:lvl1pPr>
              <a:defRPr sz="1867">
                <a:solidFill>
                  <a:schemeClr val="bg2"/>
                </a:solidFill>
              </a:defRPr>
            </a:lvl1pPr>
          </a:lstStyle>
          <a:p>
            <a:pPr lvl="0"/>
            <a:r>
              <a:rPr lang="en-US"/>
              <a:t>Edit Master text styles</a:t>
            </a:r>
          </a:p>
        </p:txBody>
      </p:sp>
      <p:sp>
        <p:nvSpPr>
          <p:cNvPr id="10" name="Content Placeholder 9"/>
          <p:cNvSpPr>
            <a:spLocks noGrp="1"/>
          </p:cNvSpPr>
          <p:nvPr>
            <p:ph sz="quarter" idx="16"/>
          </p:nvPr>
        </p:nvSpPr>
        <p:spPr>
          <a:xfrm>
            <a:off x="3048000" y="3429000"/>
            <a:ext cx="3048000" cy="3429000"/>
          </a:xfrm>
          <a:solidFill>
            <a:schemeClr val="accent3"/>
          </a:solidFill>
        </p:spPr>
        <p:txBody>
          <a:bodyPr lIns="228600" tIns="192024" rIns="228600" bIns="228600"/>
          <a:lstStyle>
            <a:lvl1pPr>
              <a:defRPr sz="1867">
                <a:solidFill>
                  <a:schemeClr val="bg2"/>
                </a:solidFill>
              </a:defRPr>
            </a:lvl1pPr>
          </a:lstStyle>
          <a:p>
            <a:pPr lvl="0"/>
            <a:r>
              <a:rPr lang="en-US"/>
              <a:t>Edit Master text styles</a:t>
            </a:r>
          </a:p>
        </p:txBody>
      </p:sp>
      <p:sp>
        <p:nvSpPr>
          <p:cNvPr id="14" name="Content Placeholder 13"/>
          <p:cNvSpPr>
            <a:spLocks noGrp="1"/>
          </p:cNvSpPr>
          <p:nvPr>
            <p:ph sz="quarter" idx="17"/>
          </p:nvPr>
        </p:nvSpPr>
        <p:spPr>
          <a:xfrm>
            <a:off x="6096002" y="3429000"/>
            <a:ext cx="3047996" cy="3429000"/>
          </a:xfrm>
          <a:solidFill>
            <a:schemeClr val="accent2"/>
          </a:solidFill>
        </p:spPr>
        <p:txBody>
          <a:bodyPr lIns="228600" tIns="192024" rIns="228600" bIns="228600"/>
          <a:lstStyle>
            <a:lvl1pPr>
              <a:defRPr sz="1867">
                <a:solidFill>
                  <a:schemeClr val="bg2"/>
                </a:solidFill>
              </a:defRPr>
            </a:lvl1pPr>
          </a:lstStyle>
          <a:p>
            <a:pPr lvl="0"/>
            <a:r>
              <a:rPr lang="en-US"/>
              <a:t>Edit Master text styles</a:t>
            </a:r>
          </a:p>
        </p:txBody>
      </p:sp>
      <p:sp>
        <p:nvSpPr>
          <p:cNvPr id="5" name="Content Placeholder 4"/>
          <p:cNvSpPr>
            <a:spLocks noGrp="1"/>
          </p:cNvSpPr>
          <p:nvPr>
            <p:ph sz="quarter" idx="18"/>
          </p:nvPr>
        </p:nvSpPr>
        <p:spPr>
          <a:xfrm>
            <a:off x="0" y="3429000"/>
            <a:ext cx="3048000" cy="3429000"/>
          </a:xfrm>
          <a:solidFill>
            <a:schemeClr val="bg1"/>
          </a:solidFill>
        </p:spPr>
        <p:txBody>
          <a:bodyPr lIns="228600" tIns="192024" rIns="228600" bIns="228600"/>
          <a:lstStyle>
            <a:lvl1pPr>
              <a:defRPr sz="1867">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Edit Master text styles</a:t>
            </a:r>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01 May 2018 / © 2018 IBM Corporation</a:t>
            </a:r>
          </a:p>
        </p:txBody>
      </p:sp>
      <p:sp>
        <p:nvSpPr>
          <p:cNvPr id="6" name="Title 5"/>
          <p:cNvSpPr>
            <a:spLocks noGrp="1"/>
          </p:cNvSpPr>
          <p:nvPr>
            <p:ph type="title"/>
          </p:nvPr>
        </p:nvSpPr>
        <p:spPr>
          <a:xfrm>
            <a:off x="-1" y="-1"/>
            <a:ext cx="12191999" cy="3429001"/>
          </a:xfrm>
          <a:solidFill>
            <a:schemeClr val="tx1"/>
          </a:solidFill>
        </p:spPr>
        <p:txBody>
          <a:bodyPr lIns="228600" tIns="155448" rIns="228600" bIns="228600"/>
          <a:lstStyle>
            <a:lvl1pPr>
              <a:defRPr sz="6400">
                <a:solidFill>
                  <a:schemeClr val="bg2"/>
                </a:solidFill>
              </a:defRPr>
            </a:lvl1pPr>
          </a:lstStyle>
          <a:p>
            <a:r>
              <a:rPr lang="en-US"/>
              <a:t>Click to edit Master title style</a:t>
            </a:r>
            <a:endParaRPr lang="en-US" dirty="0"/>
          </a:p>
        </p:txBody>
      </p:sp>
    </p:spTree>
  </p:cSld>
  <p:clrMapOvr>
    <a:masterClrMapping/>
  </p:clrMapOvr>
</p:sldLayout>
</file>

<file path=ppt/slideLayouts/slideLayout383.xml><?xml version="1.0" encoding="utf-8"?>
<p:sldLayout xmlns:a="http://schemas.openxmlformats.org/drawingml/2006/main" xmlns:r="http://schemas.openxmlformats.org/officeDocument/2006/relationships" xmlns:p="http://schemas.openxmlformats.org/presentationml/2006/main" preserve="1">
  <p:cSld name="title (black box) over image(s)">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01 May 2018 / © 2018 IBM Corporation</a:t>
            </a:r>
          </a:p>
        </p:txBody>
      </p:sp>
      <p:sp>
        <p:nvSpPr>
          <p:cNvPr id="6" name="Title 5"/>
          <p:cNvSpPr>
            <a:spLocks noGrp="1"/>
          </p:cNvSpPr>
          <p:nvPr>
            <p:ph type="title"/>
          </p:nvPr>
        </p:nvSpPr>
        <p:spPr>
          <a:xfrm>
            <a:off x="-1" y="-1"/>
            <a:ext cx="12191999" cy="1720852"/>
          </a:xfrm>
          <a:solidFill>
            <a:schemeClr val="tx1"/>
          </a:solidFill>
        </p:spPr>
        <p:txBody>
          <a:bodyPr lIns="228600" tIns="201168" rIns="228600" bIns="228600"/>
          <a:lstStyle>
            <a:lvl1pPr>
              <a:defRPr sz="3200">
                <a:solidFill>
                  <a:schemeClr val="bg2"/>
                </a:solidFill>
              </a:defRPr>
            </a:lvl1pPr>
          </a:lstStyle>
          <a:p>
            <a:r>
              <a:rPr lang="en-US"/>
              <a:t>Click to edit Master title style</a:t>
            </a:r>
            <a:endParaRPr lang="en-US" dirty="0"/>
          </a:p>
        </p:txBody>
      </p:sp>
    </p:spTree>
  </p:cSld>
  <p:clrMapOvr>
    <a:masterClrMapping/>
  </p:clrMapOvr>
</p:sldLayout>
</file>

<file path=ppt/slideLayouts/slideLayout384.xml><?xml version="1.0" encoding="utf-8"?>
<p:sldLayout xmlns:a="http://schemas.openxmlformats.org/drawingml/2006/main" xmlns:r="http://schemas.openxmlformats.org/officeDocument/2006/relationships" xmlns:p="http://schemas.openxmlformats.org/presentationml/2006/main" preserve="1">
  <p:cSld name="text (black box) over image(s)">
    <p:spTree>
      <p:nvGrpSpPr>
        <p:cNvPr id="1" name=""/>
        <p:cNvGrpSpPr/>
        <p:nvPr/>
      </p:nvGrpSpPr>
      <p:grpSpPr>
        <a:xfrm>
          <a:off x="0" y="0"/>
          <a:ext cx="0" cy="0"/>
          <a:chOff x="0" y="0"/>
          <a:chExt cx="0" cy="0"/>
        </a:xfrm>
      </p:grpSpPr>
      <p:sp>
        <p:nvSpPr>
          <p:cNvPr id="7" name="Content Placeholder 6"/>
          <p:cNvSpPr>
            <a:spLocks noGrp="1"/>
          </p:cNvSpPr>
          <p:nvPr>
            <p:ph sz="quarter" idx="19"/>
          </p:nvPr>
        </p:nvSpPr>
        <p:spPr>
          <a:xfrm>
            <a:off x="0" y="3810000"/>
            <a:ext cx="3048000" cy="3048000"/>
          </a:xfrm>
          <a:solidFill>
            <a:schemeClr val="tx1"/>
          </a:solidFill>
        </p:spPr>
        <p:txBody>
          <a:bodyPr lIns="228600" tIns="155448" rIns="228600" bIns="228600"/>
          <a:lstStyle>
            <a:lvl1pPr>
              <a:defRPr>
                <a:solidFill>
                  <a:schemeClr val="bg2"/>
                </a:solidFill>
              </a:defRPr>
            </a:lvl1pPr>
            <a:lvl2pPr>
              <a:defRPr sz="1333">
                <a:solidFill>
                  <a:schemeClr val="bg2"/>
                </a:solidFill>
              </a:defRPr>
            </a:lvl2pPr>
            <a:lvl3pPr>
              <a:defRPr sz="1333">
                <a:solidFill>
                  <a:schemeClr val="bg2"/>
                </a:solidFill>
              </a:defRPr>
            </a:lvl3pPr>
            <a:lvl4pPr>
              <a:defRPr sz="1333">
                <a:solidFill>
                  <a:schemeClr val="bg2"/>
                </a:solidFill>
              </a:defRPr>
            </a:lvl4pPr>
            <a:lvl5pPr>
              <a:defRPr sz="1333">
                <a:solidFill>
                  <a:schemeClr val="bg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01 May 2018 / © 2018 IBM Corporation</a:t>
            </a:r>
          </a:p>
        </p:txBody>
      </p:sp>
    </p:spTree>
  </p:cSld>
  <p:clrMapOvr>
    <a:masterClrMapping/>
  </p:clrMapOvr>
</p:sldLayout>
</file>

<file path=ppt/slideLayouts/slideLayout385.xml><?xml version="1.0" encoding="utf-8"?>
<p:sldLayout xmlns:a="http://schemas.openxmlformats.org/drawingml/2006/main" xmlns:r="http://schemas.openxmlformats.org/officeDocument/2006/relationships" xmlns:p="http://schemas.openxmlformats.org/presentationml/2006/main" preserve="1">
  <p:cSld name="boxes (4 tall)">
    <p:spTree>
      <p:nvGrpSpPr>
        <p:cNvPr id="1" name=""/>
        <p:cNvGrpSpPr/>
        <p:nvPr/>
      </p:nvGrpSpPr>
      <p:grpSpPr>
        <a:xfrm>
          <a:off x="0" y="0"/>
          <a:ext cx="0" cy="0"/>
          <a:chOff x="0" y="0"/>
          <a:chExt cx="0" cy="0"/>
        </a:xfrm>
      </p:grpSpPr>
      <p:sp>
        <p:nvSpPr>
          <p:cNvPr id="7" name="Content Placeholder 6"/>
          <p:cNvSpPr>
            <a:spLocks noGrp="1"/>
          </p:cNvSpPr>
          <p:nvPr>
            <p:ph sz="quarter" idx="19"/>
          </p:nvPr>
        </p:nvSpPr>
        <p:spPr>
          <a:xfrm>
            <a:off x="0" y="-1"/>
            <a:ext cx="3048000" cy="6858000"/>
          </a:xfrm>
          <a:solidFill>
            <a:schemeClr val="tx1"/>
          </a:solidFill>
        </p:spPr>
        <p:txBody>
          <a:bodyPr lIns="228600" tIns="192024" rIns="228600" bIns="228600"/>
          <a:lstStyle>
            <a:lvl1pPr>
              <a:defRPr sz="2133">
                <a:solidFill>
                  <a:schemeClr val="bg2"/>
                </a:solidFill>
              </a:defRPr>
            </a:lvl1pPr>
            <a:lvl2pPr>
              <a:defRPr sz="1467">
                <a:solidFill>
                  <a:schemeClr val="bg2"/>
                </a:solidFill>
              </a:defRPr>
            </a:lvl2pPr>
            <a:lvl3pPr>
              <a:defRPr sz="1467">
                <a:solidFill>
                  <a:schemeClr val="bg2"/>
                </a:solidFill>
              </a:defRPr>
            </a:lvl3pPr>
            <a:lvl4pPr>
              <a:defRPr sz="1467">
                <a:solidFill>
                  <a:schemeClr val="bg2"/>
                </a:solidFill>
              </a:defRPr>
            </a:lvl4pPr>
            <a:lvl5pPr>
              <a:defRPr sz="1467">
                <a:solidFill>
                  <a:schemeClr val="bg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p:cNvSpPr>
            <a:spLocks noGrp="1"/>
          </p:cNvSpPr>
          <p:nvPr>
            <p:ph sz="quarter" idx="20"/>
          </p:nvPr>
        </p:nvSpPr>
        <p:spPr>
          <a:xfrm>
            <a:off x="3048000" y="0"/>
            <a:ext cx="3048000" cy="6858000"/>
          </a:xfrm>
          <a:solidFill>
            <a:schemeClr val="accent2"/>
          </a:solidFill>
        </p:spPr>
        <p:txBody>
          <a:bodyPr lIns="228600" tIns="192024" rIns="228600" bIns="228600"/>
          <a:lstStyle>
            <a:lvl1pPr>
              <a:defRPr sz="1867">
                <a:solidFill>
                  <a:schemeClr val="bg2"/>
                </a:solidFill>
              </a:defRPr>
            </a:lvl1pPr>
            <a:lvl2pPr>
              <a:defRPr sz="1467">
                <a:solidFill>
                  <a:schemeClr val="bg2"/>
                </a:solidFill>
              </a:defRPr>
            </a:lvl2pPr>
            <a:lvl3pPr>
              <a:defRPr sz="1467">
                <a:solidFill>
                  <a:schemeClr val="bg2"/>
                </a:solidFill>
              </a:defRPr>
            </a:lvl3pPr>
            <a:lvl4pPr>
              <a:defRPr sz="1467">
                <a:solidFill>
                  <a:schemeClr val="bg2"/>
                </a:solidFill>
              </a:defRPr>
            </a:lvl4pPr>
            <a:lvl5pPr>
              <a:defRPr sz="1467">
                <a:solidFill>
                  <a:schemeClr val="bg2"/>
                </a:solidFill>
              </a:defRPr>
            </a:lvl5pPr>
          </a:lstStyle>
          <a:p>
            <a:pPr lvl="0"/>
            <a:r>
              <a:rPr lang="en-US"/>
              <a:t>Edit Master text styles</a:t>
            </a:r>
          </a:p>
        </p:txBody>
      </p:sp>
      <p:sp>
        <p:nvSpPr>
          <p:cNvPr id="15" name="Content Placeholder 14"/>
          <p:cNvSpPr>
            <a:spLocks noGrp="1"/>
          </p:cNvSpPr>
          <p:nvPr>
            <p:ph sz="quarter" idx="21"/>
          </p:nvPr>
        </p:nvSpPr>
        <p:spPr>
          <a:xfrm>
            <a:off x="6096000" y="0"/>
            <a:ext cx="3048000" cy="6858000"/>
          </a:xfrm>
          <a:solidFill>
            <a:schemeClr val="accent3"/>
          </a:solidFill>
        </p:spPr>
        <p:txBody>
          <a:bodyPr lIns="228600" tIns="192024" rIns="228600" bIns="228600"/>
          <a:lstStyle>
            <a:lvl1pPr>
              <a:defRPr sz="1867">
                <a:solidFill>
                  <a:schemeClr val="bg2"/>
                </a:solidFill>
              </a:defRPr>
            </a:lvl1pPr>
            <a:lvl2pPr>
              <a:defRPr sz="1467">
                <a:solidFill>
                  <a:schemeClr val="bg2"/>
                </a:solidFill>
              </a:defRPr>
            </a:lvl2pPr>
            <a:lvl3pPr>
              <a:defRPr sz="1467">
                <a:solidFill>
                  <a:schemeClr val="bg2"/>
                </a:solidFill>
              </a:defRPr>
            </a:lvl3pPr>
            <a:lvl4pPr>
              <a:defRPr sz="1467">
                <a:solidFill>
                  <a:schemeClr val="bg2"/>
                </a:solidFill>
              </a:defRPr>
            </a:lvl4pPr>
            <a:lvl5pPr>
              <a:defRPr sz="1467">
                <a:solidFill>
                  <a:schemeClr val="bg2"/>
                </a:solidFill>
              </a:defRPr>
            </a:lvl5pPr>
          </a:lstStyle>
          <a:p>
            <a:pPr lvl="0"/>
            <a:r>
              <a:rPr lang="en-US"/>
              <a:t>Edit Master text styles</a:t>
            </a:r>
          </a:p>
        </p:txBody>
      </p:sp>
      <p:sp>
        <p:nvSpPr>
          <p:cNvPr id="17" name="Content Placeholder 16"/>
          <p:cNvSpPr>
            <a:spLocks noGrp="1"/>
          </p:cNvSpPr>
          <p:nvPr>
            <p:ph sz="quarter" idx="22"/>
          </p:nvPr>
        </p:nvSpPr>
        <p:spPr>
          <a:xfrm>
            <a:off x="9144000" y="0"/>
            <a:ext cx="3048000" cy="6858000"/>
          </a:xfrm>
          <a:solidFill>
            <a:schemeClr val="tx2">
              <a:lumMod val="75000"/>
            </a:schemeClr>
          </a:solidFill>
        </p:spPr>
        <p:txBody>
          <a:bodyPr lIns="228600" tIns="192024" rIns="228600" bIns="228600"/>
          <a:lstStyle>
            <a:lvl1pPr>
              <a:defRPr sz="1867">
                <a:solidFill>
                  <a:schemeClr val="bg2"/>
                </a:solidFill>
              </a:defRPr>
            </a:lvl1pPr>
            <a:lvl2pPr>
              <a:defRPr sz="1467">
                <a:solidFill>
                  <a:schemeClr val="bg2"/>
                </a:solidFill>
              </a:defRPr>
            </a:lvl2pPr>
            <a:lvl3pPr>
              <a:defRPr sz="1467">
                <a:solidFill>
                  <a:schemeClr val="bg2"/>
                </a:solidFill>
              </a:defRPr>
            </a:lvl3pPr>
            <a:lvl4pPr>
              <a:defRPr sz="1467">
                <a:solidFill>
                  <a:schemeClr val="bg2"/>
                </a:solidFill>
              </a:defRPr>
            </a:lvl4pPr>
            <a:lvl5pPr>
              <a:defRPr sz="1467">
                <a:solidFill>
                  <a:schemeClr val="bg2"/>
                </a:solidFill>
              </a:defRPr>
            </a:lvl5pPr>
          </a:lstStyle>
          <a:p>
            <a:pPr lvl="0"/>
            <a:r>
              <a:rPr lang="en-US"/>
              <a:t>Edit Master text styles</a:t>
            </a:r>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01 May 2018 / © 2018 IBM Corporation</a:t>
            </a:r>
          </a:p>
        </p:txBody>
      </p:sp>
    </p:spTree>
  </p:cSld>
  <p:clrMapOvr>
    <a:masterClrMapping/>
  </p:clrMapOvr>
</p:sldLayout>
</file>

<file path=ppt/slideLayouts/slideLayout386.xml><?xml version="1.0" encoding="utf-8"?>
<p:sldLayout xmlns:a="http://schemas.openxmlformats.org/drawingml/2006/main" xmlns:r="http://schemas.openxmlformats.org/officeDocument/2006/relationships" xmlns:p="http://schemas.openxmlformats.org/presentationml/2006/main" preserve="1">
  <p:cSld name="graph">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93365"/>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01 May 2018 / © 2018 IBM Corporation</a:t>
            </a:r>
          </a:p>
        </p:txBody>
      </p:sp>
      <p:sp>
        <p:nvSpPr>
          <p:cNvPr id="6" name="Text Placeholder 5"/>
          <p:cNvSpPr>
            <a:spLocks noGrp="1"/>
          </p:cNvSpPr>
          <p:nvPr>
            <p:ph type="body" sz="quarter" idx="12"/>
          </p:nvPr>
        </p:nvSpPr>
        <p:spPr>
          <a:xfrm>
            <a:off x="304800" y="1463041"/>
            <a:ext cx="2438400" cy="4668593"/>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387.xml><?xml version="1.0" encoding="utf-8"?>
<p:sldLayout xmlns:a="http://schemas.openxmlformats.org/drawingml/2006/main" xmlns:r="http://schemas.openxmlformats.org/officeDocument/2006/relationships" xmlns:p="http://schemas.openxmlformats.org/presentationml/2006/main" preserve="1">
  <p:cSld name="title, text (1/4), content (3/4)">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93365"/>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01 May 2018 / © 2018 IBM Corporation</a:t>
            </a:r>
          </a:p>
        </p:txBody>
      </p:sp>
      <p:sp>
        <p:nvSpPr>
          <p:cNvPr id="7" name="Text Placeholder 6"/>
          <p:cNvSpPr>
            <a:spLocks noGrp="1"/>
          </p:cNvSpPr>
          <p:nvPr>
            <p:ph type="body" sz="quarter" idx="12"/>
          </p:nvPr>
        </p:nvSpPr>
        <p:spPr>
          <a:xfrm>
            <a:off x="304800" y="1488651"/>
            <a:ext cx="2438400" cy="4605867"/>
          </a:xfrm>
        </p:spPr>
        <p:txBody>
          <a:bodyPr/>
          <a:lstStyle>
            <a:lvl1pPr>
              <a:defRPr sz="1867"/>
            </a:lvl1pPr>
            <a:lvl2pPr>
              <a:defRPr sz="1467"/>
            </a:lvl2pPr>
            <a:lvl3pPr>
              <a:defRPr sz="1467"/>
            </a:lvl3pPr>
            <a:lvl4pPr>
              <a:defRPr sz="1467"/>
            </a:lvl4pPr>
            <a:lvl5pPr>
              <a:defRPr sz="14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8"/>
          <p:cNvSpPr>
            <a:spLocks noGrp="1"/>
          </p:cNvSpPr>
          <p:nvPr>
            <p:ph sz="quarter" idx="13"/>
          </p:nvPr>
        </p:nvSpPr>
        <p:spPr>
          <a:xfrm>
            <a:off x="3352800" y="889000"/>
            <a:ext cx="8534400" cy="509905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388.xml><?xml version="1.0" encoding="utf-8"?>
<p:sldLayout xmlns:a="http://schemas.openxmlformats.org/drawingml/2006/main" xmlns:r="http://schemas.openxmlformats.org/officeDocument/2006/relationships" xmlns:p="http://schemas.openxmlformats.org/presentationml/2006/main" preserve="1">
  <p:cSld name="title, text (1/4), blank (3/4)">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93365"/>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01 May 2018 / © 2018 IBM Corporation</a:t>
            </a:r>
          </a:p>
        </p:txBody>
      </p:sp>
      <p:sp>
        <p:nvSpPr>
          <p:cNvPr id="7" name="Text Placeholder 6"/>
          <p:cNvSpPr>
            <a:spLocks noGrp="1"/>
          </p:cNvSpPr>
          <p:nvPr>
            <p:ph type="body" sz="quarter" idx="12"/>
          </p:nvPr>
        </p:nvSpPr>
        <p:spPr>
          <a:xfrm>
            <a:off x="304800" y="1488651"/>
            <a:ext cx="2438400" cy="4605867"/>
          </a:xfrm>
        </p:spPr>
        <p:txBody>
          <a:bodyPr/>
          <a:lstStyle>
            <a:lvl1pPr>
              <a:defRPr sz="1867"/>
            </a:lvl1pPr>
            <a:lvl2pPr>
              <a:defRPr sz="1467"/>
            </a:lvl2pPr>
            <a:lvl3pPr>
              <a:defRPr sz="1467"/>
            </a:lvl3pPr>
            <a:lvl4pPr>
              <a:defRPr sz="1467"/>
            </a:lvl4pPr>
            <a:lvl5pPr>
              <a:defRPr sz="14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389.xml><?xml version="1.0" encoding="utf-8"?>
<p:sldLayout xmlns:a="http://schemas.openxmlformats.org/drawingml/2006/main" xmlns:r="http://schemas.openxmlformats.org/officeDocument/2006/relationships" xmlns:p="http://schemas.openxmlformats.org/presentationml/2006/main" preserve="1">
  <p:cSld name="case study: title, text (2/4), content (2/4)">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93365"/>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01 May 2018 / © 2018 IBM Corporation</a:t>
            </a:r>
          </a:p>
        </p:txBody>
      </p:sp>
      <p:sp>
        <p:nvSpPr>
          <p:cNvPr id="7" name="Text Placeholder 6"/>
          <p:cNvSpPr>
            <a:spLocks noGrp="1"/>
          </p:cNvSpPr>
          <p:nvPr>
            <p:ph type="body" sz="quarter" idx="12"/>
          </p:nvPr>
        </p:nvSpPr>
        <p:spPr>
          <a:xfrm>
            <a:off x="304800" y="1463040"/>
            <a:ext cx="2438400" cy="4669536"/>
          </a:xfrm>
        </p:spPr>
        <p:txBody>
          <a:bodyPr/>
          <a:lstStyle>
            <a:lvl1pPr>
              <a:defRPr sz="2133"/>
            </a:lvl1pPr>
            <a:lvl2pPr>
              <a:defRPr sz="1467"/>
            </a:lvl2pPr>
            <a:lvl3pPr>
              <a:defRPr sz="1467"/>
            </a:lvl3pPr>
            <a:lvl4pPr>
              <a:defRPr sz="1467"/>
            </a:lvl4pPr>
            <a:lvl5pPr>
              <a:defRPr sz="14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5"/>
          <p:cNvSpPr>
            <a:spLocks noGrp="1"/>
          </p:cNvSpPr>
          <p:nvPr>
            <p:ph type="body" sz="quarter" idx="13"/>
          </p:nvPr>
        </p:nvSpPr>
        <p:spPr>
          <a:xfrm>
            <a:off x="3352800" y="1499616"/>
            <a:ext cx="2438400" cy="4608576"/>
          </a:xfrm>
        </p:spPr>
        <p:txBody>
          <a:bodyPr/>
          <a:lstStyle>
            <a:lvl1pPr>
              <a:defRPr sz="1867"/>
            </a:lvl1pPr>
            <a:lvl2pPr marL="0" indent="0">
              <a:buNone/>
              <a:defRPr sz="1333"/>
            </a:lvl2pPr>
            <a:lvl3pPr>
              <a:defRPr sz="1333"/>
            </a:lvl3pPr>
            <a:lvl4pPr>
              <a:defRPr sz="1333"/>
            </a:lvl4pPr>
            <a:lvl5pPr>
              <a:defRPr sz="1333"/>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11"/>
          <p:cNvSpPr>
            <a:spLocks noGrp="1"/>
          </p:cNvSpPr>
          <p:nvPr>
            <p:ph type="pic" sz="quarter" idx="14"/>
          </p:nvPr>
        </p:nvSpPr>
        <p:spPr>
          <a:xfrm>
            <a:off x="6096000" y="0"/>
            <a:ext cx="6096000" cy="6858000"/>
          </a:xfrm>
        </p:spPr>
        <p:txBody>
          <a:bodyPr/>
          <a:lstStyle/>
          <a:p>
            <a:r>
              <a:rPr lang="en-US"/>
              <a:t>Click icon to add picture</a:t>
            </a:r>
          </a:p>
        </p:txBody>
      </p:sp>
    </p:spTree>
  </p:cSld>
  <p:clrMapOvr>
    <a:masterClrMapping/>
  </p:clrMapOvr>
</p:sldLayout>
</file>

<file path=ppt/slideLayouts/slideLayout390.xml><?xml version="1.0" encoding="utf-8"?>
<p:sldLayout xmlns:a="http://schemas.openxmlformats.org/drawingml/2006/main" xmlns:r="http://schemas.openxmlformats.org/officeDocument/2006/relationships" xmlns:p="http://schemas.openxmlformats.org/presentationml/2006/main" preserve="1">
  <p:cSld name="case study 2: title, text (2/4), quote (2/4)">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93365"/>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01 May 2018 / © 2018 IBM Corporation</a:t>
            </a:r>
          </a:p>
        </p:txBody>
      </p:sp>
      <p:sp>
        <p:nvSpPr>
          <p:cNvPr id="7" name="Text Placeholder 6"/>
          <p:cNvSpPr>
            <a:spLocks noGrp="1"/>
          </p:cNvSpPr>
          <p:nvPr>
            <p:ph type="body" sz="quarter" idx="12"/>
          </p:nvPr>
        </p:nvSpPr>
        <p:spPr>
          <a:xfrm>
            <a:off x="304800" y="1463040"/>
            <a:ext cx="2438400" cy="4669536"/>
          </a:xfrm>
        </p:spPr>
        <p:txBody>
          <a:bodyPr/>
          <a:lstStyle>
            <a:lvl1pPr>
              <a:defRPr sz="2133"/>
            </a:lvl1pPr>
            <a:lvl2pPr>
              <a:defRPr sz="1467"/>
            </a:lvl2pPr>
            <a:lvl3pPr>
              <a:defRPr sz="1467"/>
            </a:lvl3pPr>
            <a:lvl4pPr>
              <a:defRPr sz="1467"/>
            </a:lvl4pPr>
            <a:lvl5pPr>
              <a:defRPr sz="14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5"/>
          <p:cNvSpPr>
            <a:spLocks noGrp="1"/>
          </p:cNvSpPr>
          <p:nvPr>
            <p:ph type="body" sz="quarter" idx="13"/>
          </p:nvPr>
        </p:nvSpPr>
        <p:spPr>
          <a:xfrm>
            <a:off x="3352800" y="1488017"/>
            <a:ext cx="2438400" cy="4608576"/>
          </a:xfrm>
        </p:spPr>
        <p:txBody>
          <a:bodyPr/>
          <a:lstStyle>
            <a:lvl1pPr>
              <a:defRPr sz="1867"/>
            </a:lvl1pPr>
            <a:lvl2pPr marL="0" indent="0">
              <a:buNone/>
              <a:defRPr sz="1333"/>
            </a:lvl2pPr>
            <a:lvl3pPr>
              <a:defRPr sz="1333"/>
            </a:lvl3pPr>
            <a:lvl4pPr>
              <a:defRPr sz="1333"/>
            </a:lvl4pPr>
            <a:lvl5pPr>
              <a:defRPr sz="1333"/>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8"/>
          <p:cNvSpPr>
            <a:spLocks noGrp="1"/>
          </p:cNvSpPr>
          <p:nvPr>
            <p:ph type="body" sz="quarter" idx="14"/>
          </p:nvPr>
        </p:nvSpPr>
        <p:spPr>
          <a:xfrm>
            <a:off x="6267189" y="1402080"/>
            <a:ext cx="5620011" cy="4608576"/>
          </a:xfrm>
        </p:spPr>
        <p:txBody>
          <a:bodyPr/>
          <a:lstStyle>
            <a:lvl1pPr marL="156629" indent="-156629">
              <a:tabLst/>
              <a:defRPr sz="3200"/>
            </a:lvl1pPr>
            <a:lvl2pPr marL="0" indent="0">
              <a:buNone/>
              <a:defRPr sz="1467"/>
            </a:lvl2pPr>
            <a:lvl3pPr>
              <a:defRPr sz="1467"/>
            </a:lvl3pPr>
            <a:lvl4pPr>
              <a:defRPr sz="1467"/>
            </a:lvl4pPr>
            <a:lvl5pPr>
              <a:defRPr sz="14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391.xml><?xml version="1.0" encoding="utf-8"?>
<p:sldLayout xmlns:a="http://schemas.openxmlformats.org/drawingml/2006/main" xmlns:r="http://schemas.openxmlformats.org/officeDocument/2006/relationships" xmlns:p="http://schemas.openxmlformats.org/presentationml/2006/main" preserve="1">
  <p:cSld name="table">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01 May 2018 / © 2018 IBM Corporation</a:t>
            </a:r>
          </a:p>
        </p:txBody>
      </p:sp>
      <p:sp>
        <p:nvSpPr>
          <p:cNvPr id="6" name="Text Placeholder 5"/>
          <p:cNvSpPr>
            <a:spLocks noGrp="1"/>
          </p:cNvSpPr>
          <p:nvPr>
            <p:ph type="body" sz="quarter" idx="12"/>
          </p:nvPr>
        </p:nvSpPr>
        <p:spPr>
          <a:xfrm>
            <a:off x="304800" y="256033"/>
            <a:ext cx="2438400" cy="5878660"/>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able Placeholder 6"/>
          <p:cNvSpPr>
            <a:spLocks noGrp="1"/>
          </p:cNvSpPr>
          <p:nvPr>
            <p:ph type="tbl" sz="quarter" idx="13"/>
          </p:nvPr>
        </p:nvSpPr>
        <p:spPr>
          <a:xfrm>
            <a:off x="3352800" y="300567"/>
            <a:ext cx="8534400" cy="6129867"/>
          </a:xfrm>
        </p:spPr>
        <p:txBody>
          <a:bodyPr/>
          <a:lstStyle/>
          <a:p>
            <a:r>
              <a:rPr lang="en-US"/>
              <a:t>Click icon to add table</a:t>
            </a:r>
          </a:p>
        </p:txBody>
      </p:sp>
    </p:spTree>
  </p:cSld>
  <p:clrMapOvr>
    <a:masterClrMapping/>
  </p:clrMapOvr>
</p:sldLayout>
</file>

<file path=ppt/slideLayouts/slideLayout392.xml><?xml version="1.0" encoding="utf-8"?>
<p:sldLayout xmlns:a="http://schemas.openxmlformats.org/drawingml/2006/main" xmlns:r="http://schemas.openxmlformats.org/officeDocument/2006/relationships" xmlns:p="http://schemas.openxmlformats.org/presentationml/2006/main" preserve="1">
  <p:cSld name="blank (with footer)">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01 May 2018 / © 2018 IBM Corporation</a:t>
            </a:r>
          </a:p>
        </p:txBody>
      </p:sp>
    </p:spTree>
  </p:cSld>
  <p:clrMapOvr>
    <a:masterClrMapping/>
  </p:clrMapOvr>
</p:sldLayout>
</file>

<file path=ppt/slideLayouts/slideLayout393.xml><?xml version="1.0" encoding="utf-8"?>
<p:sldLayout xmlns:a="http://schemas.openxmlformats.org/drawingml/2006/main" xmlns:r="http://schemas.openxmlformats.org/officeDocument/2006/relationships" xmlns:p="http://schemas.openxmlformats.org/presentationml/2006/main" preserve="1">
  <p:cSld name="blank (no footer)">
    <p:spTree>
      <p:nvGrpSpPr>
        <p:cNvPr id="1" name=""/>
        <p:cNvGrpSpPr/>
        <p:nvPr/>
      </p:nvGrpSpPr>
      <p:grpSpPr>
        <a:xfrm>
          <a:off x="0" y="0"/>
          <a:ext cx="0" cy="0"/>
          <a:chOff x="0" y="0"/>
          <a:chExt cx="0" cy="0"/>
        </a:xfrm>
      </p:grpSpPr>
    </p:spTree>
  </p:cSld>
  <p:clrMapOvr>
    <a:masterClrMapping/>
  </p:clrMapOvr>
</p:sldLayout>
</file>

<file path=ppt/slideLayouts/slideLayout394.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itle 1"/>
          <p:cNvSpPr>
            <a:spLocks noGrp="1"/>
          </p:cNvSpPr>
          <p:nvPr>
            <p:ph type="title"/>
          </p:nvPr>
        </p:nvSpPr>
        <p:spPr>
          <a:xfrm>
            <a:off x="304800" y="268224"/>
            <a:ext cx="5486400" cy="1140968"/>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D0BE6F14-FF48-0F4F-A8AA-2E3F25371E4A}"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de-DE">
                <a:solidFill>
                  <a:srgbClr val="FFFFFF"/>
                </a:solidFill>
              </a:rPr>
              <a:t>IBM Cloud / 01 May 2018 / © 2018 IBM Corporation</a:t>
            </a:r>
            <a:endParaRPr lang="en-US">
              <a:solidFill>
                <a:srgbClr val="FFFFFF"/>
              </a:solidFill>
            </a:endParaRPr>
          </a:p>
        </p:txBody>
      </p:sp>
      <p:sp>
        <p:nvSpPr>
          <p:cNvPr id="6" name="Text Placeholder 5"/>
          <p:cNvSpPr>
            <a:spLocks noGrp="1"/>
          </p:cNvSpPr>
          <p:nvPr>
            <p:ph type="body" sz="quarter" idx="12"/>
          </p:nvPr>
        </p:nvSpPr>
        <p:spPr>
          <a:xfrm>
            <a:off x="304800" y="1524000"/>
            <a:ext cx="5486400" cy="4779264"/>
          </a:xfrm>
        </p:spPr>
        <p:txBody>
          <a:bodyPr/>
          <a:lstStyle>
            <a:lvl1pPr marL="0" indent="0">
              <a:spcBef>
                <a:spcPts val="0"/>
              </a:spcBef>
              <a:tabLst>
                <a:tab pos="5253435" algn="dec"/>
              </a:tabLst>
              <a:defRPr sz="1467"/>
            </a:lvl1pPr>
            <a:lvl2pPr marL="230712" indent="-230712">
              <a:spcBef>
                <a:spcPts val="0"/>
              </a:spcBef>
              <a:tabLst/>
              <a:defRPr/>
            </a:lvl2pPr>
            <a:lvl3pPr>
              <a:spcBef>
                <a:spcPts val="0"/>
              </a:spcBef>
              <a:defRPr/>
            </a:lvl3pPr>
            <a:lvl4pPr>
              <a:spcBef>
                <a:spcPts val="0"/>
              </a:spcBef>
              <a:defRPr/>
            </a:lvl4pPr>
            <a:lvl5pPr>
              <a:spcBef>
                <a:spcPts val="0"/>
              </a:spcBef>
              <a:defRPr/>
            </a:lvl5pPr>
          </a:lstStyle>
          <a:p>
            <a:pPr marL="0" marR="0" lvl="0" indent="0" algn="l" defTabSz="609585" rtl="0" eaLnBrk="1" fontAlgn="auto" latinLnBrk="0" hangingPunct="1">
              <a:lnSpc>
                <a:spcPct val="100000"/>
              </a:lnSpc>
              <a:spcBef>
                <a:spcPts val="0"/>
              </a:spcBef>
              <a:spcAft>
                <a:spcPts val="0"/>
              </a:spcAft>
              <a:buClrTx/>
              <a:buSzTx/>
              <a:buFont typeface="Arial"/>
              <a:buNone/>
              <a:tabLst>
                <a:tab pos="5364346" algn="r"/>
              </a:tabLst>
              <a:defRPr/>
            </a:pPr>
            <a:r>
              <a:rPr lang="en-US"/>
              <a:t>Edit Master text styles</a:t>
            </a:r>
          </a:p>
        </p:txBody>
      </p:sp>
    </p:spTree>
  </p:cSld>
  <p:clrMapOvr>
    <a:masterClrMapping/>
  </p:clrMapOvr>
</p:sldLayout>
</file>

<file path=ppt/slideLayouts/slideLayout395.xml><?xml version="1.0" encoding="utf-8"?>
<p:sldLayout xmlns:a="http://schemas.openxmlformats.org/drawingml/2006/main" xmlns:r="http://schemas.openxmlformats.org/officeDocument/2006/relationships" xmlns:p="http://schemas.openxmlformats.org/presentationml/2006/main" preserve="1">
  <p:cSld name="ibm sign-off">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3FD999D4-B456-9943-89B7-30D56181CE18}" type="slidenum">
              <a:rPr lang="en-US" smtClean="0">
                <a:solidFill>
                  <a:srgbClr val="FFFFFF"/>
                </a:solidFill>
              </a:rPr>
              <a:pPr/>
              <a:t>‹#›</a:t>
            </a:fld>
            <a:endParaRPr lang="en-US">
              <a:solidFill>
                <a:srgbClr val="FFFFFF"/>
              </a:solidFill>
            </a:endParaRPr>
          </a:p>
        </p:txBody>
      </p:sp>
      <p:sp>
        <p:nvSpPr>
          <p:cNvPr id="4" name="Footer Placeholder 3"/>
          <p:cNvSpPr>
            <a:spLocks noGrp="1"/>
          </p:cNvSpPr>
          <p:nvPr>
            <p:ph type="ftr" sz="quarter" idx="11"/>
          </p:nvPr>
        </p:nvSpPr>
        <p:spPr/>
        <p:txBody>
          <a:bodyPr/>
          <a:lstStyle/>
          <a:p>
            <a:r>
              <a:rPr lang="en-US">
                <a:solidFill>
                  <a:srgbClr val="FFFFFF"/>
                </a:solidFill>
              </a:rPr>
              <a:t>IBM Cloud / 01 May 2018 / © 2018 IBM Corporation</a:t>
            </a:r>
          </a:p>
        </p:txBody>
      </p:sp>
      <p:pic>
        <p:nvPicPr>
          <p:cNvPr id="7" name="Picture 6"/>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5234604" y="2914867"/>
            <a:ext cx="1722792" cy="701463"/>
          </a:xfrm>
          <a:prstGeom prst="rect">
            <a:avLst/>
          </a:prstGeom>
        </p:spPr>
      </p:pic>
    </p:spTree>
  </p:cSld>
  <p:clrMapOvr>
    <a:masterClrMapping/>
  </p:clrMapOvr>
</p:sldLayout>
</file>

<file path=ppt/slideLayouts/slideLayout396.xml><?xml version="1.0" encoding="utf-8"?>
<p:sldLayout xmlns:a="http://schemas.openxmlformats.org/drawingml/2006/main" xmlns:r="http://schemas.openxmlformats.org/officeDocument/2006/relationships" xmlns:p="http://schemas.openxmlformats.org/presentationml/2006/main" type="obj">
  <p:cSld name="Title (1/4) + content (1-column)">
    <p:spTree>
      <p:nvGrpSpPr>
        <p:cNvPr id="1" name=""/>
        <p:cNvGrpSpPr/>
        <p:nvPr/>
      </p:nvGrpSpPr>
      <p:grpSpPr>
        <a:xfrm>
          <a:off x="0" y="0"/>
          <a:ext cx="0" cy="0"/>
          <a:chOff x="0" y="0"/>
          <a:chExt cx="0" cy="0"/>
        </a:xfrm>
      </p:grpSpPr>
      <p:sp>
        <p:nvSpPr>
          <p:cNvPr id="2" name="Title 1"/>
          <p:cNvSpPr>
            <a:spLocks noGrp="1"/>
          </p:cNvSpPr>
          <p:nvPr>
            <p:ph type="title"/>
          </p:nvPr>
        </p:nvSpPr>
        <p:spPr>
          <a:xfrm>
            <a:off x="304800" y="231648"/>
            <a:ext cx="2804160" cy="5791200"/>
          </a:xfrm>
        </p:spPr>
        <p:txBody>
          <a:bodyPr/>
          <a:lstStyle/>
          <a:p>
            <a:r>
              <a:rPr lang="en-US" dirty="0"/>
              <a:t>Click to edit Master title style</a:t>
            </a:r>
          </a:p>
        </p:txBody>
      </p:sp>
      <p:sp>
        <p:nvSpPr>
          <p:cNvPr id="3" name="Content Placeholder 2"/>
          <p:cNvSpPr>
            <a:spLocks noGrp="1"/>
          </p:cNvSpPr>
          <p:nvPr>
            <p:ph idx="1"/>
          </p:nvPr>
        </p:nvSpPr>
        <p:spPr>
          <a:xfrm>
            <a:off x="3218690" y="231648"/>
            <a:ext cx="8502548" cy="5791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838200" y="6356351"/>
            <a:ext cx="2743200" cy="365125"/>
          </a:xfrm>
          <a:prstGeom prst="rect">
            <a:avLst/>
          </a:prstGeom>
        </p:spPr>
        <p:txBody>
          <a:bodyPr/>
          <a:lstStyle/>
          <a:p>
            <a:pPr defTabSz="914377"/>
            <a:endParaRPr lang="en-US">
              <a:solidFill>
                <a:srgbClr val="000000"/>
              </a:solidFill>
            </a:endParaRPr>
          </a:p>
        </p:txBody>
      </p:sp>
      <p:sp>
        <p:nvSpPr>
          <p:cNvPr id="5" name="Footer Placeholder 4"/>
          <p:cNvSpPr>
            <a:spLocks noGrp="1"/>
          </p:cNvSpPr>
          <p:nvPr>
            <p:ph type="ftr" sz="quarter" idx="11"/>
          </p:nvPr>
        </p:nvSpPr>
        <p:spPr/>
        <p:txBody>
          <a:bodyPr/>
          <a:lstStyle/>
          <a:p>
            <a:r>
              <a:rPr lang="en-US">
                <a:solidFill>
                  <a:srgbClr val="FFFFFF"/>
                </a:solidFill>
              </a:rPr>
              <a:t>IBM Cloud / 01 May 2018 / © 2018 IBM Corporation</a:t>
            </a:r>
          </a:p>
        </p:txBody>
      </p:sp>
      <p:sp>
        <p:nvSpPr>
          <p:cNvPr id="6" name="Slide Number Placeholder 5"/>
          <p:cNvSpPr>
            <a:spLocks noGrp="1"/>
          </p:cNvSpPr>
          <p:nvPr>
            <p:ph type="sldNum" sz="quarter" idx="12"/>
          </p:nvPr>
        </p:nvSpPr>
        <p:spPr/>
        <p:txBody>
          <a:bodyPr/>
          <a:lstStyle/>
          <a:p>
            <a:fld id="{E4DBDE34-E9B5-E04F-B662-69720E4BCB53}" type="slidenum">
              <a:rPr lang="en-US" smtClean="0">
                <a:solidFill>
                  <a:srgbClr val="FFFFFF"/>
                </a:solidFill>
              </a:rPr>
              <a:pPr/>
              <a:t>‹#›</a:t>
            </a:fld>
            <a:endParaRPr lang="en-US">
              <a:solidFill>
                <a:srgbClr val="FFFFFF"/>
              </a:solidFill>
            </a:endParaRPr>
          </a:p>
        </p:txBody>
      </p:sp>
    </p:spTree>
  </p:cSld>
  <p:clrMapOvr>
    <a:masterClrMapping/>
  </p:clrMapOvr>
</p:sldLayout>
</file>

<file path=ppt/slideLayouts/slideLayout39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631" y="2123222"/>
            <a:ext cx="10169007" cy="1467356"/>
          </a:xfrm>
          <a:prstGeom prst="rect">
            <a:avLst/>
          </a:prstGeom>
        </p:spPr>
        <p:txBody>
          <a:bodyPr/>
          <a:lstStyle/>
          <a:p>
            <a:r>
              <a:t>Click to edit Master title style</a:t>
            </a:r>
          </a:p>
        </p:txBody>
      </p:sp>
      <p:sp>
        <p:nvSpPr>
          <p:cNvPr id="3" name="Subtitle 2"/>
          <p:cNvSpPr>
            <a:spLocks noGrp="1"/>
          </p:cNvSpPr>
          <p:nvPr>
            <p:ph type="subTitle" idx="1"/>
          </p:nvPr>
        </p:nvSpPr>
        <p:spPr>
          <a:xfrm>
            <a:off x="1825151" y="3896591"/>
            <a:ext cx="8507053" cy="1724720"/>
          </a:xfrm>
          <a:prstGeom prst="rect">
            <a:avLst/>
          </a:prstGeom>
        </p:spPr>
        <p:txBody>
          <a:bodyPr/>
          <a:lstStyle>
            <a:lvl1pPr marL="0" indent="0" algn="ctr">
              <a:buNone/>
              <a:defRPr>
                <a:solidFill>
                  <a:schemeClr val="tx1">
                    <a:tint val="75000"/>
                  </a:schemeClr>
                </a:solidFill>
              </a:defRPr>
            </a:lvl1pPr>
            <a:lvl2pPr marL="443754" indent="0" algn="ctr">
              <a:buNone/>
              <a:defRPr>
                <a:solidFill>
                  <a:schemeClr val="tx1">
                    <a:tint val="75000"/>
                  </a:schemeClr>
                </a:solidFill>
              </a:defRPr>
            </a:lvl2pPr>
            <a:lvl3pPr marL="887508" indent="0" algn="ctr">
              <a:buNone/>
              <a:defRPr>
                <a:solidFill>
                  <a:schemeClr val="tx1">
                    <a:tint val="75000"/>
                  </a:schemeClr>
                </a:solidFill>
              </a:defRPr>
            </a:lvl3pPr>
            <a:lvl4pPr marL="1330597" indent="0" algn="ctr">
              <a:buNone/>
              <a:defRPr>
                <a:solidFill>
                  <a:schemeClr val="tx1">
                    <a:tint val="75000"/>
                  </a:schemeClr>
                </a:solidFill>
              </a:defRPr>
            </a:lvl4pPr>
            <a:lvl5pPr marL="1775017" indent="0" algn="ctr">
              <a:buNone/>
              <a:defRPr>
                <a:solidFill>
                  <a:schemeClr val="tx1">
                    <a:tint val="75000"/>
                  </a:schemeClr>
                </a:solidFill>
              </a:defRPr>
            </a:lvl5pPr>
            <a:lvl6pPr marL="2218771" indent="0" algn="ctr">
              <a:buNone/>
              <a:defRPr>
                <a:solidFill>
                  <a:schemeClr val="tx1">
                    <a:tint val="75000"/>
                  </a:schemeClr>
                </a:solidFill>
              </a:defRPr>
            </a:lvl6pPr>
            <a:lvl7pPr marL="2665191" indent="0" algn="ctr">
              <a:buNone/>
              <a:defRPr>
                <a:solidFill>
                  <a:schemeClr val="tx1">
                    <a:tint val="75000"/>
                  </a:schemeClr>
                </a:solidFill>
              </a:defRPr>
            </a:lvl7pPr>
            <a:lvl8pPr marL="3103178" indent="0" algn="ctr">
              <a:buNone/>
              <a:defRPr>
                <a:solidFill>
                  <a:schemeClr val="tx1">
                    <a:tint val="75000"/>
                  </a:schemeClr>
                </a:solidFill>
              </a:defRPr>
            </a:lvl8pPr>
            <a:lvl9pPr marL="3550034" indent="0" algn="ctr">
              <a:buNone/>
              <a:defRPr>
                <a:solidFill>
                  <a:schemeClr val="tx1">
                    <a:tint val="75000"/>
                  </a:schemeClr>
                </a:solidFill>
              </a:defRPr>
            </a:lvl9pPr>
          </a:lstStyle>
          <a:p>
            <a:r>
              <a:t>Click to edit Master subtitle style</a:t>
            </a:r>
          </a:p>
        </p:txBody>
      </p:sp>
      <p:sp>
        <p:nvSpPr>
          <p:cNvPr id="4" name="Date Placeholder 3"/>
          <p:cNvSpPr>
            <a:spLocks noGrp="1"/>
          </p:cNvSpPr>
          <p:nvPr>
            <p:ph type="dt" sz="half" idx="10"/>
          </p:nvPr>
        </p:nvSpPr>
        <p:spPr>
          <a:xfrm>
            <a:off x="609600" y="6309360"/>
            <a:ext cx="2840736" cy="411480"/>
          </a:xfrm>
          <a:prstGeom prst="rect">
            <a:avLst/>
          </a:prstGeom>
        </p:spPr>
        <p:txBody>
          <a:bodyPr/>
          <a:lstStyle/>
          <a:p>
            <a:endParaRPr dirty="0"/>
          </a:p>
        </p:txBody>
      </p:sp>
      <p:sp>
        <p:nvSpPr>
          <p:cNvPr id="5" name="Footer Placeholder 4"/>
          <p:cNvSpPr>
            <a:spLocks noGrp="1"/>
          </p:cNvSpPr>
          <p:nvPr>
            <p:ph type="ftr" sz="quarter" idx="11"/>
          </p:nvPr>
        </p:nvSpPr>
        <p:spPr>
          <a:xfrm>
            <a:off x="4157472" y="6309360"/>
            <a:ext cx="3864864" cy="411480"/>
          </a:xfrm>
          <a:prstGeom prst="rect">
            <a:avLst/>
          </a:prstGeom>
        </p:spPr>
        <p:txBody>
          <a:bodyPr/>
          <a:lstStyle/>
          <a:p>
            <a:r>
              <a:rPr lang="en-US" dirty="0"/>
              <a:t>IBM Cloud / © 2019 IBM Corporation</a:t>
            </a:r>
            <a:endParaRPr dirty="0"/>
          </a:p>
        </p:txBody>
      </p:sp>
      <p:sp>
        <p:nvSpPr>
          <p:cNvPr id="6" name="Slide Number Placeholder 5"/>
          <p:cNvSpPr>
            <a:spLocks noGrp="1"/>
          </p:cNvSpPr>
          <p:nvPr>
            <p:ph type="sldNum" sz="quarter" idx="12"/>
          </p:nvPr>
        </p:nvSpPr>
        <p:spPr>
          <a:xfrm>
            <a:off x="8729472" y="6309360"/>
            <a:ext cx="2852928" cy="411480"/>
          </a:xfrm>
          <a:prstGeom prst="rect">
            <a:avLst/>
          </a:prstGeom>
        </p:spPr>
        <p:txBody>
          <a:bodyPr/>
          <a:lstStyle/>
          <a:p>
            <a:fld id="{BC74DAED-263C-BCEE-534C-51A00D448ACA}" type="slidenum">
              <a:rPr/>
              <a:t>‹#›</a:t>
            </a:fld>
            <a:endParaRPr dirty="0"/>
          </a:p>
        </p:txBody>
      </p:sp>
    </p:spTree>
    <p:extLst>
      <p:ext uri="{BB962C8B-B14F-4D97-AF65-F5344CB8AC3E}">
        <p14:creationId xmlns:p14="http://schemas.microsoft.com/office/powerpoint/2010/main" val="296627663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slideLayout" Target="../slideLayouts/slideLayout50.xml"/><Relationship Id="rId18" Type="http://schemas.openxmlformats.org/officeDocument/2006/relationships/slideLayout" Target="../slideLayouts/slideLayout55.xml"/><Relationship Id="rId26" Type="http://schemas.openxmlformats.org/officeDocument/2006/relationships/slideLayout" Target="../slideLayouts/slideLayout63.xml"/><Relationship Id="rId3" Type="http://schemas.openxmlformats.org/officeDocument/2006/relationships/slideLayout" Target="../slideLayouts/slideLayout40.xml"/><Relationship Id="rId21" Type="http://schemas.openxmlformats.org/officeDocument/2006/relationships/slideLayout" Target="../slideLayouts/slideLayout58.xml"/><Relationship Id="rId7" Type="http://schemas.openxmlformats.org/officeDocument/2006/relationships/slideLayout" Target="../slideLayouts/slideLayout44.xml"/><Relationship Id="rId12" Type="http://schemas.openxmlformats.org/officeDocument/2006/relationships/slideLayout" Target="../slideLayouts/slideLayout49.xml"/><Relationship Id="rId17" Type="http://schemas.openxmlformats.org/officeDocument/2006/relationships/slideLayout" Target="../slideLayouts/slideLayout54.xml"/><Relationship Id="rId25" Type="http://schemas.openxmlformats.org/officeDocument/2006/relationships/slideLayout" Target="../slideLayouts/slideLayout62.xml"/><Relationship Id="rId2" Type="http://schemas.openxmlformats.org/officeDocument/2006/relationships/slideLayout" Target="../slideLayouts/slideLayout39.xml"/><Relationship Id="rId16" Type="http://schemas.openxmlformats.org/officeDocument/2006/relationships/slideLayout" Target="../slideLayouts/slideLayout53.xml"/><Relationship Id="rId20" Type="http://schemas.openxmlformats.org/officeDocument/2006/relationships/slideLayout" Target="../slideLayouts/slideLayout57.xml"/><Relationship Id="rId29" Type="http://schemas.openxmlformats.org/officeDocument/2006/relationships/theme" Target="../theme/theme2.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24" Type="http://schemas.openxmlformats.org/officeDocument/2006/relationships/slideLayout" Target="../slideLayouts/slideLayout61.xml"/><Relationship Id="rId5" Type="http://schemas.openxmlformats.org/officeDocument/2006/relationships/slideLayout" Target="../slideLayouts/slideLayout42.xml"/><Relationship Id="rId15" Type="http://schemas.openxmlformats.org/officeDocument/2006/relationships/slideLayout" Target="../slideLayouts/slideLayout52.xml"/><Relationship Id="rId23" Type="http://schemas.openxmlformats.org/officeDocument/2006/relationships/slideLayout" Target="../slideLayouts/slideLayout60.xml"/><Relationship Id="rId28" Type="http://schemas.openxmlformats.org/officeDocument/2006/relationships/slideLayout" Target="../slideLayouts/slideLayout65.xml"/><Relationship Id="rId10" Type="http://schemas.openxmlformats.org/officeDocument/2006/relationships/slideLayout" Target="../slideLayouts/slideLayout47.xml"/><Relationship Id="rId19" Type="http://schemas.openxmlformats.org/officeDocument/2006/relationships/slideLayout" Target="../slideLayouts/slideLayout56.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slideLayout" Target="../slideLayouts/slideLayout51.xml"/><Relationship Id="rId22" Type="http://schemas.openxmlformats.org/officeDocument/2006/relationships/slideLayout" Target="../slideLayouts/slideLayout59.xml"/><Relationship Id="rId27" Type="http://schemas.openxmlformats.org/officeDocument/2006/relationships/slideLayout" Target="../slideLayouts/slideLayout64.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78.xml"/><Relationship Id="rId18" Type="http://schemas.openxmlformats.org/officeDocument/2006/relationships/slideLayout" Target="../slideLayouts/slideLayout83.xml"/><Relationship Id="rId26" Type="http://schemas.openxmlformats.org/officeDocument/2006/relationships/slideLayout" Target="../slideLayouts/slideLayout91.xml"/><Relationship Id="rId39" Type="http://schemas.openxmlformats.org/officeDocument/2006/relationships/theme" Target="../theme/theme3.xml"/><Relationship Id="rId21" Type="http://schemas.openxmlformats.org/officeDocument/2006/relationships/slideLayout" Target="../slideLayouts/slideLayout86.xml"/><Relationship Id="rId34" Type="http://schemas.openxmlformats.org/officeDocument/2006/relationships/slideLayout" Target="../slideLayouts/slideLayout99.xml"/><Relationship Id="rId7" Type="http://schemas.openxmlformats.org/officeDocument/2006/relationships/slideLayout" Target="../slideLayouts/slideLayout72.xml"/><Relationship Id="rId12" Type="http://schemas.openxmlformats.org/officeDocument/2006/relationships/slideLayout" Target="../slideLayouts/slideLayout77.xml"/><Relationship Id="rId17" Type="http://schemas.openxmlformats.org/officeDocument/2006/relationships/slideLayout" Target="../slideLayouts/slideLayout82.xml"/><Relationship Id="rId25" Type="http://schemas.openxmlformats.org/officeDocument/2006/relationships/slideLayout" Target="../slideLayouts/slideLayout90.xml"/><Relationship Id="rId33" Type="http://schemas.openxmlformats.org/officeDocument/2006/relationships/slideLayout" Target="../slideLayouts/slideLayout98.xml"/><Relationship Id="rId38" Type="http://schemas.openxmlformats.org/officeDocument/2006/relationships/slideLayout" Target="../slideLayouts/slideLayout103.xml"/><Relationship Id="rId2" Type="http://schemas.openxmlformats.org/officeDocument/2006/relationships/slideLayout" Target="../slideLayouts/slideLayout67.xml"/><Relationship Id="rId16" Type="http://schemas.openxmlformats.org/officeDocument/2006/relationships/slideLayout" Target="../slideLayouts/slideLayout81.xml"/><Relationship Id="rId20" Type="http://schemas.openxmlformats.org/officeDocument/2006/relationships/slideLayout" Target="../slideLayouts/slideLayout85.xml"/><Relationship Id="rId29" Type="http://schemas.openxmlformats.org/officeDocument/2006/relationships/slideLayout" Target="../slideLayouts/slideLayout94.xml"/><Relationship Id="rId1" Type="http://schemas.openxmlformats.org/officeDocument/2006/relationships/slideLayout" Target="../slideLayouts/slideLayout66.xml"/><Relationship Id="rId6" Type="http://schemas.openxmlformats.org/officeDocument/2006/relationships/slideLayout" Target="../slideLayouts/slideLayout71.xml"/><Relationship Id="rId11" Type="http://schemas.openxmlformats.org/officeDocument/2006/relationships/slideLayout" Target="../slideLayouts/slideLayout76.xml"/><Relationship Id="rId24" Type="http://schemas.openxmlformats.org/officeDocument/2006/relationships/slideLayout" Target="../slideLayouts/slideLayout89.xml"/><Relationship Id="rId32" Type="http://schemas.openxmlformats.org/officeDocument/2006/relationships/slideLayout" Target="../slideLayouts/slideLayout97.xml"/><Relationship Id="rId37" Type="http://schemas.openxmlformats.org/officeDocument/2006/relationships/slideLayout" Target="../slideLayouts/slideLayout102.xml"/><Relationship Id="rId5" Type="http://schemas.openxmlformats.org/officeDocument/2006/relationships/slideLayout" Target="../slideLayouts/slideLayout70.xml"/><Relationship Id="rId15" Type="http://schemas.openxmlformats.org/officeDocument/2006/relationships/slideLayout" Target="../slideLayouts/slideLayout80.xml"/><Relationship Id="rId23" Type="http://schemas.openxmlformats.org/officeDocument/2006/relationships/slideLayout" Target="../slideLayouts/slideLayout88.xml"/><Relationship Id="rId28" Type="http://schemas.openxmlformats.org/officeDocument/2006/relationships/slideLayout" Target="../slideLayouts/slideLayout93.xml"/><Relationship Id="rId36" Type="http://schemas.openxmlformats.org/officeDocument/2006/relationships/slideLayout" Target="../slideLayouts/slideLayout101.xml"/><Relationship Id="rId10" Type="http://schemas.openxmlformats.org/officeDocument/2006/relationships/slideLayout" Target="../slideLayouts/slideLayout75.xml"/><Relationship Id="rId19" Type="http://schemas.openxmlformats.org/officeDocument/2006/relationships/slideLayout" Target="../slideLayouts/slideLayout84.xml"/><Relationship Id="rId31" Type="http://schemas.openxmlformats.org/officeDocument/2006/relationships/slideLayout" Target="../slideLayouts/slideLayout96.xml"/><Relationship Id="rId4" Type="http://schemas.openxmlformats.org/officeDocument/2006/relationships/slideLayout" Target="../slideLayouts/slideLayout69.xml"/><Relationship Id="rId9" Type="http://schemas.openxmlformats.org/officeDocument/2006/relationships/slideLayout" Target="../slideLayouts/slideLayout74.xml"/><Relationship Id="rId14" Type="http://schemas.openxmlformats.org/officeDocument/2006/relationships/slideLayout" Target="../slideLayouts/slideLayout79.xml"/><Relationship Id="rId22" Type="http://schemas.openxmlformats.org/officeDocument/2006/relationships/slideLayout" Target="../slideLayouts/slideLayout87.xml"/><Relationship Id="rId27" Type="http://schemas.openxmlformats.org/officeDocument/2006/relationships/slideLayout" Target="../slideLayouts/slideLayout92.xml"/><Relationship Id="rId30" Type="http://schemas.openxmlformats.org/officeDocument/2006/relationships/slideLayout" Target="../slideLayouts/slideLayout95.xml"/><Relationship Id="rId35" Type="http://schemas.openxmlformats.org/officeDocument/2006/relationships/slideLayout" Target="../slideLayouts/slideLayout100.xml"/><Relationship Id="rId8" Type="http://schemas.openxmlformats.org/officeDocument/2006/relationships/slideLayout" Target="../slideLayouts/slideLayout73.xml"/><Relationship Id="rId3" Type="http://schemas.openxmlformats.org/officeDocument/2006/relationships/slideLayout" Target="../slideLayouts/slideLayout68.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116.xml"/><Relationship Id="rId18" Type="http://schemas.openxmlformats.org/officeDocument/2006/relationships/slideLayout" Target="../slideLayouts/slideLayout121.xml"/><Relationship Id="rId26" Type="http://schemas.openxmlformats.org/officeDocument/2006/relationships/slideLayout" Target="../slideLayouts/slideLayout129.xml"/><Relationship Id="rId39" Type="http://schemas.openxmlformats.org/officeDocument/2006/relationships/slideLayout" Target="../slideLayouts/slideLayout142.xml"/><Relationship Id="rId21" Type="http://schemas.openxmlformats.org/officeDocument/2006/relationships/slideLayout" Target="../slideLayouts/slideLayout124.xml"/><Relationship Id="rId34" Type="http://schemas.openxmlformats.org/officeDocument/2006/relationships/slideLayout" Target="../slideLayouts/slideLayout137.xml"/><Relationship Id="rId7" Type="http://schemas.openxmlformats.org/officeDocument/2006/relationships/slideLayout" Target="../slideLayouts/slideLayout110.xml"/><Relationship Id="rId12" Type="http://schemas.openxmlformats.org/officeDocument/2006/relationships/slideLayout" Target="../slideLayouts/slideLayout115.xml"/><Relationship Id="rId17" Type="http://schemas.openxmlformats.org/officeDocument/2006/relationships/slideLayout" Target="../slideLayouts/slideLayout120.xml"/><Relationship Id="rId25" Type="http://schemas.openxmlformats.org/officeDocument/2006/relationships/slideLayout" Target="../slideLayouts/slideLayout128.xml"/><Relationship Id="rId33" Type="http://schemas.openxmlformats.org/officeDocument/2006/relationships/slideLayout" Target="../slideLayouts/slideLayout136.xml"/><Relationship Id="rId38" Type="http://schemas.openxmlformats.org/officeDocument/2006/relationships/slideLayout" Target="../slideLayouts/slideLayout141.xml"/><Relationship Id="rId2" Type="http://schemas.openxmlformats.org/officeDocument/2006/relationships/slideLayout" Target="../slideLayouts/slideLayout105.xml"/><Relationship Id="rId16" Type="http://schemas.openxmlformats.org/officeDocument/2006/relationships/slideLayout" Target="../slideLayouts/slideLayout119.xml"/><Relationship Id="rId20" Type="http://schemas.openxmlformats.org/officeDocument/2006/relationships/slideLayout" Target="../slideLayouts/slideLayout123.xml"/><Relationship Id="rId29" Type="http://schemas.openxmlformats.org/officeDocument/2006/relationships/slideLayout" Target="../slideLayouts/slideLayout132.xml"/><Relationship Id="rId1" Type="http://schemas.openxmlformats.org/officeDocument/2006/relationships/slideLayout" Target="../slideLayouts/slideLayout104.xml"/><Relationship Id="rId6" Type="http://schemas.openxmlformats.org/officeDocument/2006/relationships/slideLayout" Target="../slideLayouts/slideLayout109.xml"/><Relationship Id="rId11" Type="http://schemas.openxmlformats.org/officeDocument/2006/relationships/slideLayout" Target="../slideLayouts/slideLayout114.xml"/><Relationship Id="rId24" Type="http://schemas.openxmlformats.org/officeDocument/2006/relationships/slideLayout" Target="../slideLayouts/slideLayout127.xml"/><Relationship Id="rId32" Type="http://schemas.openxmlformats.org/officeDocument/2006/relationships/slideLayout" Target="../slideLayouts/slideLayout135.xml"/><Relationship Id="rId37" Type="http://schemas.openxmlformats.org/officeDocument/2006/relationships/slideLayout" Target="../slideLayouts/slideLayout140.xml"/><Relationship Id="rId40" Type="http://schemas.openxmlformats.org/officeDocument/2006/relationships/theme" Target="../theme/theme4.xml"/><Relationship Id="rId5" Type="http://schemas.openxmlformats.org/officeDocument/2006/relationships/slideLayout" Target="../slideLayouts/slideLayout108.xml"/><Relationship Id="rId15" Type="http://schemas.openxmlformats.org/officeDocument/2006/relationships/slideLayout" Target="../slideLayouts/slideLayout118.xml"/><Relationship Id="rId23" Type="http://schemas.openxmlformats.org/officeDocument/2006/relationships/slideLayout" Target="../slideLayouts/slideLayout126.xml"/><Relationship Id="rId28" Type="http://schemas.openxmlformats.org/officeDocument/2006/relationships/slideLayout" Target="../slideLayouts/slideLayout131.xml"/><Relationship Id="rId36" Type="http://schemas.openxmlformats.org/officeDocument/2006/relationships/slideLayout" Target="../slideLayouts/slideLayout139.xml"/><Relationship Id="rId10" Type="http://schemas.openxmlformats.org/officeDocument/2006/relationships/slideLayout" Target="../slideLayouts/slideLayout113.xml"/><Relationship Id="rId19" Type="http://schemas.openxmlformats.org/officeDocument/2006/relationships/slideLayout" Target="../slideLayouts/slideLayout122.xml"/><Relationship Id="rId31" Type="http://schemas.openxmlformats.org/officeDocument/2006/relationships/slideLayout" Target="../slideLayouts/slideLayout134.xml"/><Relationship Id="rId4" Type="http://schemas.openxmlformats.org/officeDocument/2006/relationships/slideLayout" Target="../slideLayouts/slideLayout107.xml"/><Relationship Id="rId9" Type="http://schemas.openxmlformats.org/officeDocument/2006/relationships/slideLayout" Target="../slideLayouts/slideLayout112.xml"/><Relationship Id="rId14" Type="http://schemas.openxmlformats.org/officeDocument/2006/relationships/slideLayout" Target="../slideLayouts/slideLayout117.xml"/><Relationship Id="rId22" Type="http://schemas.openxmlformats.org/officeDocument/2006/relationships/slideLayout" Target="../slideLayouts/slideLayout125.xml"/><Relationship Id="rId27" Type="http://schemas.openxmlformats.org/officeDocument/2006/relationships/slideLayout" Target="../slideLayouts/slideLayout130.xml"/><Relationship Id="rId30" Type="http://schemas.openxmlformats.org/officeDocument/2006/relationships/slideLayout" Target="../slideLayouts/slideLayout133.xml"/><Relationship Id="rId35" Type="http://schemas.openxmlformats.org/officeDocument/2006/relationships/slideLayout" Target="../slideLayouts/slideLayout138.xml"/><Relationship Id="rId8" Type="http://schemas.openxmlformats.org/officeDocument/2006/relationships/slideLayout" Target="../slideLayouts/slideLayout111.xml"/><Relationship Id="rId3" Type="http://schemas.openxmlformats.org/officeDocument/2006/relationships/slideLayout" Target="../slideLayouts/slideLayout106.xml"/></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155.xml"/><Relationship Id="rId18" Type="http://schemas.openxmlformats.org/officeDocument/2006/relationships/slideLayout" Target="../slideLayouts/slideLayout160.xml"/><Relationship Id="rId26" Type="http://schemas.openxmlformats.org/officeDocument/2006/relationships/slideLayout" Target="../slideLayouts/slideLayout168.xml"/><Relationship Id="rId39" Type="http://schemas.openxmlformats.org/officeDocument/2006/relationships/slideLayout" Target="../slideLayouts/slideLayout181.xml"/><Relationship Id="rId21" Type="http://schemas.openxmlformats.org/officeDocument/2006/relationships/slideLayout" Target="../slideLayouts/slideLayout163.xml"/><Relationship Id="rId34" Type="http://schemas.openxmlformats.org/officeDocument/2006/relationships/slideLayout" Target="../slideLayouts/slideLayout176.xml"/><Relationship Id="rId42" Type="http://schemas.openxmlformats.org/officeDocument/2006/relationships/slideLayout" Target="../slideLayouts/slideLayout184.xml"/><Relationship Id="rId47" Type="http://schemas.openxmlformats.org/officeDocument/2006/relationships/theme" Target="../theme/theme5.xml"/><Relationship Id="rId7" Type="http://schemas.openxmlformats.org/officeDocument/2006/relationships/slideLayout" Target="../slideLayouts/slideLayout149.xml"/><Relationship Id="rId2" Type="http://schemas.openxmlformats.org/officeDocument/2006/relationships/slideLayout" Target="../slideLayouts/slideLayout144.xml"/><Relationship Id="rId16" Type="http://schemas.openxmlformats.org/officeDocument/2006/relationships/slideLayout" Target="../slideLayouts/slideLayout158.xml"/><Relationship Id="rId29" Type="http://schemas.openxmlformats.org/officeDocument/2006/relationships/slideLayout" Target="../slideLayouts/slideLayout171.xml"/><Relationship Id="rId11" Type="http://schemas.openxmlformats.org/officeDocument/2006/relationships/slideLayout" Target="../slideLayouts/slideLayout153.xml"/><Relationship Id="rId24" Type="http://schemas.openxmlformats.org/officeDocument/2006/relationships/slideLayout" Target="../slideLayouts/slideLayout166.xml"/><Relationship Id="rId32" Type="http://schemas.openxmlformats.org/officeDocument/2006/relationships/slideLayout" Target="../slideLayouts/slideLayout174.xml"/><Relationship Id="rId37" Type="http://schemas.openxmlformats.org/officeDocument/2006/relationships/slideLayout" Target="../slideLayouts/slideLayout179.xml"/><Relationship Id="rId40" Type="http://schemas.openxmlformats.org/officeDocument/2006/relationships/slideLayout" Target="../slideLayouts/slideLayout182.xml"/><Relationship Id="rId45" Type="http://schemas.openxmlformats.org/officeDocument/2006/relationships/slideLayout" Target="../slideLayouts/slideLayout187.xml"/><Relationship Id="rId5" Type="http://schemas.openxmlformats.org/officeDocument/2006/relationships/slideLayout" Target="../slideLayouts/slideLayout147.xml"/><Relationship Id="rId15" Type="http://schemas.openxmlformats.org/officeDocument/2006/relationships/slideLayout" Target="../slideLayouts/slideLayout157.xml"/><Relationship Id="rId23" Type="http://schemas.openxmlformats.org/officeDocument/2006/relationships/slideLayout" Target="../slideLayouts/slideLayout165.xml"/><Relationship Id="rId28" Type="http://schemas.openxmlformats.org/officeDocument/2006/relationships/slideLayout" Target="../slideLayouts/slideLayout170.xml"/><Relationship Id="rId36" Type="http://schemas.openxmlformats.org/officeDocument/2006/relationships/slideLayout" Target="../slideLayouts/slideLayout178.xml"/><Relationship Id="rId49" Type="http://schemas.openxmlformats.org/officeDocument/2006/relationships/image" Target="../media/image6.jpeg"/><Relationship Id="rId10" Type="http://schemas.openxmlformats.org/officeDocument/2006/relationships/slideLayout" Target="../slideLayouts/slideLayout152.xml"/><Relationship Id="rId19" Type="http://schemas.openxmlformats.org/officeDocument/2006/relationships/slideLayout" Target="../slideLayouts/slideLayout161.xml"/><Relationship Id="rId31" Type="http://schemas.openxmlformats.org/officeDocument/2006/relationships/slideLayout" Target="../slideLayouts/slideLayout173.xml"/><Relationship Id="rId44" Type="http://schemas.openxmlformats.org/officeDocument/2006/relationships/slideLayout" Target="../slideLayouts/slideLayout186.xml"/><Relationship Id="rId4" Type="http://schemas.openxmlformats.org/officeDocument/2006/relationships/slideLayout" Target="../slideLayouts/slideLayout146.xml"/><Relationship Id="rId9" Type="http://schemas.openxmlformats.org/officeDocument/2006/relationships/slideLayout" Target="../slideLayouts/slideLayout151.xml"/><Relationship Id="rId14" Type="http://schemas.openxmlformats.org/officeDocument/2006/relationships/slideLayout" Target="../slideLayouts/slideLayout156.xml"/><Relationship Id="rId22" Type="http://schemas.openxmlformats.org/officeDocument/2006/relationships/slideLayout" Target="../slideLayouts/slideLayout164.xml"/><Relationship Id="rId27" Type="http://schemas.openxmlformats.org/officeDocument/2006/relationships/slideLayout" Target="../slideLayouts/slideLayout169.xml"/><Relationship Id="rId30" Type="http://schemas.openxmlformats.org/officeDocument/2006/relationships/slideLayout" Target="../slideLayouts/slideLayout172.xml"/><Relationship Id="rId35" Type="http://schemas.openxmlformats.org/officeDocument/2006/relationships/slideLayout" Target="../slideLayouts/slideLayout177.xml"/><Relationship Id="rId43" Type="http://schemas.openxmlformats.org/officeDocument/2006/relationships/slideLayout" Target="../slideLayouts/slideLayout185.xml"/><Relationship Id="rId48" Type="http://schemas.openxmlformats.org/officeDocument/2006/relationships/slide" Target="../slides/slide6.xml"/><Relationship Id="rId8" Type="http://schemas.openxmlformats.org/officeDocument/2006/relationships/slideLayout" Target="../slideLayouts/slideLayout150.xml"/><Relationship Id="rId3" Type="http://schemas.openxmlformats.org/officeDocument/2006/relationships/slideLayout" Target="../slideLayouts/slideLayout145.xml"/><Relationship Id="rId12" Type="http://schemas.openxmlformats.org/officeDocument/2006/relationships/slideLayout" Target="../slideLayouts/slideLayout154.xml"/><Relationship Id="rId17" Type="http://schemas.openxmlformats.org/officeDocument/2006/relationships/slideLayout" Target="../slideLayouts/slideLayout159.xml"/><Relationship Id="rId25" Type="http://schemas.openxmlformats.org/officeDocument/2006/relationships/slideLayout" Target="../slideLayouts/slideLayout167.xml"/><Relationship Id="rId33" Type="http://schemas.openxmlformats.org/officeDocument/2006/relationships/slideLayout" Target="../slideLayouts/slideLayout175.xml"/><Relationship Id="rId38" Type="http://schemas.openxmlformats.org/officeDocument/2006/relationships/slideLayout" Target="../slideLayouts/slideLayout180.xml"/><Relationship Id="rId46" Type="http://schemas.openxmlformats.org/officeDocument/2006/relationships/slideLayout" Target="../slideLayouts/slideLayout188.xml"/><Relationship Id="rId20" Type="http://schemas.openxmlformats.org/officeDocument/2006/relationships/slideLayout" Target="../slideLayouts/slideLayout162.xml"/><Relationship Id="rId41" Type="http://schemas.openxmlformats.org/officeDocument/2006/relationships/slideLayout" Target="../slideLayouts/slideLayout183.xml"/><Relationship Id="rId1" Type="http://schemas.openxmlformats.org/officeDocument/2006/relationships/slideLayout" Target="../slideLayouts/slideLayout143.xml"/><Relationship Id="rId6" Type="http://schemas.openxmlformats.org/officeDocument/2006/relationships/slideLayout" Target="../slideLayouts/slideLayout148.xml"/></Relationships>
</file>

<file path=ppt/slideMasters/_rels/slideMaster6.xml.rels><?xml version="1.0" encoding="UTF-8" standalone="yes"?>
<Relationships xmlns="http://schemas.openxmlformats.org/package/2006/relationships"><Relationship Id="rId13" Type="http://schemas.openxmlformats.org/officeDocument/2006/relationships/slideLayout" Target="../slideLayouts/slideLayout201.xml"/><Relationship Id="rId18" Type="http://schemas.openxmlformats.org/officeDocument/2006/relationships/slideLayout" Target="../slideLayouts/slideLayout206.xml"/><Relationship Id="rId26" Type="http://schemas.openxmlformats.org/officeDocument/2006/relationships/slideLayout" Target="../slideLayouts/slideLayout214.xml"/><Relationship Id="rId39" Type="http://schemas.openxmlformats.org/officeDocument/2006/relationships/slideLayout" Target="../slideLayouts/slideLayout227.xml"/><Relationship Id="rId21" Type="http://schemas.openxmlformats.org/officeDocument/2006/relationships/slideLayout" Target="../slideLayouts/slideLayout209.xml"/><Relationship Id="rId34" Type="http://schemas.openxmlformats.org/officeDocument/2006/relationships/slideLayout" Target="../slideLayouts/slideLayout222.xml"/><Relationship Id="rId42" Type="http://schemas.openxmlformats.org/officeDocument/2006/relationships/slideLayout" Target="../slideLayouts/slideLayout230.xml"/><Relationship Id="rId47" Type="http://schemas.openxmlformats.org/officeDocument/2006/relationships/slideLayout" Target="../slideLayouts/slideLayout235.xml"/><Relationship Id="rId50" Type="http://schemas.openxmlformats.org/officeDocument/2006/relationships/image" Target="../media/image6.jpeg"/><Relationship Id="rId7" Type="http://schemas.openxmlformats.org/officeDocument/2006/relationships/slideLayout" Target="../slideLayouts/slideLayout195.xml"/><Relationship Id="rId2" Type="http://schemas.openxmlformats.org/officeDocument/2006/relationships/slideLayout" Target="../slideLayouts/slideLayout190.xml"/><Relationship Id="rId16" Type="http://schemas.openxmlformats.org/officeDocument/2006/relationships/slideLayout" Target="../slideLayouts/slideLayout204.xml"/><Relationship Id="rId29" Type="http://schemas.openxmlformats.org/officeDocument/2006/relationships/slideLayout" Target="../slideLayouts/slideLayout217.xml"/><Relationship Id="rId11" Type="http://schemas.openxmlformats.org/officeDocument/2006/relationships/slideLayout" Target="../slideLayouts/slideLayout199.xml"/><Relationship Id="rId24" Type="http://schemas.openxmlformats.org/officeDocument/2006/relationships/slideLayout" Target="../slideLayouts/slideLayout212.xml"/><Relationship Id="rId32" Type="http://schemas.openxmlformats.org/officeDocument/2006/relationships/slideLayout" Target="../slideLayouts/slideLayout220.xml"/><Relationship Id="rId37" Type="http://schemas.openxmlformats.org/officeDocument/2006/relationships/slideLayout" Target="../slideLayouts/slideLayout225.xml"/><Relationship Id="rId40" Type="http://schemas.openxmlformats.org/officeDocument/2006/relationships/slideLayout" Target="../slideLayouts/slideLayout228.xml"/><Relationship Id="rId45" Type="http://schemas.openxmlformats.org/officeDocument/2006/relationships/slideLayout" Target="../slideLayouts/slideLayout233.xml"/><Relationship Id="rId5" Type="http://schemas.openxmlformats.org/officeDocument/2006/relationships/slideLayout" Target="../slideLayouts/slideLayout193.xml"/><Relationship Id="rId15" Type="http://schemas.openxmlformats.org/officeDocument/2006/relationships/slideLayout" Target="../slideLayouts/slideLayout203.xml"/><Relationship Id="rId23" Type="http://schemas.openxmlformats.org/officeDocument/2006/relationships/slideLayout" Target="../slideLayouts/slideLayout211.xml"/><Relationship Id="rId28" Type="http://schemas.openxmlformats.org/officeDocument/2006/relationships/slideLayout" Target="../slideLayouts/slideLayout216.xml"/><Relationship Id="rId36" Type="http://schemas.openxmlformats.org/officeDocument/2006/relationships/slideLayout" Target="../slideLayouts/slideLayout224.xml"/><Relationship Id="rId49" Type="http://schemas.openxmlformats.org/officeDocument/2006/relationships/slide" Target="../slides/slide6.xml"/><Relationship Id="rId10" Type="http://schemas.openxmlformats.org/officeDocument/2006/relationships/slideLayout" Target="../slideLayouts/slideLayout198.xml"/><Relationship Id="rId19" Type="http://schemas.openxmlformats.org/officeDocument/2006/relationships/slideLayout" Target="../slideLayouts/slideLayout207.xml"/><Relationship Id="rId31" Type="http://schemas.openxmlformats.org/officeDocument/2006/relationships/slideLayout" Target="../slideLayouts/slideLayout219.xml"/><Relationship Id="rId44" Type="http://schemas.openxmlformats.org/officeDocument/2006/relationships/slideLayout" Target="../slideLayouts/slideLayout232.xml"/><Relationship Id="rId4" Type="http://schemas.openxmlformats.org/officeDocument/2006/relationships/slideLayout" Target="../slideLayouts/slideLayout192.xml"/><Relationship Id="rId9" Type="http://schemas.openxmlformats.org/officeDocument/2006/relationships/slideLayout" Target="../slideLayouts/slideLayout197.xml"/><Relationship Id="rId14" Type="http://schemas.openxmlformats.org/officeDocument/2006/relationships/slideLayout" Target="../slideLayouts/slideLayout202.xml"/><Relationship Id="rId22" Type="http://schemas.openxmlformats.org/officeDocument/2006/relationships/slideLayout" Target="../slideLayouts/slideLayout210.xml"/><Relationship Id="rId27" Type="http://schemas.openxmlformats.org/officeDocument/2006/relationships/slideLayout" Target="../slideLayouts/slideLayout215.xml"/><Relationship Id="rId30" Type="http://schemas.openxmlformats.org/officeDocument/2006/relationships/slideLayout" Target="../slideLayouts/slideLayout218.xml"/><Relationship Id="rId35" Type="http://schemas.openxmlformats.org/officeDocument/2006/relationships/slideLayout" Target="../slideLayouts/slideLayout223.xml"/><Relationship Id="rId43" Type="http://schemas.openxmlformats.org/officeDocument/2006/relationships/slideLayout" Target="../slideLayouts/slideLayout231.xml"/><Relationship Id="rId48" Type="http://schemas.openxmlformats.org/officeDocument/2006/relationships/theme" Target="../theme/theme6.xml"/><Relationship Id="rId8" Type="http://schemas.openxmlformats.org/officeDocument/2006/relationships/slideLayout" Target="../slideLayouts/slideLayout196.xml"/><Relationship Id="rId3" Type="http://schemas.openxmlformats.org/officeDocument/2006/relationships/slideLayout" Target="../slideLayouts/slideLayout191.xml"/><Relationship Id="rId12" Type="http://schemas.openxmlformats.org/officeDocument/2006/relationships/slideLayout" Target="../slideLayouts/slideLayout200.xml"/><Relationship Id="rId17" Type="http://schemas.openxmlformats.org/officeDocument/2006/relationships/slideLayout" Target="../slideLayouts/slideLayout205.xml"/><Relationship Id="rId25" Type="http://schemas.openxmlformats.org/officeDocument/2006/relationships/slideLayout" Target="../slideLayouts/slideLayout213.xml"/><Relationship Id="rId33" Type="http://schemas.openxmlformats.org/officeDocument/2006/relationships/slideLayout" Target="../slideLayouts/slideLayout221.xml"/><Relationship Id="rId38" Type="http://schemas.openxmlformats.org/officeDocument/2006/relationships/slideLayout" Target="../slideLayouts/slideLayout226.xml"/><Relationship Id="rId46" Type="http://schemas.openxmlformats.org/officeDocument/2006/relationships/slideLayout" Target="../slideLayouts/slideLayout234.xml"/><Relationship Id="rId20" Type="http://schemas.openxmlformats.org/officeDocument/2006/relationships/slideLayout" Target="../slideLayouts/slideLayout208.xml"/><Relationship Id="rId41" Type="http://schemas.openxmlformats.org/officeDocument/2006/relationships/slideLayout" Target="../slideLayouts/slideLayout229.xml"/><Relationship Id="rId1" Type="http://schemas.openxmlformats.org/officeDocument/2006/relationships/slideLayout" Target="../slideLayouts/slideLayout189.xml"/><Relationship Id="rId6" Type="http://schemas.openxmlformats.org/officeDocument/2006/relationships/slideLayout" Target="../slideLayouts/slideLayout194.xml"/></Relationships>
</file>

<file path=ppt/slideMasters/_rels/slideMaster7.xml.rels><?xml version="1.0" encoding="UTF-8" standalone="yes"?>
<Relationships xmlns="http://schemas.openxmlformats.org/package/2006/relationships"><Relationship Id="rId13" Type="http://schemas.openxmlformats.org/officeDocument/2006/relationships/slideLayout" Target="../slideLayouts/slideLayout248.xml"/><Relationship Id="rId18" Type="http://schemas.openxmlformats.org/officeDocument/2006/relationships/slideLayout" Target="../slideLayouts/slideLayout253.xml"/><Relationship Id="rId26" Type="http://schemas.openxmlformats.org/officeDocument/2006/relationships/slideLayout" Target="../slideLayouts/slideLayout261.xml"/><Relationship Id="rId39" Type="http://schemas.openxmlformats.org/officeDocument/2006/relationships/slideLayout" Target="../slideLayouts/slideLayout274.xml"/><Relationship Id="rId21" Type="http://schemas.openxmlformats.org/officeDocument/2006/relationships/slideLayout" Target="../slideLayouts/slideLayout256.xml"/><Relationship Id="rId34" Type="http://schemas.openxmlformats.org/officeDocument/2006/relationships/slideLayout" Target="../slideLayouts/slideLayout269.xml"/><Relationship Id="rId42" Type="http://schemas.openxmlformats.org/officeDocument/2006/relationships/slideLayout" Target="../slideLayouts/slideLayout277.xml"/><Relationship Id="rId47" Type="http://schemas.openxmlformats.org/officeDocument/2006/relationships/theme" Target="../theme/theme7.xml"/><Relationship Id="rId7" Type="http://schemas.openxmlformats.org/officeDocument/2006/relationships/slideLayout" Target="../slideLayouts/slideLayout242.xml"/><Relationship Id="rId2" Type="http://schemas.openxmlformats.org/officeDocument/2006/relationships/slideLayout" Target="../slideLayouts/slideLayout237.xml"/><Relationship Id="rId16" Type="http://schemas.openxmlformats.org/officeDocument/2006/relationships/slideLayout" Target="../slideLayouts/slideLayout251.xml"/><Relationship Id="rId29" Type="http://schemas.openxmlformats.org/officeDocument/2006/relationships/slideLayout" Target="../slideLayouts/slideLayout264.xml"/><Relationship Id="rId11" Type="http://schemas.openxmlformats.org/officeDocument/2006/relationships/slideLayout" Target="../slideLayouts/slideLayout246.xml"/><Relationship Id="rId24" Type="http://schemas.openxmlformats.org/officeDocument/2006/relationships/slideLayout" Target="../slideLayouts/slideLayout259.xml"/><Relationship Id="rId32" Type="http://schemas.openxmlformats.org/officeDocument/2006/relationships/slideLayout" Target="../slideLayouts/slideLayout267.xml"/><Relationship Id="rId37" Type="http://schemas.openxmlformats.org/officeDocument/2006/relationships/slideLayout" Target="../slideLayouts/slideLayout272.xml"/><Relationship Id="rId40" Type="http://schemas.openxmlformats.org/officeDocument/2006/relationships/slideLayout" Target="../slideLayouts/slideLayout275.xml"/><Relationship Id="rId45" Type="http://schemas.openxmlformats.org/officeDocument/2006/relationships/slideLayout" Target="../slideLayouts/slideLayout280.xml"/><Relationship Id="rId5" Type="http://schemas.openxmlformats.org/officeDocument/2006/relationships/slideLayout" Target="../slideLayouts/slideLayout240.xml"/><Relationship Id="rId15" Type="http://schemas.openxmlformats.org/officeDocument/2006/relationships/slideLayout" Target="../slideLayouts/slideLayout250.xml"/><Relationship Id="rId23" Type="http://schemas.openxmlformats.org/officeDocument/2006/relationships/slideLayout" Target="../slideLayouts/slideLayout258.xml"/><Relationship Id="rId28" Type="http://schemas.openxmlformats.org/officeDocument/2006/relationships/slideLayout" Target="../slideLayouts/slideLayout263.xml"/><Relationship Id="rId36" Type="http://schemas.openxmlformats.org/officeDocument/2006/relationships/slideLayout" Target="../slideLayouts/slideLayout271.xml"/><Relationship Id="rId49" Type="http://schemas.openxmlformats.org/officeDocument/2006/relationships/image" Target="../media/image6.jpeg"/><Relationship Id="rId10" Type="http://schemas.openxmlformats.org/officeDocument/2006/relationships/slideLayout" Target="../slideLayouts/slideLayout245.xml"/><Relationship Id="rId19" Type="http://schemas.openxmlformats.org/officeDocument/2006/relationships/slideLayout" Target="../slideLayouts/slideLayout254.xml"/><Relationship Id="rId31" Type="http://schemas.openxmlformats.org/officeDocument/2006/relationships/slideLayout" Target="../slideLayouts/slideLayout266.xml"/><Relationship Id="rId44" Type="http://schemas.openxmlformats.org/officeDocument/2006/relationships/slideLayout" Target="../slideLayouts/slideLayout279.xml"/><Relationship Id="rId4" Type="http://schemas.openxmlformats.org/officeDocument/2006/relationships/slideLayout" Target="../slideLayouts/slideLayout239.xml"/><Relationship Id="rId9" Type="http://schemas.openxmlformats.org/officeDocument/2006/relationships/slideLayout" Target="../slideLayouts/slideLayout244.xml"/><Relationship Id="rId14" Type="http://schemas.openxmlformats.org/officeDocument/2006/relationships/slideLayout" Target="../slideLayouts/slideLayout249.xml"/><Relationship Id="rId22" Type="http://schemas.openxmlformats.org/officeDocument/2006/relationships/slideLayout" Target="../slideLayouts/slideLayout257.xml"/><Relationship Id="rId27" Type="http://schemas.openxmlformats.org/officeDocument/2006/relationships/slideLayout" Target="../slideLayouts/slideLayout262.xml"/><Relationship Id="rId30" Type="http://schemas.openxmlformats.org/officeDocument/2006/relationships/slideLayout" Target="../slideLayouts/slideLayout265.xml"/><Relationship Id="rId35" Type="http://schemas.openxmlformats.org/officeDocument/2006/relationships/slideLayout" Target="../slideLayouts/slideLayout270.xml"/><Relationship Id="rId43" Type="http://schemas.openxmlformats.org/officeDocument/2006/relationships/slideLayout" Target="../slideLayouts/slideLayout278.xml"/><Relationship Id="rId48" Type="http://schemas.openxmlformats.org/officeDocument/2006/relationships/slide" Target="../slides/slide6.xml"/><Relationship Id="rId8" Type="http://schemas.openxmlformats.org/officeDocument/2006/relationships/slideLayout" Target="../slideLayouts/slideLayout243.xml"/><Relationship Id="rId3" Type="http://schemas.openxmlformats.org/officeDocument/2006/relationships/slideLayout" Target="../slideLayouts/slideLayout238.xml"/><Relationship Id="rId12" Type="http://schemas.openxmlformats.org/officeDocument/2006/relationships/slideLayout" Target="../slideLayouts/slideLayout247.xml"/><Relationship Id="rId17" Type="http://schemas.openxmlformats.org/officeDocument/2006/relationships/slideLayout" Target="../slideLayouts/slideLayout252.xml"/><Relationship Id="rId25" Type="http://schemas.openxmlformats.org/officeDocument/2006/relationships/slideLayout" Target="../slideLayouts/slideLayout260.xml"/><Relationship Id="rId33" Type="http://schemas.openxmlformats.org/officeDocument/2006/relationships/slideLayout" Target="../slideLayouts/slideLayout268.xml"/><Relationship Id="rId38" Type="http://schemas.openxmlformats.org/officeDocument/2006/relationships/slideLayout" Target="../slideLayouts/slideLayout273.xml"/><Relationship Id="rId46" Type="http://schemas.openxmlformats.org/officeDocument/2006/relationships/slideLayout" Target="../slideLayouts/slideLayout281.xml"/><Relationship Id="rId20" Type="http://schemas.openxmlformats.org/officeDocument/2006/relationships/slideLayout" Target="../slideLayouts/slideLayout255.xml"/><Relationship Id="rId41" Type="http://schemas.openxmlformats.org/officeDocument/2006/relationships/slideLayout" Target="../slideLayouts/slideLayout276.xml"/><Relationship Id="rId1" Type="http://schemas.openxmlformats.org/officeDocument/2006/relationships/slideLayout" Target="../slideLayouts/slideLayout236.xml"/><Relationship Id="rId6" Type="http://schemas.openxmlformats.org/officeDocument/2006/relationships/slideLayout" Target="../slideLayouts/slideLayout241.xml"/></Relationships>
</file>

<file path=ppt/slideMasters/_rels/slideMaster8.xml.rels><?xml version="1.0" encoding="UTF-8" standalone="yes"?>
<Relationships xmlns="http://schemas.openxmlformats.org/package/2006/relationships"><Relationship Id="rId13" Type="http://schemas.openxmlformats.org/officeDocument/2006/relationships/slideLayout" Target="../slideLayouts/slideLayout294.xml"/><Relationship Id="rId18" Type="http://schemas.openxmlformats.org/officeDocument/2006/relationships/slideLayout" Target="../slideLayouts/slideLayout299.xml"/><Relationship Id="rId26" Type="http://schemas.openxmlformats.org/officeDocument/2006/relationships/slideLayout" Target="../slideLayouts/slideLayout307.xml"/><Relationship Id="rId3" Type="http://schemas.openxmlformats.org/officeDocument/2006/relationships/slideLayout" Target="../slideLayouts/slideLayout284.xml"/><Relationship Id="rId21" Type="http://schemas.openxmlformats.org/officeDocument/2006/relationships/slideLayout" Target="../slideLayouts/slideLayout302.xml"/><Relationship Id="rId34" Type="http://schemas.openxmlformats.org/officeDocument/2006/relationships/slideLayout" Target="../slideLayouts/slideLayout315.xml"/><Relationship Id="rId7" Type="http://schemas.openxmlformats.org/officeDocument/2006/relationships/slideLayout" Target="../slideLayouts/slideLayout288.xml"/><Relationship Id="rId12" Type="http://schemas.openxmlformats.org/officeDocument/2006/relationships/slideLayout" Target="../slideLayouts/slideLayout293.xml"/><Relationship Id="rId17" Type="http://schemas.openxmlformats.org/officeDocument/2006/relationships/slideLayout" Target="../slideLayouts/slideLayout298.xml"/><Relationship Id="rId25" Type="http://schemas.openxmlformats.org/officeDocument/2006/relationships/slideLayout" Target="../slideLayouts/slideLayout306.xml"/><Relationship Id="rId33" Type="http://schemas.openxmlformats.org/officeDocument/2006/relationships/slideLayout" Target="../slideLayouts/slideLayout314.xml"/><Relationship Id="rId2" Type="http://schemas.openxmlformats.org/officeDocument/2006/relationships/slideLayout" Target="../slideLayouts/slideLayout283.xml"/><Relationship Id="rId16" Type="http://schemas.openxmlformats.org/officeDocument/2006/relationships/slideLayout" Target="../slideLayouts/slideLayout297.xml"/><Relationship Id="rId20" Type="http://schemas.openxmlformats.org/officeDocument/2006/relationships/slideLayout" Target="../slideLayouts/slideLayout301.xml"/><Relationship Id="rId29" Type="http://schemas.openxmlformats.org/officeDocument/2006/relationships/slideLayout" Target="../slideLayouts/slideLayout310.xml"/><Relationship Id="rId1" Type="http://schemas.openxmlformats.org/officeDocument/2006/relationships/slideLayout" Target="../slideLayouts/slideLayout282.xml"/><Relationship Id="rId6" Type="http://schemas.openxmlformats.org/officeDocument/2006/relationships/slideLayout" Target="../slideLayouts/slideLayout287.xml"/><Relationship Id="rId11" Type="http://schemas.openxmlformats.org/officeDocument/2006/relationships/slideLayout" Target="../slideLayouts/slideLayout292.xml"/><Relationship Id="rId24" Type="http://schemas.openxmlformats.org/officeDocument/2006/relationships/slideLayout" Target="../slideLayouts/slideLayout305.xml"/><Relationship Id="rId32" Type="http://schemas.openxmlformats.org/officeDocument/2006/relationships/slideLayout" Target="../slideLayouts/slideLayout313.xml"/><Relationship Id="rId5" Type="http://schemas.openxmlformats.org/officeDocument/2006/relationships/slideLayout" Target="../slideLayouts/slideLayout286.xml"/><Relationship Id="rId15" Type="http://schemas.openxmlformats.org/officeDocument/2006/relationships/slideLayout" Target="../slideLayouts/slideLayout296.xml"/><Relationship Id="rId23" Type="http://schemas.openxmlformats.org/officeDocument/2006/relationships/slideLayout" Target="../slideLayouts/slideLayout304.xml"/><Relationship Id="rId28" Type="http://schemas.openxmlformats.org/officeDocument/2006/relationships/slideLayout" Target="../slideLayouts/slideLayout309.xml"/><Relationship Id="rId36" Type="http://schemas.openxmlformats.org/officeDocument/2006/relationships/theme" Target="../theme/theme8.xml"/><Relationship Id="rId10" Type="http://schemas.openxmlformats.org/officeDocument/2006/relationships/slideLayout" Target="../slideLayouts/slideLayout291.xml"/><Relationship Id="rId19" Type="http://schemas.openxmlformats.org/officeDocument/2006/relationships/slideLayout" Target="../slideLayouts/slideLayout300.xml"/><Relationship Id="rId31" Type="http://schemas.openxmlformats.org/officeDocument/2006/relationships/slideLayout" Target="../slideLayouts/slideLayout312.xml"/><Relationship Id="rId4" Type="http://schemas.openxmlformats.org/officeDocument/2006/relationships/slideLayout" Target="../slideLayouts/slideLayout285.xml"/><Relationship Id="rId9" Type="http://schemas.openxmlformats.org/officeDocument/2006/relationships/slideLayout" Target="../slideLayouts/slideLayout290.xml"/><Relationship Id="rId14" Type="http://schemas.openxmlformats.org/officeDocument/2006/relationships/slideLayout" Target="../slideLayouts/slideLayout295.xml"/><Relationship Id="rId22" Type="http://schemas.openxmlformats.org/officeDocument/2006/relationships/slideLayout" Target="../slideLayouts/slideLayout303.xml"/><Relationship Id="rId27" Type="http://schemas.openxmlformats.org/officeDocument/2006/relationships/slideLayout" Target="../slideLayouts/slideLayout308.xml"/><Relationship Id="rId30" Type="http://schemas.openxmlformats.org/officeDocument/2006/relationships/slideLayout" Target="../slideLayouts/slideLayout311.xml"/><Relationship Id="rId35" Type="http://schemas.openxmlformats.org/officeDocument/2006/relationships/slideLayout" Target="../slideLayouts/slideLayout316.xml"/><Relationship Id="rId8" Type="http://schemas.openxmlformats.org/officeDocument/2006/relationships/slideLayout" Target="../slideLayouts/slideLayout289.xml"/></Relationships>
</file>

<file path=ppt/slideMasters/_rels/slideMaster9.xml.rels><?xml version="1.0" encoding="UTF-8" standalone="yes"?>
<Relationships xmlns="http://schemas.openxmlformats.org/package/2006/relationships"><Relationship Id="rId13" Type="http://schemas.openxmlformats.org/officeDocument/2006/relationships/slideLayout" Target="../slideLayouts/slideLayout329.xml"/><Relationship Id="rId18" Type="http://schemas.openxmlformats.org/officeDocument/2006/relationships/slideLayout" Target="../slideLayouts/slideLayout334.xml"/><Relationship Id="rId26" Type="http://schemas.openxmlformats.org/officeDocument/2006/relationships/slideLayout" Target="../slideLayouts/slideLayout342.xml"/><Relationship Id="rId39" Type="http://schemas.openxmlformats.org/officeDocument/2006/relationships/slideLayout" Target="../slideLayouts/slideLayout355.xml"/><Relationship Id="rId21" Type="http://schemas.openxmlformats.org/officeDocument/2006/relationships/slideLayout" Target="../slideLayouts/slideLayout337.xml"/><Relationship Id="rId34" Type="http://schemas.openxmlformats.org/officeDocument/2006/relationships/slideLayout" Target="../slideLayouts/slideLayout350.xml"/><Relationship Id="rId42" Type="http://schemas.openxmlformats.org/officeDocument/2006/relationships/slideLayout" Target="../slideLayouts/slideLayout358.xml"/><Relationship Id="rId7" Type="http://schemas.openxmlformats.org/officeDocument/2006/relationships/slideLayout" Target="../slideLayouts/slideLayout323.xml"/><Relationship Id="rId2" Type="http://schemas.openxmlformats.org/officeDocument/2006/relationships/slideLayout" Target="../slideLayouts/slideLayout318.xml"/><Relationship Id="rId16" Type="http://schemas.openxmlformats.org/officeDocument/2006/relationships/slideLayout" Target="../slideLayouts/slideLayout332.xml"/><Relationship Id="rId29" Type="http://schemas.openxmlformats.org/officeDocument/2006/relationships/slideLayout" Target="../slideLayouts/slideLayout345.xml"/><Relationship Id="rId1" Type="http://schemas.openxmlformats.org/officeDocument/2006/relationships/slideLayout" Target="../slideLayouts/slideLayout317.xml"/><Relationship Id="rId6" Type="http://schemas.openxmlformats.org/officeDocument/2006/relationships/slideLayout" Target="../slideLayouts/slideLayout322.xml"/><Relationship Id="rId11" Type="http://schemas.openxmlformats.org/officeDocument/2006/relationships/slideLayout" Target="../slideLayouts/slideLayout327.xml"/><Relationship Id="rId24" Type="http://schemas.openxmlformats.org/officeDocument/2006/relationships/slideLayout" Target="../slideLayouts/slideLayout340.xml"/><Relationship Id="rId32" Type="http://schemas.openxmlformats.org/officeDocument/2006/relationships/slideLayout" Target="../slideLayouts/slideLayout348.xml"/><Relationship Id="rId37" Type="http://schemas.openxmlformats.org/officeDocument/2006/relationships/slideLayout" Target="../slideLayouts/slideLayout353.xml"/><Relationship Id="rId40" Type="http://schemas.openxmlformats.org/officeDocument/2006/relationships/slideLayout" Target="../slideLayouts/slideLayout356.xml"/><Relationship Id="rId45" Type="http://schemas.openxmlformats.org/officeDocument/2006/relationships/theme" Target="../theme/theme9.xml"/><Relationship Id="rId5" Type="http://schemas.openxmlformats.org/officeDocument/2006/relationships/slideLayout" Target="../slideLayouts/slideLayout321.xml"/><Relationship Id="rId15" Type="http://schemas.openxmlformats.org/officeDocument/2006/relationships/slideLayout" Target="../slideLayouts/slideLayout331.xml"/><Relationship Id="rId23" Type="http://schemas.openxmlformats.org/officeDocument/2006/relationships/slideLayout" Target="../slideLayouts/slideLayout339.xml"/><Relationship Id="rId28" Type="http://schemas.openxmlformats.org/officeDocument/2006/relationships/slideLayout" Target="../slideLayouts/slideLayout344.xml"/><Relationship Id="rId36" Type="http://schemas.openxmlformats.org/officeDocument/2006/relationships/slideLayout" Target="../slideLayouts/slideLayout352.xml"/><Relationship Id="rId10" Type="http://schemas.openxmlformats.org/officeDocument/2006/relationships/slideLayout" Target="../slideLayouts/slideLayout326.xml"/><Relationship Id="rId19" Type="http://schemas.openxmlformats.org/officeDocument/2006/relationships/slideLayout" Target="../slideLayouts/slideLayout335.xml"/><Relationship Id="rId31" Type="http://schemas.openxmlformats.org/officeDocument/2006/relationships/slideLayout" Target="../slideLayouts/slideLayout347.xml"/><Relationship Id="rId44" Type="http://schemas.openxmlformats.org/officeDocument/2006/relationships/slideLayout" Target="../slideLayouts/slideLayout360.xml"/><Relationship Id="rId4" Type="http://schemas.openxmlformats.org/officeDocument/2006/relationships/slideLayout" Target="../slideLayouts/slideLayout320.xml"/><Relationship Id="rId9" Type="http://schemas.openxmlformats.org/officeDocument/2006/relationships/slideLayout" Target="../slideLayouts/slideLayout325.xml"/><Relationship Id="rId14" Type="http://schemas.openxmlformats.org/officeDocument/2006/relationships/slideLayout" Target="../slideLayouts/slideLayout330.xml"/><Relationship Id="rId22" Type="http://schemas.openxmlformats.org/officeDocument/2006/relationships/slideLayout" Target="../slideLayouts/slideLayout338.xml"/><Relationship Id="rId27" Type="http://schemas.openxmlformats.org/officeDocument/2006/relationships/slideLayout" Target="../slideLayouts/slideLayout343.xml"/><Relationship Id="rId30" Type="http://schemas.openxmlformats.org/officeDocument/2006/relationships/slideLayout" Target="../slideLayouts/slideLayout346.xml"/><Relationship Id="rId35" Type="http://schemas.openxmlformats.org/officeDocument/2006/relationships/slideLayout" Target="../slideLayouts/slideLayout351.xml"/><Relationship Id="rId43" Type="http://schemas.openxmlformats.org/officeDocument/2006/relationships/slideLayout" Target="../slideLayouts/slideLayout359.xml"/><Relationship Id="rId8" Type="http://schemas.openxmlformats.org/officeDocument/2006/relationships/slideLayout" Target="../slideLayouts/slideLayout324.xml"/><Relationship Id="rId3" Type="http://schemas.openxmlformats.org/officeDocument/2006/relationships/slideLayout" Target="../slideLayouts/slideLayout319.xml"/><Relationship Id="rId12" Type="http://schemas.openxmlformats.org/officeDocument/2006/relationships/slideLayout" Target="../slideLayouts/slideLayout328.xml"/><Relationship Id="rId17" Type="http://schemas.openxmlformats.org/officeDocument/2006/relationships/slideLayout" Target="../slideLayouts/slideLayout333.xml"/><Relationship Id="rId25" Type="http://schemas.openxmlformats.org/officeDocument/2006/relationships/slideLayout" Target="../slideLayouts/slideLayout341.xml"/><Relationship Id="rId33" Type="http://schemas.openxmlformats.org/officeDocument/2006/relationships/slideLayout" Target="../slideLayouts/slideLayout349.xml"/><Relationship Id="rId38" Type="http://schemas.openxmlformats.org/officeDocument/2006/relationships/slideLayout" Target="../slideLayouts/slideLayout354.xml"/><Relationship Id="rId46" Type="http://schemas.openxmlformats.org/officeDocument/2006/relationships/image" Target="../media/image6.jpeg"/><Relationship Id="rId20" Type="http://schemas.openxmlformats.org/officeDocument/2006/relationships/slideLayout" Target="../slideLayouts/slideLayout336.xml"/><Relationship Id="rId41" Type="http://schemas.openxmlformats.org/officeDocument/2006/relationships/slideLayout" Target="../slideLayouts/slideLayout357.xml"/></Relationships>
</file>

<file path=ppt/slideMasters/_rels/slideMaster10.xml.rels><?xml version="1.0" encoding="UTF-8" standalone="yes"?>
<Relationships xmlns="http://schemas.openxmlformats.org/package/2006/relationships"><Relationship Id="rId13" Type="http://schemas.openxmlformats.org/officeDocument/2006/relationships/slideLayout" Target="../slideLayouts/slideLayout373.xml"/><Relationship Id="rId18" Type="http://schemas.openxmlformats.org/officeDocument/2006/relationships/slideLayout" Target="../slideLayouts/slideLayout378.xml"/><Relationship Id="rId26" Type="http://schemas.openxmlformats.org/officeDocument/2006/relationships/slideLayout" Target="../slideLayouts/slideLayout386.xml"/><Relationship Id="rId21" Type="http://schemas.openxmlformats.org/officeDocument/2006/relationships/slideLayout" Target="../slideLayouts/slideLayout381.xml"/><Relationship Id="rId34" Type="http://schemas.openxmlformats.org/officeDocument/2006/relationships/slideLayout" Target="../slideLayouts/slideLayout394.xml"/><Relationship Id="rId7" Type="http://schemas.openxmlformats.org/officeDocument/2006/relationships/slideLayout" Target="../slideLayouts/slideLayout367.xml"/><Relationship Id="rId12" Type="http://schemas.openxmlformats.org/officeDocument/2006/relationships/slideLayout" Target="../slideLayouts/slideLayout372.xml"/><Relationship Id="rId17" Type="http://schemas.openxmlformats.org/officeDocument/2006/relationships/slideLayout" Target="../slideLayouts/slideLayout377.xml"/><Relationship Id="rId25" Type="http://schemas.openxmlformats.org/officeDocument/2006/relationships/slideLayout" Target="../slideLayouts/slideLayout385.xml"/><Relationship Id="rId33" Type="http://schemas.openxmlformats.org/officeDocument/2006/relationships/slideLayout" Target="../slideLayouts/slideLayout393.xml"/><Relationship Id="rId38" Type="http://schemas.openxmlformats.org/officeDocument/2006/relationships/theme" Target="../theme/theme10.xml"/><Relationship Id="rId2" Type="http://schemas.openxmlformats.org/officeDocument/2006/relationships/slideLayout" Target="../slideLayouts/slideLayout362.xml"/><Relationship Id="rId16" Type="http://schemas.openxmlformats.org/officeDocument/2006/relationships/slideLayout" Target="../slideLayouts/slideLayout376.xml"/><Relationship Id="rId20" Type="http://schemas.openxmlformats.org/officeDocument/2006/relationships/slideLayout" Target="../slideLayouts/slideLayout380.xml"/><Relationship Id="rId29" Type="http://schemas.openxmlformats.org/officeDocument/2006/relationships/slideLayout" Target="../slideLayouts/slideLayout389.xml"/><Relationship Id="rId1" Type="http://schemas.openxmlformats.org/officeDocument/2006/relationships/slideLayout" Target="../slideLayouts/slideLayout361.xml"/><Relationship Id="rId6" Type="http://schemas.openxmlformats.org/officeDocument/2006/relationships/slideLayout" Target="../slideLayouts/slideLayout366.xml"/><Relationship Id="rId11" Type="http://schemas.openxmlformats.org/officeDocument/2006/relationships/slideLayout" Target="../slideLayouts/slideLayout371.xml"/><Relationship Id="rId24" Type="http://schemas.openxmlformats.org/officeDocument/2006/relationships/slideLayout" Target="../slideLayouts/slideLayout384.xml"/><Relationship Id="rId32" Type="http://schemas.openxmlformats.org/officeDocument/2006/relationships/slideLayout" Target="../slideLayouts/slideLayout392.xml"/><Relationship Id="rId37" Type="http://schemas.openxmlformats.org/officeDocument/2006/relationships/slideLayout" Target="../slideLayouts/slideLayout397.xml"/><Relationship Id="rId5" Type="http://schemas.openxmlformats.org/officeDocument/2006/relationships/slideLayout" Target="../slideLayouts/slideLayout365.xml"/><Relationship Id="rId15" Type="http://schemas.openxmlformats.org/officeDocument/2006/relationships/slideLayout" Target="../slideLayouts/slideLayout375.xml"/><Relationship Id="rId23" Type="http://schemas.openxmlformats.org/officeDocument/2006/relationships/slideLayout" Target="../slideLayouts/slideLayout383.xml"/><Relationship Id="rId28" Type="http://schemas.openxmlformats.org/officeDocument/2006/relationships/slideLayout" Target="../slideLayouts/slideLayout388.xml"/><Relationship Id="rId36" Type="http://schemas.openxmlformats.org/officeDocument/2006/relationships/slideLayout" Target="../slideLayouts/slideLayout396.xml"/><Relationship Id="rId10" Type="http://schemas.openxmlformats.org/officeDocument/2006/relationships/slideLayout" Target="../slideLayouts/slideLayout370.xml"/><Relationship Id="rId19" Type="http://schemas.openxmlformats.org/officeDocument/2006/relationships/slideLayout" Target="../slideLayouts/slideLayout379.xml"/><Relationship Id="rId31" Type="http://schemas.openxmlformats.org/officeDocument/2006/relationships/slideLayout" Target="../slideLayouts/slideLayout391.xml"/><Relationship Id="rId4" Type="http://schemas.openxmlformats.org/officeDocument/2006/relationships/slideLayout" Target="../slideLayouts/slideLayout364.xml"/><Relationship Id="rId9" Type="http://schemas.openxmlformats.org/officeDocument/2006/relationships/slideLayout" Target="../slideLayouts/slideLayout369.xml"/><Relationship Id="rId14" Type="http://schemas.openxmlformats.org/officeDocument/2006/relationships/slideLayout" Target="../slideLayouts/slideLayout374.xml"/><Relationship Id="rId22" Type="http://schemas.openxmlformats.org/officeDocument/2006/relationships/slideLayout" Target="../slideLayouts/slideLayout382.xml"/><Relationship Id="rId27" Type="http://schemas.openxmlformats.org/officeDocument/2006/relationships/slideLayout" Target="../slideLayouts/slideLayout387.xml"/><Relationship Id="rId30" Type="http://schemas.openxmlformats.org/officeDocument/2006/relationships/slideLayout" Target="../slideLayouts/slideLayout390.xml"/><Relationship Id="rId35" Type="http://schemas.openxmlformats.org/officeDocument/2006/relationships/slideLayout" Target="../slideLayouts/slideLayout395.xml"/><Relationship Id="rId8" Type="http://schemas.openxmlformats.org/officeDocument/2006/relationships/slideLayout" Target="../slideLayouts/slideLayout368.xml"/><Relationship Id="rId3" Type="http://schemas.openxmlformats.org/officeDocument/2006/relationships/slideLayout" Target="../slideLayouts/slideLayout36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62466" name="Title Placeholder 1"/>
          <p:cNvSpPr>
            <a:spLocks noGrp="1"/>
          </p:cNvSpPr>
          <p:nvPr>
            <p:ph type="title"/>
          </p:nvPr>
        </p:nvSpPr>
        <p:spPr bwMode="auto">
          <a:xfrm>
            <a:off x="304800" y="268288"/>
            <a:ext cx="5486400" cy="598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ltLang="x-none"/>
              <a:t>Click to edit Master title style</a:t>
            </a:r>
          </a:p>
        </p:txBody>
      </p:sp>
      <p:sp>
        <p:nvSpPr>
          <p:cNvPr id="3" name="Text Placeholder 2"/>
          <p:cNvSpPr>
            <a:spLocks noGrp="1"/>
          </p:cNvSpPr>
          <p:nvPr>
            <p:ph type="body" idx="1"/>
          </p:nvPr>
        </p:nvSpPr>
        <p:spPr>
          <a:xfrm>
            <a:off x="6400800" y="255588"/>
            <a:ext cx="5486400" cy="6000750"/>
          </a:xfrm>
          <a:prstGeom prst="rect">
            <a:avLst/>
          </a:prstGeom>
        </p:spPr>
        <p:txBody>
          <a:bodyPr vert="horz" lIns="0" tIns="0" rIns="0" bIns="0" rtlCol="0">
            <a:noAutofit/>
          </a:body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Slide Number Placeholder 6"/>
          <p:cNvSpPr>
            <a:spLocks noGrp="1"/>
          </p:cNvSpPr>
          <p:nvPr>
            <p:ph type="sldNum" sz="quarter" idx="4"/>
          </p:nvPr>
        </p:nvSpPr>
        <p:spPr>
          <a:xfrm>
            <a:off x="9144000" y="6435725"/>
            <a:ext cx="2743200" cy="182563"/>
          </a:xfrm>
          <a:prstGeom prst="rect">
            <a:avLst/>
          </a:prstGeom>
        </p:spPr>
        <p:txBody>
          <a:bodyPr vert="horz" wrap="square" lIns="0" tIns="0" rIns="0" bIns="0" numCol="1" anchor="ctr" anchorCtr="0" compatLnSpc="1">
            <a:prstTxWarp prst="textNoShape">
              <a:avLst/>
            </a:prstTxWarp>
          </a:bodyPr>
          <a:lstStyle>
            <a:lvl1pPr algn="r" defTabSz="912813" eaLnBrk="1" hangingPunct="1">
              <a:defRPr sz="800">
                <a:solidFill>
                  <a:srgbClr val="FFFFFF"/>
                </a:solidFill>
                <a:ea typeface="Arial" charset="0"/>
                <a:cs typeface="Arial" charset="0"/>
              </a:defRPr>
            </a:lvl1pPr>
          </a:lstStyle>
          <a:p>
            <a:pPr fontAlgn="base">
              <a:spcBef>
                <a:spcPct val="0"/>
              </a:spcBef>
              <a:spcAft>
                <a:spcPct val="0"/>
              </a:spcAft>
            </a:pPr>
            <a:fld id="{A129E054-0E32-3646-BD1B-A88393BFC032}" type="slidenum">
              <a:rPr lang="en-US" altLang="x-none"/>
              <a:pPr fontAlgn="base">
                <a:spcBef>
                  <a:spcPct val="0"/>
                </a:spcBef>
                <a:spcAft>
                  <a:spcPct val="0"/>
                </a:spcAft>
              </a:pPr>
              <a:t>‹#›</a:t>
            </a:fld>
            <a:endParaRPr lang="en-US" altLang="x-none"/>
          </a:p>
        </p:txBody>
      </p:sp>
      <p:sp>
        <p:nvSpPr>
          <p:cNvPr id="9" name="Footer Placeholder 8"/>
          <p:cNvSpPr>
            <a:spLocks noGrp="1"/>
          </p:cNvSpPr>
          <p:nvPr>
            <p:ph type="ftr" sz="quarter" idx="3"/>
          </p:nvPr>
        </p:nvSpPr>
        <p:spPr>
          <a:xfrm>
            <a:off x="304800" y="6435725"/>
            <a:ext cx="8534400" cy="182563"/>
          </a:xfrm>
          <a:prstGeom prst="rect">
            <a:avLst/>
          </a:prstGeom>
        </p:spPr>
        <p:txBody>
          <a:bodyPr vert="horz" lIns="0" tIns="0" rIns="0" bIns="0" rtlCol="0" anchor="ctr"/>
          <a:lstStyle>
            <a:lvl1pPr algn="l" defTabSz="912927" eaLnBrk="1" fontAlgn="auto" hangingPunct="1">
              <a:spcBef>
                <a:spcPts val="0"/>
              </a:spcBef>
              <a:spcAft>
                <a:spcPts val="0"/>
              </a:spcAft>
              <a:defRPr sz="800" baseline="0" smtClean="0">
                <a:solidFill>
                  <a:srgbClr val="FFFFFF"/>
                </a:solidFill>
                <a:latin typeface="+mn-lt"/>
                <a:ea typeface="Arial" charset="0"/>
                <a:cs typeface="Arial" charset="0"/>
              </a:defRPr>
            </a:lvl1pPr>
          </a:lstStyle>
          <a:p>
            <a:pPr>
              <a:defRPr/>
            </a:pPr>
            <a:r>
              <a:rPr lang="en-US"/>
              <a:t>IBM Cloud  / February 08, 2018 / © 2018 IBM Corporation</a:t>
            </a:r>
          </a:p>
        </p:txBody>
      </p:sp>
    </p:spTree>
    <p:extLst>
      <p:ext uri="{BB962C8B-B14F-4D97-AF65-F5344CB8AC3E}">
        <p14:creationId xmlns:p14="http://schemas.microsoft.com/office/powerpoint/2010/main" val="15784120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Lst>
  <p:hf sldNum="0" hdr="0" dt="0"/>
  <p:txStyles>
    <p:titleStyle>
      <a:lvl1pPr algn="l" defTabSz="608013" rtl="0" fontAlgn="base">
        <a:lnSpc>
          <a:spcPct val="90000"/>
        </a:lnSpc>
        <a:spcBef>
          <a:spcPct val="0"/>
        </a:spcBef>
        <a:spcAft>
          <a:spcPct val="0"/>
        </a:spcAft>
        <a:defRPr sz="3200" kern="1200">
          <a:solidFill>
            <a:schemeClr val="bg2"/>
          </a:solidFill>
          <a:latin typeface="+mj-lt"/>
          <a:ea typeface="Arial" charset="0"/>
          <a:cs typeface="Arial" charset="0"/>
        </a:defRPr>
      </a:lvl1pPr>
      <a:lvl2pPr algn="l" defTabSz="608013" rtl="0" fontAlgn="base">
        <a:lnSpc>
          <a:spcPct val="90000"/>
        </a:lnSpc>
        <a:spcBef>
          <a:spcPct val="0"/>
        </a:spcBef>
        <a:spcAft>
          <a:spcPct val="0"/>
        </a:spcAft>
        <a:defRPr sz="3200">
          <a:solidFill>
            <a:schemeClr val="bg2"/>
          </a:solidFill>
          <a:latin typeface="IBM Plex Sans" charset="0"/>
          <a:ea typeface="Arial" charset="0"/>
          <a:cs typeface="Arial" charset="0"/>
        </a:defRPr>
      </a:lvl2pPr>
      <a:lvl3pPr algn="l" defTabSz="608013" rtl="0" fontAlgn="base">
        <a:lnSpc>
          <a:spcPct val="90000"/>
        </a:lnSpc>
        <a:spcBef>
          <a:spcPct val="0"/>
        </a:spcBef>
        <a:spcAft>
          <a:spcPct val="0"/>
        </a:spcAft>
        <a:defRPr sz="3200">
          <a:solidFill>
            <a:schemeClr val="bg2"/>
          </a:solidFill>
          <a:latin typeface="IBM Plex Sans" charset="0"/>
          <a:ea typeface="Arial" charset="0"/>
          <a:cs typeface="Arial" charset="0"/>
        </a:defRPr>
      </a:lvl3pPr>
      <a:lvl4pPr algn="l" defTabSz="608013" rtl="0" fontAlgn="base">
        <a:lnSpc>
          <a:spcPct val="90000"/>
        </a:lnSpc>
        <a:spcBef>
          <a:spcPct val="0"/>
        </a:spcBef>
        <a:spcAft>
          <a:spcPct val="0"/>
        </a:spcAft>
        <a:defRPr sz="3200">
          <a:solidFill>
            <a:schemeClr val="bg2"/>
          </a:solidFill>
          <a:latin typeface="IBM Plex Sans" charset="0"/>
          <a:ea typeface="Arial" charset="0"/>
          <a:cs typeface="Arial" charset="0"/>
        </a:defRPr>
      </a:lvl4pPr>
      <a:lvl5pPr algn="l" defTabSz="608013" rtl="0" fontAlgn="base">
        <a:lnSpc>
          <a:spcPct val="90000"/>
        </a:lnSpc>
        <a:spcBef>
          <a:spcPct val="0"/>
        </a:spcBef>
        <a:spcAft>
          <a:spcPct val="0"/>
        </a:spcAft>
        <a:defRPr sz="3200">
          <a:solidFill>
            <a:schemeClr val="bg2"/>
          </a:solidFill>
          <a:latin typeface="IBM Plex Sans" charset="0"/>
          <a:ea typeface="Arial" charset="0"/>
          <a:cs typeface="Arial" charset="0"/>
        </a:defRPr>
      </a:lvl5pPr>
      <a:lvl6pPr marL="457200" algn="l" defTabSz="608013" rtl="0" fontAlgn="base">
        <a:lnSpc>
          <a:spcPct val="90000"/>
        </a:lnSpc>
        <a:spcBef>
          <a:spcPct val="0"/>
        </a:spcBef>
        <a:spcAft>
          <a:spcPct val="0"/>
        </a:spcAft>
        <a:defRPr sz="3200">
          <a:solidFill>
            <a:schemeClr val="bg2"/>
          </a:solidFill>
          <a:latin typeface="IBM Plex Sans" charset="0"/>
          <a:ea typeface="Arial" charset="0"/>
          <a:cs typeface="Arial" charset="0"/>
        </a:defRPr>
      </a:lvl6pPr>
      <a:lvl7pPr marL="914400" algn="l" defTabSz="608013" rtl="0" fontAlgn="base">
        <a:lnSpc>
          <a:spcPct val="90000"/>
        </a:lnSpc>
        <a:spcBef>
          <a:spcPct val="0"/>
        </a:spcBef>
        <a:spcAft>
          <a:spcPct val="0"/>
        </a:spcAft>
        <a:defRPr sz="3200">
          <a:solidFill>
            <a:schemeClr val="bg2"/>
          </a:solidFill>
          <a:latin typeface="IBM Plex Sans" charset="0"/>
          <a:ea typeface="Arial" charset="0"/>
          <a:cs typeface="Arial" charset="0"/>
        </a:defRPr>
      </a:lvl7pPr>
      <a:lvl8pPr marL="1371600" algn="l" defTabSz="608013" rtl="0" fontAlgn="base">
        <a:lnSpc>
          <a:spcPct val="90000"/>
        </a:lnSpc>
        <a:spcBef>
          <a:spcPct val="0"/>
        </a:spcBef>
        <a:spcAft>
          <a:spcPct val="0"/>
        </a:spcAft>
        <a:defRPr sz="3200">
          <a:solidFill>
            <a:schemeClr val="bg2"/>
          </a:solidFill>
          <a:latin typeface="IBM Plex Sans" charset="0"/>
          <a:ea typeface="Arial" charset="0"/>
          <a:cs typeface="Arial" charset="0"/>
        </a:defRPr>
      </a:lvl8pPr>
      <a:lvl9pPr marL="1828800" algn="l" defTabSz="608013" rtl="0" fontAlgn="base">
        <a:lnSpc>
          <a:spcPct val="90000"/>
        </a:lnSpc>
        <a:spcBef>
          <a:spcPct val="0"/>
        </a:spcBef>
        <a:spcAft>
          <a:spcPct val="0"/>
        </a:spcAft>
        <a:defRPr sz="3200">
          <a:solidFill>
            <a:schemeClr val="bg2"/>
          </a:solidFill>
          <a:latin typeface="IBM Plex Sans" charset="0"/>
          <a:ea typeface="Arial" charset="0"/>
          <a:cs typeface="Arial" charset="0"/>
        </a:defRPr>
      </a:lvl9pPr>
    </p:titleStyle>
    <p:bodyStyle>
      <a:lvl1pPr algn="l" defTabSz="608013" rtl="0" fontAlgn="base">
        <a:spcBef>
          <a:spcPts val="1463"/>
        </a:spcBef>
        <a:spcAft>
          <a:spcPct val="0"/>
        </a:spcAft>
        <a:buFont typeface="Arial" charset="0"/>
        <a:defRPr kern="1200">
          <a:solidFill>
            <a:schemeClr val="bg2"/>
          </a:solidFill>
          <a:latin typeface="+mn-lt"/>
          <a:ea typeface="Arial" charset="0"/>
          <a:cs typeface="Arial" charset="0"/>
        </a:defRPr>
      </a:lvl1pPr>
      <a:lvl2pPr marL="230188" indent="-230188" algn="l" defTabSz="608013" rtl="0" fontAlgn="base">
        <a:spcBef>
          <a:spcPts val="1463"/>
        </a:spcBef>
        <a:spcAft>
          <a:spcPct val="0"/>
        </a:spcAft>
        <a:buFont typeface="Arial" charset="0"/>
        <a:buChar char="–"/>
        <a:defRPr kern="1200">
          <a:solidFill>
            <a:schemeClr val="bg2"/>
          </a:solidFill>
          <a:latin typeface="+mn-lt"/>
          <a:ea typeface="Arial" charset="0"/>
          <a:cs typeface="Arial" charset="0"/>
        </a:defRPr>
      </a:lvl2pPr>
      <a:lvl3pPr marL="527050" indent="-230188" algn="l" defTabSz="608013" rtl="0" fontAlgn="base">
        <a:spcBef>
          <a:spcPts val="1463"/>
        </a:spcBef>
        <a:spcAft>
          <a:spcPct val="0"/>
        </a:spcAft>
        <a:buFont typeface="Arial" charset="0"/>
        <a:buChar char="•"/>
        <a:defRPr kern="1200">
          <a:solidFill>
            <a:schemeClr val="bg2"/>
          </a:solidFill>
          <a:latin typeface="+mn-lt"/>
          <a:ea typeface="Arial" charset="0"/>
          <a:cs typeface="Arial" charset="0"/>
        </a:defRPr>
      </a:lvl3pPr>
      <a:lvl4pPr marL="831850" indent="-223838" algn="l" defTabSz="608013" rtl="0" fontAlgn="base">
        <a:spcBef>
          <a:spcPts val="1463"/>
        </a:spcBef>
        <a:spcAft>
          <a:spcPct val="0"/>
        </a:spcAft>
        <a:buFont typeface="Arial" charset="0"/>
        <a:buChar char="–"/>
        <a:defRPr kern="1200">
          <a:solidFill>
            <a:schemeClr val="bg2"/>
          </a:solidFill>
          <a:latin typeface="+mn-lt"/>
          <a:ea typeface="Arial" charset="0"/>
          <a:cs typeface="Arial" charset="0"/>
        </a:defRPr>
      </a:lvl4pPr>
      <a:lvl5pPr marL="1068388" indent="-230188" algn="l" defTabSz="608013" rtl="0" fontAlgn="base">
        <a:spcBef>
          <a:spcPts val="1463"/>
        </a:spcBef>
        <a:spcAft>
          <a:spcPct val="0"/>
        </a:spcAft>
        <a:buFont typeface="Arial" charset="0"/>
        <a:buChar char="»"/>
        <a:defRPr kern="1200">
          <a:solidFill>
            <a:schemeClr val="bg2"/>
          </a:solidFill>
          <a:latin typeface="+mn-lt"/>
          <a:ea typeface="Arial" charset="0"/>
          <a:cs typeface="Arial" charset="0"/>
        </a:defRPr>
      </a:lvl5pPr>
      <a:lvl6pPr marL="3347340" indent="-304280" algn="l" defTabSz="608575" rtl="0" eaLnBrk="1" latinLnBrk="0" hangingPunct="1">
        <a:spcBef>
          <a:spcPct val="20000"/>
        </a:spcBef>
        <a:buFont typeface="Arial"/>
        <a:buChar char="•"/>
        <a:defRPr sz="2667" kern="1200">
          <a:solidFill>
            <a:schemeClr val="tx1"/>
          </a:solidFill>
          <a:latin typeface="+mn-lt"/>
          <a:ea typeface="+mn-ea"/>
          <a:cs typeface="+mn-cs"/>
        </a:defRPr>
      </a:lvl6pPr>
      <a:lvl7pPr marL="3955986" indent="-304280" algn="l" defTabSz="608575" rtl="0" eaLnBrk="1" latinLnBrk="0" hangingPunct="1">
        <a:spcBef>
          <a:spcPct val="20000"/>
        </a:spcBef>
        <a:buFont typeface="Arial"/>
        <a:buChar char="•"/>
        <a:defRPr sz="2667" kern="1200">
          <a:solidFill>
            <a:schemeClr val="tx1"/>
          </a:solidFill>
          <a:latin typeface="+mn-lt"/>
          <a:ea typeface="+mn-ea"/>
          <a:cs typeface="+mn-cs"/>
        </a:defRPr>
      </a:lvl7pPr>
      <a:lvl8pPr marL="4564585" indent="-304280" algn="l" defTabSz="608575" rtl="0" eaLnBrk="1" latinLnBrk="0" hangingPunct="1">
        <a:spcBef>
          <a:spcPct val="20000"/>
        </a:spcBef>
        <a:buFont typeface="Arial"/>
        <a:buChar char="•"/>
        <a:defRPr sz="2667" kern="1200">
          <a:solidFill>
            <a:schemeClr val="tx1"/>
          </a:solidFill>
          <a:latin typeface="+mn-lt"/>
          <a:ea typeface="+mn-ea"/>
          <a:cs typeface="+mn-cs"/>
        </a:defRPr>
      </a:lvl8pPr>
      <a:lvl9pPr marL="5173193" indent="-304280" algn="l" defTabSz="60857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8575" rtl="0" eaLnBrk="1" latinLnBrk="0" hangingPunct="1">
        <a:defRPr sz="2400" kern="1200">
          <a:solidFill>
            <a:schemeClr val="tx1"/>
          </a:solidFill>
          <a:latin typeface="+mn-lt"/>
          <a:ea typeface="+mn-ea"/>
          <a:cs typeface="+mn-cs"/>
        </a:defRPr>
      </a:lvl1pPr>
      <a:lvl2pPr marL="608575" algn="l" defTabSz="608575" rtl="0" eaLnBrk="1" latinLnBrk="0" hangingPunct="1">
        <a:defRPr sz="2400" kern="1200">
          <a:solidFill>
            <a:schemeClr val="tx1"/>
          </a:solidFill>
          <a:latin typeface="+mn-lt"/>
          <a:ea typeface="+mn-ea"/>
          <a:cs typeface="+mn-cs"/>
        </a:defRPr>
      </a:lvl2pPr>
      <a:lvl3pPr marL="1217244" algn="l" defTabSz="608575" rtl="0" eaLnBrk="1" latinLnBrk="0" hangingPunct="1">
        <a:defRPr sz="2400" kern="1200">
          <a:solidFill>
            <a:schemeClr val="tx1"/>
          </a:solidFill>
          <a:latin typeface="+mn-lt"/>
          <a:ea typeface="+mn-ea"/>
          <a:cs typeface="+mn-cs"/>
        </a:defRPr>
      </a:lvl3pPr>
      <a:lvl4pPr marL="1825853" algn="l" defTabSz="608575" rtl="0" eaLnBrk="1" latinLnBrk="0" hangingPunct="1">
        <a:defRPr sz="2400" kern="1200">
          <a:solidFill>
            <a:schemeClr val="tx1"/>
          </a:solidFill>
          <a:latin typeface="+mn-lt"/>
          <a:ea typeface="+mn-ea"/>
          <a:cs typeface="+mn-cs"/>
        </a:defRPr>
      </a:lvl4pPr>
      <a:lvl5pPr marL="2434486" algn="l" defTabSz="608575" rtl="0" eaLnBrk="1" latinLnBrk="0" hangingPunct="1">
        <a:defRPr sz="2400" kern="1200">
          <a:solidFill>
            <a:schemeClr val="tx1"/>
          </a:solidFill>
          <a:latin typeface="+mn-lt"/>
          <a:ea typeface="+mn-ea"/>
          <a:cs typeface="+mn-cs"/>
        </a:defRPr>
      </a:lvl5pPr>
      <a:lvl6pPr marL="3043060" algn="l" defTabSz="608575" rtl="0" eaLnBrk="1" latinLnBrk="0" hangingPunct="1">
        <a:defRPr sz="2400" kern="1200">
          <a:solidFill>
            <a:schemeClr val="tx1"/>
          </a:solidFill>
          <a:latin typeface="+mn-lt"/>
          <a:ea typeface="+mn-ea"/>
          <a:cs typeface="+mn-cs"/>
        </a:defRPr>
      </a:lvl6pPr>
      <a:lvl7pPr marL="3651623" algn="l" defTabSz="608575" rtl="0" eaLnBrk="1" latinLnBrk="0" hangingPunct="1">
        <a:defRPr sz="2400" kern="1200">
          <a:solidFill>
            <a:schemeClr val="tx1"/>
          </a:solidFill>
          <a:latin typeface="+mn-lt"/>
          <a:ea typeface="+mn-ea"/>
          <a:cs typeface="+mn-cs"/>
        </a:defRPr>
      </a:lvl7pPr>
      <a:lvl8pPr marL="4260267" algn="l" defTabSz="608575" rtl="0" eaLnBrk="1" latinLnBrk="0" hangingPunct="1">
        <a:defRPr sz="2400" kern="1200">
          <a:solidFill>
            <a:schemeClr val="tx1"/>
          </a:solidFill>
          <a:latin typeface="+mn-lt"/>
          <a:ea typeface="+mn-ea"/>
          <a:cs typeface="+mn-cs"/>
        </a:defRPr>
      </a:lvl8pPr>
      <a:lvl9pPr marL="4868898" algn="l" defTabSz="608575"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304800" y="268288"/>
            <a:ext cx="5486400" cy="598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6400800" y="255588"/>
            <a:ext cx="5486400" cy="600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ltLang="x-none"/>
              <a:t>Edit Master text styles</a:t>
            </a:r>
          </a:p>
          <a:p>
            <a:pPr lvl="1"/>
            <a:r>
              <a:rPr lang="en-US" altLang="x-none"/>
              <a:t>Second level</a:t>
            </a:r>
          </a:p>
          <a:p>
            <a:pPr lvl="2"/>
            <a:r>
              <a:rPr lang="en-US" altLang="x-none"/>
              <a:t>Third level</a:t>
            </a:r>
          </a:p>
          <a:p>
            <a:pPr lvl="3"/>
            <a:r>
              <a:rPr lang="en-US" altLang="x-none"/>
              <a:t>Fourth level</a:t>
            </a:r>
          </a:p>
          <a:p>
            <a:pPr lvl="4"/>
            <a:r>
              <a:rPr lang="en-US" altLang="x-none"/>
              <a:t>Fifth level</a:t>
            </a:r>
          </a:p>
        </p:txBody>
      </p:sp>
      <p:sp>
        <p:nvSpPr>
          <p:cNvPr id="7" name="Slide Number Placeholder 6"/>
          <p:cNvSpPr>
            <a:spLocks noGrp="1"/>
          </p:cNvSpPr>
          <p:nvPr>
            <p:ph type="sldNum" sz="quarter" idx="4"/>
          </p:nvPr>
        </p:nvSpPr>
        <p:spPr>
          <a:xfrm>
            <a:off x="9144000" y="6435725"/>
            <a:ext cx="2743200" cy="182563"/>
          </a:xfrm>
          <a:prstGeom prst="rect">
            <a:avLst/>
          </a:prstGeom>
        </p:spPr>
        <p:txBody>
          <a:bodyPr vert="horz" wrap="square" lIns="0" tIns="0" rIns="0" bIns="0" numCol="1" anchor="ctr" anchorCtr="0" compatLnSpc="1">
            <a:prstTxWarp prst="textNoShape">
              <a:avLst/>
            </a:prstTxWarp>
          </a:bodyPr>
          <a:lstStyle>
            <a:lvl1pPr algn="r" defTabSz="912813" eaLnBrk="1" hangingPunct="1">
              <a:defRPr sz="800">
                <a:solidFill>
                  <a:srgbClr val="000000"/>
                </a:solidFill>
                <a:ea typeface="Arial" charset="0"/>
                <a:cs typeface="Arial" charset="0"/>
              </a:defRPr>
            </a:lvl1pPr>
          </a:lstStyle>
          <a:p>
            <a:pPr fontAlgn="base">
              <a:spcBef>
                <a:spcPct val="0"/>
              </a:spcBef>
              <a:spcAft>
                <a:spcPct val="0"/>
              </a:spcAft>
            </a:pPr>
            <a:fld id="{36578B87-DE0A-A647-AD15-128FCA0B2A0F}" type="slidenum">
              <a:rPr lang="en-US" altLang="x-none"/>
              <a:pPr fontAlgn="base">
                <a:spcBef>
                  <a:spcPct val="0"/>
                </a:spcBef>
                <a:spcAft>
                  <a:spcPct val="0"/>
                </a:spcAft>
              </a:pPr>
              <a:t>‹#›</a:t>
            </a:fld>
            <a:endParaRPr lang="en-US" altLang="x-none"/>
          </a:p>
        </p:txBody>
      </p:sp>
      <p:sp>
        <p:nvSpPr>
          <p:cNvPr id="9" name="Footer Placeholder 8"/>
          <p:cNvSpPr>
            <a:spLocks noGrp="1"/>
          </p:cNvSpPr>
          <p:nvPr>
            <p:ph type="ftr" sz="quarter" idx="3"/>
          </p:nvPr>
        </p:nvSpPr>
        <p:spPr>
          <a:xfrm>
            <a:off x="304800" y="6435725"/>
            <a:ext cx="8534400" cy="182563"/>
          </a:xfrm>
          <a:prstGeom prst="rect">
            <a:avLst/>
          </a:prstGeom>
        </p:spPr>
        <p:txBody>
          <a:bodyPr vert="horz" wrap="square" lIns="0" tIns="0" rIns="0" bIns="0" numCol="1" anchor="ctr" anchorCtr="0" compatLnSpc="1">
            <a:prstTxWarp prst="textNoShape">
              <a:avLst/>
            </a:prstTxWarp>
          </a:bodyPr>
          <a:lstStyle>
            <a:lvl1pPr defTabSz="912813" eaLnBrk="1" hangingPunct="1">
              <a:defRPr sz="800">
                <a:solidFill>
                  <a:srgbClr val="000000"/>
                </a:solidFill>
                <a:ea typeface="Arial" charset="0"/>
                <a:cs typeface="Arial" charset="0"/>
              </a:defRPr>
            </a:lvl1pPr>
          </a:lstStyle>
          <a:p>
            <a:pPr fontAlgn="base">
              <a:spcBef>
                <a:spcPct val="0"/>
              </a:spcBef>
              <a:spcAft>
                <a:spcPct val="0"/>
              </a:spcAft>
            </a:pPr>
            <a:r>
              <a:rPr lang="de-DE" altLang="x-none"/>
              <a:t>PartnerWorld 2018 / DOC ID / March 21, 2018 / © 2018 IBM Corporation</a:t>
            </a:r>
            <a:endParaRPr lang="en-US" altLang="x-none"/>
          </a:p>
        </p:txBody>
      </p:sp>
    </p:spTree>
    <p:extLst>
      <p:ext uri="{BB962C8B-B14F-4D97-AF65-F5344CB8AC3E}">
        <p14:creationId xmlns:p14="http://schemas.microsoft.com/office/powerpoint/2010/main" val="815082123"/>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 id="2147483713" r:id="rId13"/>
    <p:sldLayoutId id="2147483714" r:id="rId14"/>
    <p:sldLayoutId id="2147483715" r:id="rId15"/>
    <p:sldLayoutId id="2147483716" r:id="rId16"/>
    <p:sldLayoutId id="2147483717" r:id="rId17"/>
    <p:sldLayoutId id="2147483718" r:id="rId18"/>
    <p:sldLayoutId id="2147483719" r:id="rId19"/>
    <p:sldLayoutId id="2147483720" r:id="rId20"/>
    <p:sldLayoutId id="2147483721" r:id="rId21"/>
    <p:sldLayoutId id="2147483722" r:id="rId22"/>
    <p:sldLayoutId id="2147483723" r:id="rId23"/>
    <p:sldLayoutId id="2147483724" r:id="rId24"/>
    <p:sldLayoutId id="2147483725" r:id="rId25"/>
    <p:sldLayoutId id="2147483726" r:id="rId26"/>
    <p:sldLayoutId id="2147483727" r:id="rId27"/>
    <p:sldLayoutId id="2147483728" r:id="rId28"/>
  </p:sldLayoutIdLst>
  <p:hf hdr="0" dt="0"/>
  <p:txStyles>
    <p:titleStyle>
      <a:lvl1pPr algn="l" defTabSz="608013" rtl="0" eaLnBrk="0" fontAlgn="base" hangingPunct="0">
        <a:lnSpc>
          <a:spcPct val="90000"/>
        </a:lnSpc>
        <a:spcBef>
          <a:spcPct val="0"/>
        </a:spcBef>
        <a:spcAft>
          <a:spcPct val="0"/>
        </a:spcAft>
        <a:defRPr sz="3200" kern="1200">
          <a:solidFill>
            <a:schemeClr val="tx1"/>
          </a:solidFill>
          <a:latin typeface="+mj-lt"/>
          <a:ea typeface="Arial" charset="0"/>
          <a:cs typeface="Arial" charset="0"/>
        </a:defRPr>
      </a:lvl1pPr>
      <a:lvl2pPr algn="l" defTabSz="608013" rtl="0" eaLnBrk="0" fontAlgn="base" hangingPunct="0">
        <a:lnSpc>
          <a:spcPct val="90000"/>
        </a:lnSpc>
        <a:spcBef>
          <a:spcPct val="0"/>
        </a:spcBef>
        <a:spcAft>
          <a:spcPct val="0"/>
        </a:spcAft>
        <a:defRPr sz="3200">
          <a:solidFill>
            <a:schemeClr val="tx1"/>
          </a:solidFill>
          <a:latin typeface="IBM Plex Sans" panose="020B0503050000000000" pitchFamily="34" charset="0"/>
          <a:ea typeface="Arial" charset="0"/>
          <a:cs typeface="Arial" panose="020B0604020202020204" pitchFamily="34" charset="0"/>
        </a:defRPr>
      </a:lvl2pPr>
      <a:lvl3pPr algn="l" defTabSz="608013" rtl="0" eaLnBrk="0" fontAlgn="base" hangingPunct="0">
        <a:lnSpc>
          <a:spcPct val="90000"/>
        </a:lnSpc>
        <a:spcBef>
          <a:spcPct val="0"/>
        </a:spcBef>
        <a:spcAft>
          <a:spcPct val="0"/>
        </a:spcAft>
        <a:defRPr sz="3200">
          <a:solidFill>
            <a:schemeClr val="tx1"/>
          </a:solidFill>
          <a:latin typeface="IBM Plex Sans" panose="020B0503050000000000" pitchFamily="34" charset="0"/>
          <a:ea typeface="Arial" charset="0"/>
          <a:cs typeface="Arial" panose="020B0604020202020204" pitchFamily="34" charset="0"/>
        </a:defRPr>
      </a:lvl3pPr>
      <a:lvl4pPr algn="l" defTabSz="608013" rtl="0" eaLnBrk="0" fontAlgn="base" hangingPunct="0">
        <a:lnSpc>
          <a:spcPct val="90000"/>
        </a:lnSpc>
        <a:spcBef>
          <a:spcPct val="0"/>
        </a:spcBef>
        <a:spcAft>
          <a:spcPct val="0"/>
        </a:spcAft>
        <a:defRPr sz="3200">
          <a:solidFill>
            <a:schemeClr val="tx1"/>
          </a:solidFill>
          <a:latin typeface="IBM Plex Sans" panose="020B0503050000000000" pitchFamily="34" charset="0"/>
          <a:ea typeface="Arial" charset="0"/>
          <a:cs typeface="Arial" panose="020B0604020202020204" pitchFamily="34" charset="0"/>
        </a:defRPr>
      </a:lvl4pPr>
      <a:lvl5pPr algn="l" defTabSz="608013" rtl="0" eaLnBrk="0" fontAlgn="base" hangingPunct="0">
        <a:lnSpc>
          <a:spcPct val="90000"/>
        </a:lnSpc>
        <a:spcBef>
          <a:spcPct val="0"/>
        </a:spcBef>
        <a:spcAft>
          <a:spcPct val="0"/>
        </a:spcAft>
        <a:defRPr sz="3200">
          <a:solidFill>
            <a:schemeClr val="tx1"/>
          </a:solidFill>
          <a:latin typeface="IBM Plex Sans" panose="020B0503050000000000" pitchFamily="34" charset="0"/>
          <a:ea typeface="Arial" charset="0"/>
          <a:cs typeface="Arial" panose="020B0604020202020204" pitchFamily="34" charset="0"/>
        </a:defRPr>
      </a:lvl5pPr>
      <a:lvl6pPr marL="457200" algn="l" defTabSz="608013" rtl="0" fontAlgn="base">
        <a:lnSpc>
          <a:spcPct val="90000"/>
        </a:lnSpc>
        <a:spcBef>
          <a:spcPct val="0"/>
        </a:spcBef>
        <a:spcAft>
          <a:spcPct val="0"/>
        </a:spcAft>
        <a:defRPr sz="3200">
          <a:solidFill>
            <a:schemeClr val="tx1"/>
          </a:solidFill>
          <a:latin typeface="IBM Plex Sans" panose="020B0503050000000000" pitchFamily="34" charset="0"/>
          <a:cs typeface="Arial" panose="020B0604020202020204" pitchFamily="34" charset="0"/>
        </a:defRPr>
      </a:lvl6pPr>
      <a:lvl7pPr marL="914400" algn="l" defTabSz="608013" rtl="0" fontAlgn="base">
        <a:lnSpc>
          <a:spcPct val="90000"/>
        </a:lnSpc>
        <a:spcBef>
          <a:spcPct val="0"/>
        </a:spcBef>
        <a:spcAft>
          <a:spcPct val="0"/>
        </a:spcAft>
        <a:defRPr sz="3200">
          <a:solidFill>
            <a:schemeClr val="tx1"/>
          </a:solidFill>
          <a:latin typeface="IBM Plex Sans" panose="020B0503050000000000" pitchFamily="34" charset="0"/>
          <a:cs typeface="Arial" panose="020B0604020202020204" pitchFamily="34" charset="0"/>
        </a:defRPr>
      </a:lvl7pPr>
      <a:lvl8pPr marL="1371600" algn="l" defTabSz="608013" rtl="0" fontAlgn="base">
        <a:lnSpc>
          <a:spcPct val="90000"/>
        </a:lnSpc>
        <a:spcBef>
          <a:spcPct val="0"/>
        </a:spcBef>
        <a:spcAft>
          <a:spcPct val="0"/>
        </a:spcAft>
        <a:defRPr sz="3200">
          <a:solidFill>
            <a:schemeClr val="tx1"/>
          </a:solidFill>
          <a:latin typeface="IBM Plex Sans" panose="020B0503050000000000" pitchFamily="34" charset="0"/>
          <a:cs typeface="Arial" panose="020B0604020202020204" pitchFamily="34" charset="0"/>
        </a:defRPr>
      </a:lvl8pPr>
      <a:lvl9pPr marL="1828800" algn="l" defTabSz="608013" rtl="0" fontAlgn="base">
        <a:lnSpc>
          <a:spcPct val="90000"/>
        </a:lnSpc>
        <a:spcBef>
          <a:spcPct val="0"/>
        </a:spcBef>
        <a:spcAft>
          <a:spcPct val="0"/>
        </a:spcAft>
        <a:defRPr sz="3200">
          <a:solidFill>
            <a:schemeClr val="tx1"/>
          </a:solidFill>
          <a:latin typeface="IBM Plex Sans" panose="020B0503050000000000" pitchFamily="34" charset="0"/>
          <a:cs typeface="Arial" panose="020B0604020202020204" pitchFamily="34" charset="0"/>
        </a:defRPr>
      </a:lvl9pPr>
    </p:titleStyle>
    <p:bodyStyle>
      <a:lvl1pPr algn="l" defTabSz="608013" rtl="0" eaLnBrk="0" fontAlgn="base" hangingPunct="0">
        <a:spcBef>
          <a:spcPts val="1463"/>
        </a:spcBef>
        <a:spcAft>
          <a:spcPct val="0"/>
        </a:spcAft>
        <a:buFont typeface="Arial" charset="0"/>
        <a:defRPr kern="1200">
          <a:solidFill>
            <a:schemeClr val="tx1"/>
          </a:solidFill>
          <a:latin typeface="+mn-lt"/>
          <a:ea typeface="Arial" charset="0"/>
          <a:cs typeface="Arial" charset="0"/>
        </a:defRPr>
      </a:lvl1pPr>
      <a:lvl2pPr marL="230188" indent="-230188" algn="l" defTabSz="608013" rtl="0" eaLnBrk="0" fontAlgn="base" hangingPunct="0">
        <a:spcBef>
          <a:spcPts val="1463"/>
        </a:spcBef>
        <a:spcAft>
          <a:spcPct val="0"/>
        </a:spcAft>
        <a:buFont typeface="Arial" charset="0"/>
        <a:buChar char="–"/>
        <a:defRPr kern="1200">
          <a:solidFill>
            <a:schemeClr val="tx1"/>
          </a:solidFill>
          <a:latin typeface="+mn-lt"/>
          <a:ea typeface="Arial" charset="0"/>
          <a:cs typeface="Arial" charset="0"/>
        </a:defRPr>
      </a:lvl2pPr>
      <a:lvl3pPr marL="528638" indent="-230188" algn="l" defTabSz="608013" rtl="0" eaLnBrk="0" fontAlgn="base" hangingPunct="0">
        <a:spcBef>
          <a:spcPts val="1463"/>
        </a:spcBef>
        <a:spcAft>
          <a:spcPct val="0"/>
        </a:spcAft>
        <a:buFont typeface="Arial" charset="0"/>
        <a:buChar char="•"/>
        <a:defRPr kern="1200">
          <a:solidFill>
            <a:schemeClr val="tx1"/>
          </a:solidFill>
          <a:latin typeface="+mn-lt"/>
          <a:ea typeface="Arial" charset="0"/>
          <a:cs typeface="Arial" charset="0"/>
        </a:defRPr>
      </a:lvl3pPr>
      <a:lvl4pPr marL="833438" indent="-223838" algn="l" defTabSz="608013" rtl="0" eaLnBrk="0" fontAlgn="base" hangingPunct="0">
        <a:spcBef>
          <a:spcPts val="1463"/>
        </a:spcBef>
        <a:spcAft>
          <a:spcPct val="0"/>
        </a:spcAft>
        <a:buFont typeface="Arial" charset="0"/>
        <a:buChar char="–"/>
        <a:defRPr kern="1200">
          <a:solidFill>
            <a:schemeClr val="tx1"/>
          </a:solidFill>
          <a:latin typeface="+mn-lt"/>
          <a:ea typeface="Arial" charset="0"/>
          <a:cs typeface="Arial" charset="0"/>
        </a:defRPr>
      </a:lvl4pPr>
      <a:lvl5pPr marL="1069975" indent="-230188" algn="l" defTabSz="608013" rtl="0" eaLnBrk="0" fontAlgn="base" hangingPunct="0">
        <a:spcBef>
          <a:spcPts val="1463"/>
        </a:spcBef>
        <a:spcAft>
          <a:spcPct val="0"/>
        </a:spcAft>
        <a:buFont typeface="Arial" charset="0"/>
        <a:buChar char="»"/>
        <a:defRPr kern="1200">
          <a:solidFill>
            <a:schemeClr val="tx1"/>
          </a:solidFill>
          <a:latin typeface="+mn-lt"/>
          <a:ea typeface="Arial" charset="0"/>
          <a:cs typeface="Arial"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268225"/>
            <a:ext cx="5486400" cy="5988135"/>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3" name="Text Placeholder 2"/>
          <p:cNvSpPr>
            <a:spLocks noGrp="1"/>
          </p:cNvSpPr>
          <p:nvPr>
            <p:ph type="body" idx="1"/>
          </p:nvPr>
        </p:nvSpPr>
        <p:spPr>
          <a:xfrm>
            <a:off x="6400800" y="256033"/>
            <a:ext cx="5486400" cy="6000327"/>
          </a:xfrm>
          <a:prstGeom prst="rect">
            <a:avLst/>
          </a:prstGeom>
        </p:spPr>
        <p:txBody>
          <a:bodyPr vert="horz" lIns="0" tIns="0" rIns="0" bIns="0" rtlCol="0">
            <a:noAutofit/>
          </a:body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Slide Number Placeholder 6"/>
          <p:cNvSpPr>
            <a:spLocks noGrp="1"/>
          </p:cNvSpPr>
          <p:nvPr>
            <p:ph type="sldNum" sz="quarter" idx="4"/>
          </p:nvPr>
        </p:nvSpPr>
        <p:spPr>
          <a:xfrm>
            <a:off x="9144000" y="6435307"/>
            <a:ext cx="2743200" cy="182880"/>
          </a:xfrm>
          <a:prstGeom prst="rect">
            <a:avLst/>
          </a:prstGeom>
        </p:spPr>
        <p:txBody>
          <a:bodyPr vert="horz" lIns="0" tIns="0" rIns="0" bIns="0" rtlCol="0" anchor="ctr"/>
          <a:lstStyle>
            <a:lvl1pPr algn="r">
              <a:defRPr sz="800" baseline="0">
                <a:solidFill>
                  <a:schemeClr val="bg2"/>
                </a:solidFill>
                <a:latin typeface="+mn-lt"/>
                <a:ea typeface="Arial" charset="0"/>
                <a:cs typeface="Arial" charset="0"/>
              </a:defRPr>
            </a:lvl1pPr>
          </a:lstStyle>
          <a:p>
            <a:pPr defTabSz="912927"/>
            <a:fld id="{3FD999D4-B456-9943-89B7-30D56181CE18}" type="slidenum">
              <a:rPr lang="en-US" smtClean="0">
                <a:solidFill>
                  <a:srgbClr val="FFFFFF"/>
                </a:solidFill>
              </a:rPr>
              <a:pPr defTabSz="912927"/>
              <a:t>‹#›</a:t>
            </a:fld>
            <a:endParaRPr lang="en-US">
              <a:solidFill>
                <a:srgbClr val="FFFFFF"/>
              </a:solidFill>
            </a:endParaRPr>
          </a:p>
        </p:txBody>
      </p:sp>
      <p:sp>
        <p:nvSpPr>
          <p:cNvPr id="9" name="Footer Placeholder 8"/>
          <p:cNvSpPr>
            <a:spLocks noGrp="1"/>
          </p:cNvSpPr>
          <p:nvPr>
            <p:ph type="ftr" sz="quarter" idx="3"/>
          </p:nvPr>
        </p:nvSpPr>
        <p:spPr>
          <a:xfrm>
            <a:off x="304800" y="6435307"/>
            <a:ext cx="8534400" cy="182880"/>
          </a:xfrm>
          <a:prstGeom prst="rect">
            <a:avLst/>
          </a:prstGeom>
        </p:spPr>
        <p:txBody>
          <a:bodyPr vert="horz" lIns="0" tIns="0" rIns="0" bIns="0" rtlCol="0" anchor="ctr"/>
          <a:lstStyle>
            <a:lvl1pPr algn="l">
              <a:defRPr sz="800" baseline="0">
                <a:solidFill>
                  <a:schemeClr val="bg2"/>
                </a:solidFill>
                <a:latin typeface="+mn-lt"/>
                <a:ea typeface="Arial" charset="0"/>
                <a:cs typeface="Arial" charset="0"/>
              </a:defRPr>
            </a:lvl1pPr>
          </a:lstStyle>
          <a:p>
            <a:pPr defTabSz="912927"/>
            <a:r>
              <a:rPr lang="en-US">
                <a:solidFill>
                  <a:srgbClr val="FFFFFF"/>
                </a:solidFill>
              </a:rPr>
              <a:t>IBM Cloud  / February 08, 2018 / © 2018 IBM Corporation</a:t>
            </a:r>
          </a:p>
        </p:txBody>
      </p:sp>
    </p:spTree>
    <p:extLst>
      <p:ext uri="{BB962C8B-B14F-4D97-AF65-F5344CB8AC3E}">
        <p14:creationId xmlns:p14="http://schemas.microsoft.com/office/powerpoint/2010/main" val="46643915"/>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 id="2147483749" r:id="rId17"/>
    <p:sldLayoutId id="2147483750" r:id="rId18"/>
    <p:sldLayoutId id="2147483751" r:id="rId19"/>
    <p:sldLayoutId id="2147483752" r:id="rId20"/>
    <p:sldLayoutId id="2147483753" r:id="rId21"/>
    <p:sldLayoutId id="2147483754" r:id="rId22"/>
    <p:sldLayoutId id="2147483755" r:id="rId23"/>
    <p:sldLayoutId id="2147483756" r:id="rId24"/>
    <p:sldLayoutId id="2147483757" r:id="rId25"/>
    <p:sldLayoutId id="2147483758" r:id="rId26"/>
    <p:sldLayoutId id="2147483759" r:id="rId27"/>
    <p:sldLayoutId id="2147483760" r:id="rId28"/>
    <p:sldLayoutId id="2147483761" r:id="rId29"/>
    <p:sldLayoutId id="2147483762" r:id="rId30"/>
    <p:sldLayoutId id="2147483763" r:id="rId31"/>
    <p:sldLayoutId id="2147483764" r:id="rId32"/>
    <p:sldLayoutId id="2147483765" r:id="rId33"/>
    <p:sldLayoutId id="2147483766" r:id="rId34"/>
    <p:sldLayoutId id="2147483767" r:id="rId35"/>
    <p:sldLayoutId id="2147483768" r:id="rId36"/>
    <p:sldLayoutId id="2147483769" r:id="rId37"/>
    <p:sldLayoutId id="2147483771" r:id="rId38"/>
  </p:sldLayoutIdLst>
  <p:hf sldNum="0" hdr="0" dt="0"/>
  <p:txStyles>
    <p:titleStyle>
      <a:lvl1pPr algn="l" defTabSz="608575" rtl="0" eaLnBrk="1" latinLnBrk="0" hangingPunct="1">
        <a:lnSpc>
          <a:spcPct val="90000"/>
        </a:lnSpc>
        <a:spcBef>
          <a:spcPct val="0"/>
        </a:spcBef>
        <a:buNone/>
        <a:defRPr sz="3200" kern="1200">
          <a:solidFill>
            <a:schemeClr val="bg2"/>
          </a:solidFill>
          <a:latin typeface="+mj-lt"/>
          <a:ea typeface="Arial" charset="0"/>
          <a:cs typeface="Arial" charset="0"/>
        </a:defRPr>
      </a:lvl1pPr>
    </p:titleStyle>
    <p:bodyStyle>
      <a:lvl1pPr marL="0" indent="0" algn="l" defTabSz="608575" rtl="0" eaLnBrk="1" latinLnBrk="0" hangingPunct="1">
        <a:lnSpc>
          <a:spcPct val="100000"/>
        </a:lnSpc>
        <a:spcBef>
          <a:spcPts val="1467"/>
        </a:spcBef>
        <a:buFont typeface="Arial"/>
        <a:buNone/>
        <a:defRPr sz="1867" kern="1200">
          <a:solidFill>
            <a:schemeClr val="bg2"/>
          </a:solidFill>
          <a:latin typeface="+mn-lt"/>
          <a:ea typeface="Arial" charset="0"/>
          <a:cs typeface="Arial" charset="0"/>
        </a:defRPr>
      </a:lvl1pPr>
      <a:lvl2pPr marL="230370" indent="-230370" algn="l" defTabSz="608575" rtl="0" eaLnBrk="1" latinLnBrk="0" hangingPunct="1">
        <a:lnSpc>
          <a:spcPct val="100000"/>
        </a:lnSpc>
        <a:spcBef>
          <a:spcPts val="1467"/>
        </a:spcBef>
        <a:spcAft>
          <a:spcPts val="0"/>
        </a:spcAft>
        <a:buFont typeface="Arial"/>
        <a:buChar char="–"/>
        <a:defRPr sz="1867" kern="1200">
          <a:solidFill>
            <a:schemeClr val="bg2"/>
          </a:solidFill>
          <a:latin typeface="+mn-lt"/>
          <a:ea typeface="Arial" charset="0"/>
          <a:cs typeface="Arial" charset="0"/>
        </a:defRPr>
      </a:lvl2pPr>
      <a:lvl3pPr marL="528300" indent="-230370" algn="l" defTabSz="608575" rtl="0" eaLnBrk="1" latinLnBrk="0" hangingPunct="1">
        <a:lnSpc>
          <a:spcPct val="100000"/>
        </a:lnSpc>
        <a:spcBef>
          <a:spcPts val="1467"/>
        </a:spcBef>
        <a:spcAft>
          <a:spcPts val="0"/>
        </a:spcAft>
        <a:buFont typeface="Arial"/>
        <a:buChar char="•"/>
        <a:defRPr sz="1867" kern="1200">
          <a:solidFill>
            <a:schemeClr val="bg2"/>
          </a:solidFill>
          <a:latin typeface="+mn-lt"/>
          <a:ea typeface="Arial" charset="0"/>
          <a:cs typeface="Arial" charset="0"/>
        </a:defRPr>
      </a:lvl3pPr>
      <a:lvl4pPr marL="832666" indent="-224020" algn="l" defTabSz="608575" rtl="0" eaLnBrk="1" latinLnBrk="0" hangingPunct="1">
        <a:lnSpc>
          <a:spcPct val="100000"/>
        </a:lnSpc>
        <a:spcBef>
          <a:spcPts val="1467"/>
        </a:spcBef>
        <a:spcAft>
          <a:spcPts val="0"/>
        </a:spcAft>
        <a:buFont typeface="Arial"/>
        <a:buChar char="–"/>
        <a:defRPr sz="1867" kern="1200">
          <a:solidFill>
            <a:schemeClr val="bg2"/>
          </a:solidFill>
          <a:latin typeface="+mn-lt"/>
          <a:ea typeface="Arial" charset="0"/>
          <a:cs typeface="Arial" charset="0"/>
        </a:defRPr>
      </a:lvl4pPr>
      <a:lvl5pPr marL="1069300" indent="-230370" algn="l" defTabSz="608575" rtl="0" eaLnBrk="1" latinLnBrk="0" hangingPunct="1">
        <a:lnSpc>
          <a:spcPct val="100000"/>
        </a:lnSpc>
        <a:spcBef>
          <a:spcPts val="1467"/>
        </a:spcBef>
        <a:spcAft>
          <a:spcPts val="0"/>
        </a:spcAft>
        <a:buFont typeface="Arial"/>
        <a:buChar char="»"/>
        <a:defRPr sz="1867" kern="1200">
          <a:solidFill>
            <a:schemeClr val="bg2"/>
          </a:solidFill>
          <a:latin typeface="+mn-lt"/>
          <a:ea typeface="Arial" charset="0"/>
          <a:cs typeface="Arial" charset="0"/>
        </a:defRPr>
      </a:lvl5pPr>
      <a:lvl6pPr marL="3347340" indent="-304280" algn="l" defTabSz="608575" rtl="0" eaLnBrk="1" latinLnBrk="0" hangingPunct="1">
        <a:spcBef>
          <a:spcPct val="20000"/>
        </a:spcBef>
        <a:buFont typeface="Arial"/>
        <a:buChar char="•"/>
        <a:defRPr sz="2667" kern="1200">
          <a:solidFill>
            <a:schemeClr val="tx1"/>
          </a:solidFill>
          <a:latin typeface="+mn-lt"/>
          <a:ea typeface="+mn-ea"/>
          <a:cs typeface="+mn-cs"/>
        </a:defRPr>
      </a:lvl6pPr>
      <a:lvl7pPr marL="3955986" indent="-304280" algn="l" defTabSz="608575" rtl="0" eaLnBrk="1" latinLnBrk="0" hangingPunct="1">
        <a:spcBef>
          <a:spcPct val="20000"/>
        </a:spcBef>
        <a:buFont typeface="Arial"/>
        <a:buChar char="•"/>
        <a:defRPr sz="2667" kern="1200">
          <a:solidFill>
            <a:schemeClr val="tx1"/>
          </a:solidFill>
          <a:latin typeface="+mn-lt"/>
          <a:ea typeface="+mn-ea"/>
          <a:cs typeface="+mn-cs"/>
        </a:defRPr>
      </a:lvl7pPr>
      <a:lvl8pPr marL="4564585" indent="-304280" algn="l" defTabSz="608575" rtl="0" eaLnBrk="1" latinLnBrk="0" hangingPunct="1">
        <a:spcBef>
          <a:spcPct val="20000"/>
        </a:spcBef>
        <a:buFont typeface="Arial"/>
        <a:buChar char="•"/>
        <a:defRPr sz="2667" kern="1200">
          <a:solidFill>
            <a:schemeClr val="tx1"/>
          </a:solidFill>
          <a:latin typeface="+mn-lt"/>
          <a:ea typeface="+mn-ea"/>
          <a:cs typeface="+mn-cs"/>
        </a:defRPr>
      </a:lvl8pPr>
      <a:lvl9pPr marL="5173193" indent="-304280" algn="l" defTabSz="60857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8575" rtl="0" eaLnBrk="1" latinLnBrk="0" hangingPunct="1">
        <a:defRPr sz="2400" kern="1200">
          <a:solidFill>
            <a:schemeClr val="tx1"/>
          </a:solidFill>
          <a:latin typeface="+mn-lt"/>
          <a:ea typeface="+mn-ea"/>
          <a:cs typeface="+mn-cs"/>
        </a:defRPr>
      </a:lvl1pPr>
      <a:lvl2pPr marL="608575" algn="l" defTabSz="608575" rtl="0" eaLnBrk="1" latinLnBrk="0" hangingPunct="1">
        <a:defRPr sz="2400" kern="1200">
          <a:solidFill>
            <a:schemeClr val="tx1"/>
          </a:solidFill>
          <a:latin typeface="+mn-lt"/>
          <a:ea typeface="+mn-ea"/>
          <a:cs typeface="+mn-cs"/>
        </a:defRPr>
      </a:lvl2pPr>
      <a:lvl3pPr marL="1217244" algn="l" defTabSz="608575" rtl="0" eaLnBrk="1" latinLnBrk="0" hangingPunct="1">
        <a:defRPr sz="2400" kern="1200">
          <a:solidFill>
            <a:schemeClr val="tx1"/>
          </a:solidFill>
          <a:latin typeface="+mn-lt"/>
          <a:ea typeface="+mn-ea"/>
          <a:cs typeface="+mn-cs"/>
        </a:defRPr>
      </a:lvl3pPr>
      <a:lvl4pPr marL="1825853" algn="l" defTabSz="608575" rtl="0" eaLnBrk="1" latinLnBrk="0" hangingPunct="1">
        <a:defRPr sz="2400" kern="1200">
          <a:solidFill>
            <a:schemeClr val="tx1"/>
          </a:solidFill>
          <a:latin typeface="+mn-lt"/>
          <a:ea typeface="+mn-ea"/>
          <a:cs typeface="+mn-cs"/>
        </a:defRPr>
      </a:lvl4pPr>
      <a:lvl5pPr marL="2434486" algn="l" defTabSz="608575" rtl="0" eaLnBrk="1" latinLnBrk="0" hangingPunct="1">
        <a:defRPr sz="2400" kern="1200">
          <a:solidFill>
            <a:schemeClr val="tx1"/>
          </a:solidFill>
          <a:latin typeface="+mn-lt"/>
          <a:ea typeface="+mn-ea"/>
          <a:cs typeface="+mn-cs"/>
        </a:defRPr>
      </a:lvl5pPr>
      <a:lvl6pPr marL="3043060" algn="l" defTabSz="608575" rtl="0" eaLnBrk="1" latinLnBrk="0" hangingPunct="1">
        <a:defRPr sz="2400" kern="1200">
          <a:solidFill>
            <a:schemeClr val="tx1"/>
          </a:solidFill>
          <a:latin typeface="+mn-lt"/>
          <a:ea typeface="+mn-ea"/>
          <a:cs typeface="+mn-cs"/>
        </a:defRPr>
      </a:lvl6pPr>
      <a:lvl7pPr marL="3651623" algn="l" defTabSz="608575" rtl="0" eaLnBrk="1" latinLnBrk="0" hangingPunct="1">
        <a:defRPr sz="2400" kern="1200">
          <a:solidFill>
            <a:schemeClr val="tx1"/>
          </a:solidFill>
          <a:latin typeface="+mn-lt"/>
          <a:ea typeface="+mn-ea"/>
          <a:cs typeface="+mn-cs"/>
        </a:defRPr>
      </a:lvl7pPr>
      <a:lvl8pPr marL="4260267" algn="l" defTabSz="608575" rtl="0" eaLnBrk="1" latinLnBrk="0" hangingPunct="1">
        <a:defRPr sz="2400" kern="1200">
          <a:solidFill>
            <a:schemeClr val="tx1"/>
          </a:solidFill>
          <a:latin typeface="+mn-lt"/>
          <a:ea typeface="+mn-ea"/>
          <a:cs typeface="+mn-cs"/>
        </a:defRPr>
      </a:lvl8pPr>
      <a:lvl9pPr marL="4868898" algn="l" defTabSz="608575"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296">
          <p15:clr>
            <a:srgbClr val="F26B43"/>
          </p15:clr>
        </p15:guide>
        <p15:guide id="2" orient="horz" pos="1619">
          <p15:clr>
            <a:srgbClr val="F26B43"/>
          </p15:clr>
        </p15:guide>
        <p15:guide id="3" orient="horz" pos="1216">
          <p15:clr>
            <a:srgbClr val="F26B43"/>
          </p15:clr>
        </p15:guide>
        <p15:guide id="5" orient="horz" pos="813">
          <p15:clr>
            <a:srgbClr val="F26B43"/>
          </p15:clr>
        </p15:guide>
        <p15:guide id="7" orient="horz" pos="2022">
          <p15:clr>
            <a:srgbClr val="F26B43"/>
          </p15:clr>
        </p15:guide>
        <p15:guide id="8" orient="horz" pos="2426">
          <p15:clr>
            <a:srgbClr val="F26B43"/>
          </p15:clr>
        </p15:guide>
        <p15:guide id="9" orient="horz" pos="2829">
          <p15:clr>
            <a:srgbClr val="F26B43"/>
          </p15:clr>
        </p15:guide>
        <p15:guide id="11" pos="2880">
          <p15:clr>
            <a:srgbClr val="F26B43"/>
          </p15:clr>
        </p15:guide>
        <p15:guide id="13" pos="2736">
          <p15:clr>
            <a:srgbClr val="F26B43"/>
          </p15:clr>
        </p15:guide>
        <p15:guide id="15" pos="1584">
          <p15:clr>
            <a:srgbClr val="F26B43"/>
          </p15:clr>
        </p15:guide>
        <p15:guide id="17" pos="1440">
          <p15:clr>
            <a:srgbClr val="F26B43"/>
          </p15:clr>
        </p15:guide>
        <p15:guide id="20" pos="3024">
          <p15:clr>
            <a:srgbClr val="F26B43"/>
          </p15:clr>
        </p15:guide>
        <p15:guide id="22" pos="4320">
          <p15:clr>
            <a:srgbClr val="F26B43"/>
          </p15:clr>
        </p15:guide>
        <p15:guide id="24" pos="144">
          <p15:clr>
            <a:srgbClr val="F26B43"/>
          </p15:clr>
        </p15:guide>
        <p15:guide id="26" pos="5616">
          <p15:clr>
            <a:srgbClr val="F26B43"/>
          </p15:clr>
        </p15:guide>
        <p15:guide id="27" orient="horz" pos="142">
          <p15:clr>
            <a:srgbClr val="F26B43"/>
          </p15:clr>
        </p15:guide>
        <p15:guide id="31" pos="4176">
          <p15:clr>
            <a:srgbClr val="F26B43"/>
          </p15:clr>
        </p15:guide>
        <p15:guide id="32" pos="4464">
          <p15:clr>
            <a:srgbClr val="F26B43"/>
          </p15:clr>
        </p15:guide>
        <p15:guide id="34" orient="horz" pos="3098">
          <p15:clr>
            <a:srgbClr val="F26B43"/>
          </p15:clr>
        </p15:guide>
        <p15:guide id="35" orient="horz" pos="420">
          <p15:clr>
            <a:srgbClr val="F26B43"/>
          </p15:clr>
        </p15:guide>
        <p15:guide id="36" orient="horz" pos="732">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268225"/>
            <a:ext cx="5486400" cy="5988135"/>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3" name="Text Placeholder 2"/>
          <p:cNvSpPr>
            <a:spLocks noGrp="1"/>
          </p:cNvSpPr>
          <p:nvPr>
            <p:ph type="body" idx="1"/>
          </p:nvPr>
        </p:nvSpPr>
        <p:spPr>
          <a:xfrm>
            <a:off x="6400800" y="256033"/>
            <a:ext cx="5486400" cy="6000327"/>
          </a:xfrm>
          <a:prstGeom prst="rect">
            <a:avLst/>
          </a:prstGeom>
        </p:spPr>
        <p:txBody>
          <a:bodyPr vert="horz" lIns="0" tIns="0" rIns="0" bIns="0" rtlCol="0">
            <a:noAutofit/>
          </a:body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Slide Number Placeholder 6"/>
          <p:cNvSpPr>
            <a:spLocks noGrp="1"/>
          </p:cNvSpPr>
          <p:nvPr>
            <p:ph type="sldNum" sz="quarter" idx="4"/>
          </p:nvPr>
        </p:nvSpPr>
        <p:spPr>
          <a:xfrm>
            <a:off x="9144000" y="6435307"/>
            <a:ext cx="2743200" cy="182880"/>
          </a:xfrm>
          <a:prstGeom prst="rect">
            <a:avLst/>
          </a:prstGeom>
        </p:spPr>
        <p:txBody>
          <a:bodyPr vert="horz" lIns="0" tIns="0" rIns="0" bIns="0" rtlCol="0" anchor="ctr"/>
          <a:lstStyle>
            <a:lvl1pPr algn="r">
              <a:defRPr sz="800" baseline="0">
                <a:solidFill>
                  <a:schemeClr val="bg2"/>
                </a:solidFill>
                <a:latin typeface="+mn-lt"/>
                <a:ea typeface="Arial" charset="0"/>
                <a:cs typeface="Arial" charset="0"/>
              </a:defRPr>
            </a:lvl1pPr>
          </a:lstStyle>
          <a:p>
            <a:pPr defTabSz="912927"/>
            <a:fld id="{3FD999D4-B456-9943-89B7-30D56181CE18}" type="slidenum">
              <a:rPr lang="en-US" smtClean="0">
                <a:solidFill>
                  <a:srgbClr val="FFFFFF"/>
                </a:solidFill>
              </a:rPr>
              <a:pPr defTabSz="912927"/>
              <a:t>‹#›</a:t>
            </a:fld>
            <a:endParaRPr lang="en-US">
              <a:solidFill>
                <a:srgbClr val="FFFFFF"/>
              </a:solidFill>
            </a:endParaRPr>
          </a:p>
        </p:txBody>
      </p:sp>
      <p:sp>
        <p:nvSpPr>
          <p:cNvPr id="9" name="Footer Placeholder 8"/>
          <p:cNvSpPr>
            <a:spLocks noGrp="1"/>
          </p:cNvSpPr>
          <p:nvPr>
            <p:ph type="ftr" sz="quarter" idx="3"/>
          </p:nvPr>
        </p:nvSpPr>
        <p:spPr>
          <a:xfrm>
            <a:off x="304800" y="6435307"/>
            <a:ext cx="8534400" cy="182880"/>
          </a:xfrm>
          <a:prstGeom prst="rect">
            <a:avLst/>
          </a:prstGeom>
        </p:spPr>
        <p:txBody>
          <a:bodyPr vert="horz" lIns="0" tIns="0" rIns="0" bIns="0" rtlCol="0" anchor="ctr"/>
          <a:lstStyle>
            <a:lvl1pPr algn="l">
              <a:defRPr sz="800" baseline="0">
                <a:solidFill>
                  <a:schemeClr val="bg2"/>
                </a:solidFill>
                <a:latin typeface="+mn-lt"/>
                <a:ea typeface="Arial" charset="0"/>
                <a:cs typeface="Arial" charset="0"/>
              </a:defRPr>
            </a:lvl1pPr>
          </a:lstStyle>
          <a:p>
            <a:pPr defTabSz="912927"/>
            <a:r>
              <a:rPr lang="en-US">
                <a:solidFill>
                  <a:srgbClr val="FFFFFF"/>
                </a:solidFill>
              </a:rPr>
              <a:t>IBM Cloud  / February 08, 2018 / © 2018 IBM Corporation</a:t>
            </a:r>
          </a:p>
        </p:txBody>
      </p:sp>
    </p:spTree>
    <p:extLst>
      <p:ext uri="{BB962C8B-B14F-4D97-AF65-F5344CB8AC3E}">
        <p14:creationId xmlns:p14="http://schemas.microsoft.com/office/powerpoint/2010/main" val="1450746769"/>
      </p:ext>
    </p:extLst>
  </p:cSld>
  <p:clrMap bg1="lt1" tx1="dk1" bg2="lt2" tx2="dk2" accent1="accent1" accent2="accent2" accent3="accent3" accent4="accent4" accent5="accent5" accent6="accent6" hlink="hlink" folHlink="folHlink"/>
  <p:sldLayoutIdLst>
    <p:sldLayoutId id="2147483773" r:id="rId1"/>
    <p:sldLayoutId id="2147483774" r:id="rId2"/>
    <p:sldLayoutId id="2147483775" r:id="rId3"/>
    <p:sldLayoutId id="2147483776" r:id="rId4"/>
    <p:sldLayoutId id="2147483777" r:id="rId5"/>
    <p:sldLayoutId id="2147483778" r:id="rId6"/>
    <p:sldLayoutId id="2147483779" r:id="rId7"/>
    <p:sldLayoutId id="2147483780" r:id="rId8"/>
    <p:sldLayoutId id="2147483781" r:id="rId9"/>
    <p:sldLayoutId id="2147483782" r:id="rId10"/>
    <p:sldLayoutId id="2147483783" r:id="rId11"/>
    <p:sldLayoutId id="2147483784" r:id="rId12"/>
    <p:sldLayoutId id="2147483785" r:id="rId13"/>
    <p:sldLayoutId id="2147483786" r:id="rId14"/>
    <p:sldLayoutId id="2147483787" r:id="rId15"/>
    <p:sldLayoutId id="2147483788" r:id="rId16"/>
    <p:sldLayoutId id="2147483789" r:id="rId17"/>
    <p:sldLayoutId id="2147483790" r:id="rId18"/>
    <p:sldLayoutId id="2147483791" r:id="rId19"/>
    <p:sldLayoutId id="2147483792" r:id="rId20"/>
    <p:sldLayoutId id="2147483793" r:id="rId21"/>
    <p:sldLayoutId id="2147483794" r:id="rId22"/>
    <p:sldLayoutId id="2147483795" r:id="rId23"/>
    <p:sldLayoutId id="2147483796" r:id="rId24"/>
    <p:sldLayoutId id="2147483797" r:id="rId25"/>
    <p:sldLayoutId id="2147483798" r:id="rId26"/>
    <p:sldLayoutId id="2147483799" r:id="rId27"/>
    <p:sldLayoutId id="2147483800" r:id="rId28"/>
    <p:sldLayoutId id="2147483801" r:id="rId29"/>
    <p:sldLayoutId id="2147483802" r:id="rId30"/>
    <p:sldLayoutId id="2147483803" r:id="rId31"/>
    <p:sldLayoutId id="2147483804" r:id="rId32"/>
    <p:sldLayoutId id="2147483805" r:id="rId33"/>
    <p:sldLayoutId id="2147483806" r:id="rId34"/>
    <p:sldLayoutId id="2147483807" r:id="rId35"/>
    <p:sldLayoutId id="2147483808" r:id="rId36"/>
    <p:sldLayoutId id="2147483809" r:id="rId37"/>
    <p:sldLayoutId id="2147483810" r:id="rId38"/>
    <p:sldLayoutId id="2147483811" r:id="rId39"/>
  </p:sldLayoutIdLst>
  <p:hf sldNum="0" hdr="0" dt="0"/>
  <p:txStyles>
    <p:titleStyle>
      <a:lvl1pPr algn="l" defTabSz="608575" rtl="0" eaLnBrk="1" latinLnBrk="0" hangingPunct="1">
        <a:lnSpc>
          <a:spcPct val="90000"/>
        </a:lnSpc>
        <a:spcBef>
          <a:spcPct val="0"/>
        </a:spcBef>
        <a:buNone/>
        <a:defRPr sz="3200" kern="1200">
          <a:solidFill>
            <a:schemeClr val="bg2"/>
          </a:solidFill>
          <a:latin typeface="+mj-lt"/>
          <a:ea typeface="Arial" charset="0"/>
          <a:cs typeface="Arial" charset="0"/>
        </a:defRPr>
      </a:lvl1pPr>
    </p:titleStyle>
    <p:bodyStyle>
      <a:lvl1pPr marL="0" indent="0" algn="l" defTabSz="608575" rtl="0" eaLnBrk="1" latinLnBrk="0" hangingPunct="1">
        <a:lnSpc>
          <a:spcPct val="100000"/>
        </a:lnSpc>
        <a:spcBef>
          <a:spcPts val="1467"/>
        </a:spcBef>
        <a:buFont typeface="Arial"/>
        <a:buNone/>
        <a:defRPr sz="1867" kern="1200">
          <a:solidFill>
            <a:schemeClr val="bg2"/>
          </a:solidFill>
          <a:latin typeface="+mn-lt"/>
          <a:ea typeface="Arial" charset="0"/>
          <a:cs typeface="Arial" charset="0"/>
        </a:defRPr>
      </a:lvl1pPr>
      <a:lvl2pPr marL="230370" indent="-230370" algn="l" defTabSz="608575" rtl="0" eaLnBrk="1" latinLnBrk="0" hangingPunct="1">
        <a:lnSpc>
          <a:spcPct val="100000"/>
        </a:lnSpc>
        <a:spcBef>
          <a:spcPts val="1467"/>
        </a:spcBef>
        <a:spcAft>
          <a:spcPts val="0"/>
        </a:spcAft>
        <a:buFont typeface="Arial"/>
        <a:buChar char="–"/>
        <a:defRPr sz="1867" kern="1200">
          <a:solidFill>
            <a:schemeClr val="bg2"/>
          </a:solidFill>
          <a:latin typeface="+mn-lt"/>
          <a:ea typeface="Arial" charset="0"/>
          <a:cs typeface="Arial" charset="0"/>
        </a:defRPr>
      </a:lvl2pPr>
      <a:lvl3pPr marL="528300" indent="-230370" algn="l" defTabSz="608575" rtl="0" eaLnBrk="1" latinLnBrk="0" hangingPunct="1">
        <a:lnSpc>
          <a:spcPct val="100000"/>
        </a:lnSpc>
        <a:spcBef>
          <a:spcPts val="1467"/>
        </a:spcBef>
        <a:spcAft>
          <a:spcPts val="0"/>
        </a:spcAft>
        <a:buFont typeface="Arial"/>
        <a:buChar char="•"/>
        <a:defRPr sz="1867" kern="1200">
          <a:solidFill>
            <a:schemeClr val="bg2"/>
          </a:solidFill>
          <a:latin typeface="+mn-lt"/>
          <a:ea typeface="Arial" charset="0"/>
          <a:cs typeface="Arial" charset="0"/>
        </a:defRPr>
      </a:lvl3pPr>
      <a:lvl4pPr marL="832666" indent="-224020" algn="l" defTabSz="608575" rtl="0" eaLnBrk="1" latinLnBrk="0" hangingPunct="1">
        <a:lnSpc>
          <a:spcPct val="100000"/>
        </a:lnSpc>
        <a:spcBef>
          <a:spcPts val="1467"/>
        </a:spcBef>
        <a:spcAft>
          <a:spcPts val="0"/>
        </a:spcAft>
        <a:buFont typeface="Arial"/>
        <a:buChar char="–"/>
        <a:defRPr sz="1867" kern="1200">
          <a:solidFill>
            <a:schemeClr val="bg2"/>
          </a:solidFill>
          <a:latin typeface="+mn-lt"/>
          <a:ea typeface="Arial" charset="0"/>
          <a:cs typeface="Arial" charset="0"/>
        </a:defRPr>
      </a:lvl4pPr>
      <a:lvl5pPr marL="1069300" indent="-230370" algn="l" defTabSz="608575" rtl="0" eaLnBrk="1" latinLnBrk="0" hangingPunct="1">
        <a:lnSpc>
          <a:spcPct val="100000"/>
        </a:lnSpc>
        <a:spcBef>
          <a:spcPts val="1467"/>
        </a:spcBef>
        <a:spcAft>
          <a:spcPts val="0"/>
        </a:spcAft>
        <a:buFont typeface="Arial"/>
        <a:buChar char="»"/>
        <a:defRPr sz="1867" kern="1200">
          <a:solidFill>
            <a:schemeClr val="bg2"/>
          </a:solidFill>
          <a:latin typeface="+mn-lt"/>
          <a:ea typeface="Arial" charset="0"/>
          <a:cs typeface="Arial" charset="0"/>
        </a:defRPr>
      </a:lvl5pPr>
      <a:lvl6pPr marL="3347340" indent="-304280" algn="l" defTabSz="608575" rtl="0" eaLnBrk="1" latinLnBrk="0" hangingPunct="1">
        <a:spcBef>
          <a:spcPct val="20000"/>
        </a:spcBef>
        <a:buFont typeface="Arial"/>
        <a:buChar char="•"/>
        <a:defRPr sz="2667" kern="1200">
          <a:solidFill>
            <a:schemeClr val="tx1"/>
          </a:solidFill>
          <a:latin typeface="+mn-lt"/>
          <a:ea typeface="+mn-ea"/>
          <a:cs typeface="+mn-cs"/>
        </a:defRPr>
      </a:lvl6pPr>
      <a:lvl7pPr marL="3955986" indent="-304280" algn="l" defTabSz="608575" rtl="0" eaLnBrk="1" latinLnBrk="0" hangingPunct="1">
        <a:spcBef>
          <a:spcPct val="20000"/>
        </a:spcBef>
        <a:buFont typeface="Arial"/>
        <a:buChar char="•"/>
        <a:defRPr sz="2667" kern="1200">
          <a:solidFill>
            <a:schemeClr val="tx1"/>
          </a:solidFill>
          <a:latin typeface="+mn-lt"/>
          <a:ea typeface="+mn-ea"/>
          <a:cs typeface="+mn-cs"/>
        </a:defRPr>
      </a:lvl7pPr>
      <a:lvl8pPr marL="4564585" indent="-304280" algn="l" defTabSz="608575" rtl="0" eaLnBrk="1" latinLnBrk="0" hangingPunct="1">
        <a:spcBef>
          <a:spcPct val="20000"/>
        </a:spcBef>
        <a:buFont typeface="Arial"/>
        <a:buChar char="•"/>
        <a:defRPr sz="2667" kern="1200">
          <a:solidFill>
            <a:schemeClr val="tx1"/>
          </a:solidFill>
          <a:latin typeface="+mn-lt"/>
          <a:ea typeface="+mn-ea"/>
          <a:cs typeface="+mn-cs"/>
        </a:defRPr>
      </a:lvl8pPr>
      <a:lvl9pPr marL="5173193" indent="-304280" algn="l" defTabSz="60857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8575" rtl="0" eaLnBrk="1" latinLnBrk="0" hangingPunct="1">
        <a:defRPr sz="2400" kern="1200">
          <a:solidFill>
            <a:schemeClr val="tx1"/>
          </a:solidFill>
          <a:latin typeface="+mn-lt"/>
          <a:ea typeface="+mn-ea"/>
          <a:cs typeface="+mn-cs"/>
        </a:defRPr>
      </a:lvl1pPr>
      <a:lvl2pPr marL="608575" algn="l" defTabSz="608575" rtl="0" eaLnBrk="1" latinLnBrk="0" hangingPunct="1">
        <a:defRPr sz="2400" kern="1200">
          <a:solidFill>
            <a:schemeClr val="tx1"/>
          </a:solidFill>
          <a:latin typeface="+mn-lt"/>
          <a:ea typeface="+mn-ea"/>
          <a:cs typeface="+mn-cs"/>
        </a:defRPr>
      </a:lvl2pPr>
      <a:lvl3pPr marL="1217244" algn="l" defTabSz="608575" rtl="0" eaLnBrk="1" latinLnBrk="0" hangingPunct="1">
        <a:defRPr sz="2400" kern="1200">
          <a:solidFill>
            <a:schemeClr val="tx1"/>
          </a:solidFill>
          <a:latin typeface="+mn-lt"/>
          <a:ea typeface="+mn-ea"/>
          <a:cs typeface="+mn-cs"/>
        </a:defRPr>
      </a:lvl3pPr>
      <a:lvl4pPr marL="1825853" algn="l" defTabSz="608575" rtl="0" eaLnBrk="1" latinLnBrk="0" hangingPunct="1">
        <a:defRPr sz="2400" kern="1200">
          <a:solidFill>
            <a:schemeClr val="tx1"/>
          </a:solidFill>
          <a:latin typeface="+mn-lt"/>
          <a:ea typeface="+mn-ea"/>
          <a:cs typeface="+mn-cs"/>
        </a:defRPr>
      </a:lvl4pPr>
      <a:lvl5pPr marL="2434486" algn="l" defTabSz="608575" rtl="0" eaLnBrk="1" latinLnBrk="0" hangingPunct="1">
        <a:defRPr sz="2400" kern="1200">
          <a:solidFill>
            <a:schemeClr val="tx1"/>
          </a:solidFill>
          <a:latin typeface="+mn-lt"/>
          <a:ea typeface="+mn-ea"/>
          <a:cs typeface="+mn-cs"/>
        </a:defRPr>
      </a:lvl5pPr>
      <a:lvl6pPr marL="3043060" algn="l" defTabSz="608575" rtl="0" eaLnBrk="1" latinLnBrk="0" hangingPunct="1">
        <a:defRPr sz="2400" kern="1200">
          <a:solidFill>
            <a:schemeClr val="tx1"/>
          </a:solidFill>
          <a:latin typeface="+mn-lt"/>
          <a:ea typeface="+mn-ea"/>
          <a:cs typeface="+mn-cs"/>
        </a:defRPr>
      </a:lvl6pPr>
      <a:lvl7pPr marL="3651623" algn="l" defTabSz="608575" rtl="0" eaLnBrk="1" latinLnBrk="0" hangingPunct="1">
        <a:defRPr sz="2400" kern="1200">
          <a:solidFill>
            <a:schemeClr val="tx1"/>
          </a:solidFill>
          <a:latin typeface="+mn-lt"/>
          <a:ea typeface="+mn-ea"/>
          <a:cs typeface="+mn-cs"/>
        </a:defRPr>
      </a:lvl7pPr>
      <a:lvl8pPr marL="4260267" algn="l" defTabSz="608575" rtl="0" eaLnBrk="1" latinLnBrk="0" hangingPunct="1">
        <a:defRPr sz="2400" kern="1200">
          <a:solidFill>
            <a:schemeClr val="tx1"/>
          </a:solidFill>
          <a:latin typeface="+mn-lt"/>
          <a:ea typeface="+mn-ea"/>
          <a:cs typeface="+mn-cs"/>
        </a:defRPr>
      </a:lvl8pPr>
      <a:lvl9pPr marL="4868898" algn="l" defTabSz="608575"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296">
          <p15:clr>
            <a:srgbClr val="F26B43"/>
          </p15:clr>
        </p15:guide>
        <p15:guide id="2" orient="horz" pos="1619">
          <p15:clr>
            <a:srgbClr val="F26B43"/>
          </p15:clr>
        </p15:guide>
        <p15:guide id="3" orient="horz" pos="1216">
          <p15:clr>
            <a:srgbClr val="F26B43"/>
          </p15:clr>
        </p15:guide>
        <p15:guide id="5" orient="horz" pos="813">
          <p15:clr>
            <a:srgbClr val="F26B43"/>
          </p15:clr>
        </p15:guide>
        <p15:guide id="7" orient="horz" pos="2022">
          <p15:clr>
            <a:srgbClr val="F26B43"/>
          </p15:clr>
        </p15:guide>
        <p15:guide id="8" orient="horz" pos="2426">
          <p15:clr>
            <a:srgbClr val="F26B43"/>
          </p15:clr>
        </p15:guide>
        <p15:guide id="9" orient="horz" pos="2829">
          <p15:clr>
            <a:srgbClr val="F26B43"/>
          </p15:clr>
        </p15:guide>
        <p15:guide id="11" pos="2880">
          <p15:clr>
            <a:srgbClr val="F26B43"/>
          </p15:clr>
        </p15:guide>
        <p15:guide id="13" pos="2736">
          <p15:clr>
            <a:srgbClr val="F26B43"/>
          </p15:clr>
        </p15:guide>
        <p15:guide id="15" pos="1584">
          <p15:clr>
            <a:srgbClr val="F26B43"/>
          </p15:clr>
        </p15:guide>
        <p15:guide id="17" pos="1440">
          <p15:clr>
            <a:srgbClr val="F26B43"/>
          </p15:clr>
        </p15:guide>
        <p15:guide id="20" pos="3024">
          <p15:clr>
            <a:srgbClr val="F26B43"/>
          </p15:clr>
        </p15:guide>
        <p15:guide id="22" pos="4320">
          <p15:clr>
            <a:srgbClr val="F26B43"/>
          </p15:clr>
        </p15:guide>
        <p15:guide id="24" pos="144">
          <p15:clr>
            <a:srgbClr val="F26B43"/>
          </p15:clr>
        </p15:guide>
        <p15:guide id="26" pos="5616">
          <p15:clr>
            <a:srgbClr val="F26B43"/>
          </p15:clr>
        </p15:guide>
        <p15:guide id="27" orient="horz" pos="142">
          <p15:clr>
            <a:srgbClr val="F26B43"/>
          </p15:clr>
        </p15:guide>
        <p15:guide id="31" pos="4176">
          <p15:clr>
            <a:srgbClr val="F26B43"/>
          </p15:clr>
        </p15:guide>
        <p15:guide id="32" pos="4464">
          <p15:clr>
            <a:srgbClr val="F26B43"/>
          </p15:clr>
        </p15:guide>
        <p15:guide id="34" orient="horz" pos="3098">
          <p15:clr>
            <a:srgbClr val="F26B43"/>
          </p15:clr>
        </p15:guide>
        <p15:guide id="35" orient="horz" pos="420">
          <p15:clr>
            <a:srgbClr val="F26B43"/>
          </p15:clr>
        </p15:guide>
        <p15:guide id="36" orient="horz" pos="732">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268226"/>
            <a:ext cx="5486400" cy="476841"/>
          </a:xfrm>
          <a:prstGeom prst="rect">
            <a:avLst/>
          </a:prstGeom>
        </p:spPr>
        <p:txBody>
          <a:bodyPr vert="horz" lIns="0" tIns="0" rIns="0" bIns="0" rtlCol="0" anchor="t" anchorCtr="0">
            <a:noAutofit/>
          </a:bodyPr>
          <a:lstStyle/>
          <a:p>
            <a:r>
              <a:rPr lang="en-US" noProof="0" dirty="0"/>
              <a:t>Click to edit Master title style</a:t>
            </a:r>
          </a:p>
        </p:txBody>
      </p:sp>
      <p:sp>
        <p:nvSpPr>
          <p:cNvPr id="3" name="Text Placeholder 2"/>
          <p:cNvSpPr>
            <a:spLocks noGrp="1"/>
          </p:cNvSpPr>
          <p:nvPr>
            <p:ph type="body" idx="1"/>
          </p:nvPr>
        </p:nvSpPr>
        <p:spPr>
          <a:xfrm>
            <a:off x="304800" y="1591733"/>
            <a:ext cx="5486400" cy="1614312"/>
          </a:xfrm>
          <a:prstGeom prst="rect">
            <a:avLst/>
          </a:prstGeom>
        </p:spPr>
        <p:txBody>
          <a:bodyPr vert="horz" lIns="0" tIns="0" rIns="0" bIns="0" rtlCol="0">
            <a:noAutofit/>
          </a:body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Slide Number Placeholder 6"/>
          <p:cNvSpPr>
            <a:spLocks noGrp="1"/>
          </p:cNvSpPr>
          <p:nvPr>
            <p:ph type="sldNum" sz="quarter" idx="4"/>
          </p:nvPr>
        </p:nvSpPr>
        <p:spPr>
          <a:xfrm>
            <a:off x="9144000" y="6526747"/>
            <a:ext cx="2743200" cy="182880"/>
          </a:xfrm>
          <a:prstGeom prst="rect">
            <a:avLst/>
          </a:prstGeom>
        </p:spPr>
        <p:txBody>
          <a:bodyPr vert="horz" lIns="0" tIns="0" rIns="0" bIns="0" rtlCol="0" anchor="ctr">
            <a:noAutofit/>
          </a:bodyPr>
          <a:lstStyle>
            <a:lvl1pPr algn="r">
              <a:lnSpc>
                <a:spcPct val="90000"/>
              </a:lnSpc>
              <a:defRPr sz="800" kern="200" spc="-53" baseline="0">
                <a:solidFill>
                  <a:schemeClr val="bg2"/>
                </a:solidFill>
                <a:latin typeface="IBM Plex Sans"/>
                <a:ea typeface="IBM Plex Sans"/>
                <a:cs typeface="IBM Plex Sans"/>
              </a:defRPr>
            </a:lvl1pPr>
          </a:lstStyle>
          <a:p>
            <a:pPr defTabSz="914377"/>
            <a:fld id="{3FD999D4-B456-9943-89B7-30D56181CE18}" type="slidenum">
              <a:rPr lang="en-US" smtClean="0">
                <a:solidFill>
                  <a:srgbClr val="FFFFFF"/>
                </a:solidFill>
              </a:rPr>
              <a:pPr defTabSz="914377"/>
              <a:t>‹#›</a:t>
            </a:fld>
            <a:endParaRPr lang="en-US" dirty="0">
              <a:solidFill>
                <a:srgbClr val="FFFFFF"/>
              </a:solidFill>
            </a:endParaRPr>
          </a:p>
        </p:txBody>
      </p:sp>
      <p:sp>
        <p:nvSpPr>
          <p:cNvPr id="6" name="Footer Placeholder 3"/>
          <p:cNvSpPr>
            <a:spLocks noGrp="1"/>
          </p:cNvSpPr>
          <p:nvPr>
            <p:ph type="ftr" sz="quarter" idx="3"/>
          </p:nvPr>
        </p:nvSpPr>
        <p:spPr>
          <a:xfrm>
            <a:off x="304800" y="6526747"/>
            <a:ext cx="8534400" cy="182880"/>
          </a:xfrm>
          <a:prstGeom prst="rect">
            <a:avLst/>
          </a:prstGeom>
        </p:spPr>
        <p:txBody>
          <a:bodyPr anchor="ctr"/>
          <a:lstStyle>
            <a:lvl1pPr>
              <a:defRPr sz="800">
                <a:solidFill>
                  <a:schemeClr val="bg2"/>
                </a:solidFill>
              </a:defRPr>
            </a:lvl1pPr>
          </a:lstStyle>
          <a:p>
            <a:pPr defTabSz="914377"/>
            <a:r>
              <a:rPr lang="en-US">
                <a:solidFill>
                  <a:srgbClr val="FFFFFF"/>
                </a:solidFill>
              </a:rPr>
              <a:t>IBM </a:t>
            </a:r>
            <a:r>
              <a:rPr lang="en-US">
                <a:solidFill>
                  <a:srgbClr val="FFFFFF"/>
                </a:solidFill>
                <a:cs typeface="IBM Plex Sans"/>
              </a:rPr>
              <a:t>Cloud</a:t>
            </a:r>
            <a:r>
              <a:rPr lang="en-US">
                <a:solidFill>
                  <a:srgbClr val="FFFFFF"/>
                </a:solidFill>
              </a:rPr>
              <a:t>/ DOC ID / Month XX, 2017 / © 2017 IBM Corporation</a:t>
            </a:r>
            <a:endParaRPr lang="en-US" dirty="0">
              <a:solidFill>
                <a:srgbClr val="FFFFFF"/>
              </a:solidFill>
            </a:endParaRPr>
          </a:p>
        </p:txBody>
      </p:sp>
      <p:pic>
        <p:nvPicPr>
          <p:cNvPr id="8" name="Picture 7">
            <a:hlinkClick r:id="rId48" action="ppaction://hlinksldjump"/>
            <a:extLst>
              <a:ext uri="{FF2B5EF4-FFF2-40B4-BE49-F238E27FC236}">
                <a16:creationId xmlns:a16="http://schemas.microsoft.com/office/drawing/2014/main" id="{D34FD81E-089F-5F4C-8979-A31D9730B9A2}"/>
              </a:ext>
            </a:extLst>
          </p:cNvPr>
          <p:cNvPicPr>
            <a:picLocks noChangeAspect="1"/>
          </p:cNvPicPr>
          <p:nvPr userDrawn="1"/>
        </p:nvPicPr>
        <p:blipFill>
          <a:blip r:embed="rId49"/>
          <a:stretch>
            <a:fillRect/>
          </a:stretch>
        </p:blipFill>
        <p:spPr>
          <a:xfrm>
            <a:off x="12034033" y="6700033"/>
            <a:ext cx="94087" cy="94087"/>
          </a:xfrm>
          <a:prstGeom prst="rect">
            <a:avLst/>
          </a:prstGeom>
        </p:spPr>
      </p:pic>
    </p:spTree>
    <p:extLst>
      <p:ext uri="{BB962C8B-B14F-4D97-AF65-F5344CB8AC3E}">
        <p14:creationId xmlns:p14="http://schemas.microsoft.com/office/powerpoint/2010/main" val="1463179852"/>
      </p:ext>
    </p:extLst>
  </p:cSld>
  <p:clrMap bg1="lt1" tx1="dk1" bg2="lt2" tx2="dk2" accent1="accent1" accent2="accent2" accent3="accent3" accent4="accent4" accent5="accent5" accent6="accent6" hlink="hlink" folHlink="folHlink"/>
  <p:sldLayoutIdLst>
    <p:sldLayoutId id="2147483986" r:id="rId1"/>
    <p:sldLayoutId id="2147483987" r:id="rId2"/>
    <p:sldLayoutId id="2147483988" r:id="rId3"/>
    <p:sldLayoutId id="2147483989" r:id="rId4"/>
    <p:sldLayoutId id="2147483990" r:id="rId5"/>
    <p:sldLayoutId id="2147483991" r:id="rId6"/>
    <p:sldLayoutId id="2147483992" r:id="rId7"/>
    <p:sldLayoutId id="2147483993" r:id="rId8"/>
    <p:sldLayoutId id="2147483994" r:id="rId9"/>
    <p:sldLayoutId id="2147483995" r:id="rId10"/>
    <p:sldLayoutId id="2147483996" r:id="rId11"/>
    <p:sldLayoutId id="2147483997" r:id="rId12"/>
    <p:sldLayoutId id="2147483998" r:id="rId13"/>
    <p:sldLayoutId id="2147483999" r:id="rId14"/>
    <p:sldLayoutId id="2147484000" r:id="rId15"/>
    <p:sldLayoutId id="2147484001" r:id="rId16"/>
    <p:sldLayoutId id="2147484002" r:id="rId17"/>
    <p:sldLayoutId id="2147484003" r:id="rId18"/>
    <p:sldLayoutId id="2147484004" r:id="rId19"/>
    <p:sldLayoutId id="2147484005" r:id="rId20"/>
    <p:sldLayoutId id="2147484006" r:id="rId21"/>
    <p:sldLayoutId id="2147484007" r:id="rId22"/>
    <p:sldLayoutId id="2147484008" r:id="rId23"/>
    <p:sldLayoutId id="2147484009" r:id="rId24"/>
    <p:sldLayoutId id="2147484010" r:id="rId25"/>
    <p:sldLayoutId id="2147484011" r:id="rId26"/>
    <p:sldLayoutId id="2147484012" r:id="rId27"/>
    <p:sldLayoutId id="2147484013" r:id="rId28"/>
    <p:sldLayoutId id="2147484015" r:id="rId29"/>
    <p:sldLayoutId id="2147484016" r:id="rId30"/>
    <p:sldLayoutId id="2147484017" r:id="rId31"/>
    <p:sldLayoutId id="2147484018" r:id="rId32"/>
    <p:sldLayoutId id="2147484019" r:id="rId33"/>
    <p:sldLayoutId id="2147484020" r:id="rId34"/>
    <p:sldLayoutId id="2147484021" r:id="rId35"/>
    <p:sldLayoutId id="2147484022" r:id="rId36"/>
    <p:sldLayoutId id="2147484023" r:id="rId37"/>
    <p:sldLayoutId id="2147484024" r:id="rId38"/>
    <p:sldLayoutId id="2147484025" r:id="rId39"/>
    <p:sldLayoutId id="2147484026" r:id="rId40"/>
    <p:sldLayoutId id="2147484027" r:id="rId41"/>
    <p:sldLayoutId id="2147484028" r:id="rId42"/>
    <p:sldLayoutId id="2147484029" r:id="rId43"/>
    <p:sldLayoutId id="2147484030" r:id="rId44"/>
    <p:sldLayoutId id="2147484031" r:id="rId45"/>
    <p:sldLayoutId id="2147484032" r:id="rId46"/>
  </p:sldLayoutIdLst>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hf hdr="0" dt="0"/>
  <p:txStyles>
    <p:titleStyle>
      <a:lvl1pPr algn="l" defTabSz="609585" rtl="0" eaLnBrk="1" latinLnBrk="0" hangingPunct="1">
        <a:lnSpc>
          <a:spcPct val="90000"/>
        </a:lnSpc>
        <a:spcBef>
          <a:spcPct val="0"/>
        </a:spcBef>
        <a:buNone/>
        <a:defRPr sz="3200" kern="200" spc="-53">
          <a:solidFill>
            <a:schemeClr val="bg2"/>
          </a:solidFill>
          <a:latin typeface="IBM Plex Sans SemiBold"/>
          <a:ea typeface="IBM Plex Sans"/>
          <a:cs typeface="IBM Plex Sans SemiBold"/>
        </a:defRPr>
      </a:lvl1pPr>
    </p:titleStyle>
    <p:bodyStyle>
      <a:lvl1pPr marL="0" indent="0" algn="l" defTabSz="609585" rtl="0" eaLnBrk="1" latinLnBrk="0" hangingPunct="1">
        <a:lnSpc>
          <a:spcPct val="90000"/>
        </a:lnSpc>
        <a:spcBef>
          <a:spcPts val="800"/>
        </a:spcBef>
        <a:spcAft>
          <a:spcPts val="0"/>
        </a:spcAft>
        <a:buFont typeface="Arial"/>
        <a:buNone/>
        <a:defRPr sz="1867" kern="200" spc="-53">
          <a:solidFill>
            <a:schemeClr val="bg2"/>
          </a:solidFill>
          <a:latin typeface="IBM Plex Sans Light"/>
          <a:ea typeface="IBM Plex Sans"/>
          <a:cs typeface="IBM Plex Sans Light"/>
        </a:defRPr>
      </a:lvl1pPr>
      <a:lvl2pPr marL="226478" indent="-226478" algn="l" defTabSz="609585" rtl="0" eaLnBrk="1" latinLnBrk="0" hangingPunct="1">
        <a:lnSpc>
          <a:spcPct val="90000"/>
        </a:lnSpc>
        <a:spcBef>
          <a:spcPts val="800"/>
        </a:spcBef>
        <a:spcAft>
          <a:spcPts val="0"/>
        </a:spcAft>
        <a:buFont typeface="Arial"/>
        <a:buChar char="•"/>
        <a:defRPr sz="1600" kern="200" spc="-53">
          <a:solidFill>
            <a:schemeClr val="bg2"/>
          </a:solidFill>
          <a:latin typeface="IBM Plex Sans Light"/>
          <a:ea typeface="IBM Plex Sans"/>
          <a:cs typeface="IBM Plex Sans Light"/>
        </a:defRPr>
      </a:lvl2pPr>
      <a:lvl3pPr marL="461422" indent="-162980" algn="l" defTabSz="609585" rtl="0" eaLnBrk="1" latinLnBrk="0" hangingPunct="1">
        <a:lnSpc>
          <a:spcPct val="90000"/>
        </a:lnSpc>
        <a:spcBef>
          <a:spcPts val="800"/>
        </a:spcBef>
        <a:spcAft>
          <a:spcPts val="0"/>
        </a:spcAft>
        <a:buFont typeface="Arial"/>
        <a:buChar char="•"/>
        <a:defRPr sz="1467" kern="200" spc="-53">
          <a:solidFill>
            <a:schemeClr val="bg2"/>
          </a:solidFill>
          <a:latin typeface="IBM Plex Sans Light"/>
          <a:ea typeface="IBM Plex Sans"/>
          <a:cs typeface="IBM Plex Sans Light"/>
        </a:defRPr>
      </a:lvl3pPr>
      <a:lvl4pPr marL="833946" indent="-224361" algn="l" defTabSz="609585" rtl="0" eaLnBrk="1" latinLnBrk="0" hangingPunct="1">
        <a:lnSpc>
          <a:spcPct val="90000"/>
        </a:lnSpc>
        <a:spcBef>
          <a:spcPts val="800"/>
        </a:spcBef>
        <a:spcAft>
          <a:spcPts val="0"/>
        </a:spcAft>
        <a:buFont typeface="Arial"/>
        <a:buChar char="•"/>
        <a:defRPr sz="1467" kern="200" spc="-53">
          <a:solidFill>
            <a:schemeClr val="bg2"/>
          </a:solidFill>
          <a:latin typeface="IBM Plex Sans Light"/>
          <a:ea typeface="IBM Plex Sans"/>
          <a:cs typeface="IBM Plex Sans Light"/>
        </a:defRPr>
      </a:lvl4pPr>
      <a:lvl5pPr marL="1071007" indent="-230712" algn="l" defTabSz="609585" rtl="0" eaLnBrk="1" latinLnBrk="0" hangingPunct="1">
        <a:lnSpc>
          <a:spcPct val="90000"/>
        </a:lnSpc>
        <a:spcBef>
          <a:spcPts val="800"/>
        </a:spcBef>
        <a:spcAft>
          <a:spcPts val="0"/>
        </a:spcAft>
        <a:buFont typeface="Arial"/>
        <a:buChar char="•"/>
        <a:defRPr sz="1467" kern="200" spc="-53">
          <a:solidFill>
            <a:schemeClr val="bg2"/>
          </a:solidFill>
          <a:latin typeface="IBM Plex Sans Light"/>
          <a:ea typeface="IBM Plex Sans"/>
          <a:cs typeface="IBM Plex Sans Light"/>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296">
          <p15:clr>
            <a:srgbClr val="F26B43"/>
          </p15:clr>
        </p15:guide>
        <p15:guide id="2" orient="horz" pos="1619">
          <p15:clr>
            <a:srgbClr val="F26B43"/>
          </p15:clr>
        </p15:guide>
        <p15:guide id="3" orient="horz" pos="1216">
          <p15:clr>
            <a:srgbClr val="F26B43"/>
          </p15:clr>
        </p15:guide>
        <p15:guide id="5" orient="horz" pos="813">
          <p15:clr>
            <a:srgbClr val="F26B43"/>
          </p15:clr>
        </p15:guide>
        <p15:guide id="7" orient="horz" pos="2022">
          <p15:clr>
            <a:srgbClr val="F26B43"/>
          </p15:clr>
        </p15:guide>
        <p15:guide id="8" orient="horz" pos="2426">
          <p15:clr>
            <a:srgbClr val="F26B43"/>
          </p15:clr>
        </p15:guide>
        <p15:guide id="9" orient="horz" pos="2829">
          <p15:clr>
            <a:srgbClr val="F26B43"/>
          </p15:clr>
        </p15:guide>
        <p15:guide id="11" pos="2880">
          <p15:clr>
            <a:srgbClr val="F26B43"/>
          </p15:clr>
        </p15:guide>
        <p15:guide id="13" pos="2736">
          <p15:clr>
            <a:srgbClr val="F26B43"/>
          </p15:clr>
        </p15:guide>
        <p15:guide id="15" pos="1584">
          <p15:clr>
            <a:srgbClr val="F26B43"/>
          </p15:clr>
        </p15:guide>
        <p15:guide id="17" pos="1440">
          <p15:clr>
            <a:srgbClr val="F26B43"/>
          </p15:clr>
        </p15:guide>
        <p15:guide id="20" pos="3024">
          <p15:clr>
            <a:srgbClr val="F26B43"/>
          </p15:clr>
        </p15:guide>
        <p15:guide id="22" pos="4320">
          <p15:clr>
            <a:srgbClr val="F26B43"/>
          </p15:clr>
        </p15:guide>
        <p15:guide id="24" pos="144">
          <p15:clr>
            <a:srgbClr val="F26B43"/>
          </p15:clr>
        </p15:guide>
        <p15:guide id="26" pos="5616">
          <p15:clr>
            <a:srgbClr val="F26B43"/>
          </p15:clr>
        </p15:guide>
        <p15:guide id="27" orient="horz" pos="142">
          <p15:clr>
            <a:srgbClr val="F26B43"/>
          </p15:clr>
        </p15:guide>
        <p15:guide id="31" pos="4176">
          <p15:clr>
            <a:srgbClr val="F26B43"/>
          </p15:clr>
        </p15:guide>
        <p15:guide id="32" pos="4464">
          <p15:clr>
            <a:srgbClr val="F26B43"/>
          </p15:clr>
        </p15:guide>
        <p15:guide id="34" orient="horz" pos="3098">
          <p15:clr>
            <a:srgbClr val="F26B43"/>
          </p15:clr>
        </p15:guide>
        <p15:guide id="35" orient="horz" pos="420">
          <p15:clr>
            <a:srgbClr val="F26B43"/>
          </p15:clr>
        </p15:guide>
        <p15:guide id="36" orient="horz" pos="732">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268226"/>
            <a:ext cx="5486400" cy="476841"/>
          </a:xfrm>
          <a:prstGeom prst="rect">
            <a:avLst/>
          </a:prstGeom>
        </p:spPr>
        <p:txBody>
          <a:bodyPr vert="horz" lIns="0" tIns="0" rIns="0" bIns="0" rtlCol="0" anchor="t" anchorCtr="0">
            <a:noAutofit/>
          </a:bodyPr>
          <a:lstStyle/>
          <a:p>
            <a:r>
              <a:rPr lang="en-US" noProof="0" dirty="0"/>
              <a:t>Click to edit Master title style</a:t>
            </a:r>
          </a:p>
        </p:txBody>
      </p:sp>
      <p:sp>
        <p:nvSpPr>
          <p:cNvPr id="3" name="Text Placeholder 2"/>
          <p:cNvSpPr>
            <a:spLocks noGrp="1"/>
          </p:cNvSpPr>
          <p:nvPr>
            <p:ph type="body" idx="1"/>
          </p:nvPr>
        </p:nvSpPr>
        <p:spPr>
          <a:xfrm>
            <a:off x="304800" y="1591733"/>
            <a:ext cx="5486400" cy="1614312"/>
          </a:xfrm>
          <a:prstGeom prst="rect">
            <a:avLst/>
          </a:prstGeom>
        </p:spPr>
        <p:txBody>
          <a:bodyPr vert="horz" lIns="0" tIns="0" rIns="0" bIns="0" rtlCol="0">
            <a:noAutofit/>
          </a:body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Slide Number Placeholder 6"/>
          <p:cNvSpPr>
            <a:spLocks noGrp="1"/>
          </p:cNvSpPr>
          <p:nvPr>
            <p:ph type="sldNum" sz="quarter" idx="4"/>
          </p:nvPr>
        </p:nvSpPr>
        <p:spPr>
          <a:xfrm>
            <a:off x="9144000" y="6526747"/>
            <a:ext cx="2743200" cy="182880"/>
          </a:xfrm>
          <a:prstGeom prst="rect">
            <a:avLst/>
          </a:prstGeom>
        </p:spPr>
        <p:txBody>
          <a:bodyPr vert="horz" lIns="0" tIns="0" rIns="0" bIns="0" rtlCol="0" anchor="ctr">
            <a:noAutofit/>
          </a:bodyPr>
          <a:lstStyle>
            <a:lvl1pPr algn="r">
              <a:lnSpc>
                <a:spcPct val="90000"/>
              </a:lnSpc>
              <a:defRPr sz="800" kern="200" spc="-53" baseline="0">
                <a:solidFill>
                  <a:schemeClr val="bg2"/>
                </a:solidFill>
                <a:latin typeface="IBM Plex Sans"/>
                <a:ea typeface="IBM Plex Sans"/>
                <a:cs typeface="IBM Plex Sans"/>
              </a:defRPr>
            </a:lvl1pPr>
          </a:lstStyle>
          <a:p>
            <a:pPr defTabSz="914377"/>
            <a:fld id="{3FD999D4-B456-9943-89B7-30D56181CE18}" type="slidenum">
              <a:rPr lang="en-US" smtClean="0">
                <a:solidFill>
                  <a:srgbClr val="FFFFFF"/>
                </a:solidFill>
              </a:rPr>
              <a:pPr defTabSz="914377"/>
              <a:t>‹#›</a:t>
            </a:fld>
            <a:endParaRPr lang="en-US" dirty="0">
              <a:solidFill>
                <a:srgbClr val="FFFFFF"/>
              </a:solidFill>
            </a:endParaRPr>
          </a:p>
        </p:txBody>
      </p:sp>
      <p:sp>
        <p:nvSpPr>
          <p:cNvPr id="6" name="Footer Placeholder 3"/>
          <p:cNvSpPr>
            <a:spLocks noGrp="1"/>
          </p:cNvSpPr>
          <p:nvPr>
            <p:ph type="ftr" sz="quarter" idx="3"/>
          </p:nvPr>
        </p:nvSpPr>
        <p:spPr>
          <a:xfrm>
            <a:off x="304800" y="6526747"/>
            <a:ext cx="8534400" cy="182880"/>
          </a:xfrm>
          <a:prstGeom prst="rect">
            <a:avLst/>
          </a:prstGeom>
        </p:spPr>
        <p:txBody>
          <a:bodyPr anchor="ctr"/>
          <a:lstStyle>
            <a:lvl1pPr>
              <a:defRPr sz="800">
                <a:solidFill>
                  <a:schemeClr val="bg2"/>
                </a:solidFill>
              </a:defRPr>
            </a:lvl1pPr>
          </a:lstStyle>
          <a:p>
            <a:pPr defTabSz="914377"/>
            <a:r>
              <a:rPr lang="en-US">
                <a:solidFill>
                  <a:srgbClr val="FFFFFF"/>
                </a:solidFill>
              </a:rPr>
              <a:t>IBM </a:t>
            </a:r>
            <a:r>
              <a:rPr lang="en-US">
                <a:solidFill>
                  <a:srgbClr val="FFFFFF"/>
                </a:solidFill>
                <a:cs typeface="IBM Plex Sans"/>
              </a:rPr>
              <a:t>Cloud</a:t>
            </a:r>
            <a:r>
              <a:rPr lang="en-US">
                <a:solidFill>
                  <a:srgbClr val="FFFFFF"/>
                </a:solidFill>
              </a:rPr>
              <a:t>/ DOC ID / Month XX, 2017 / © 2017 IBM Corporation</a:t>
            </a:r>
            <a:endParaRPr lang="en-US" dirty="0">
              <a:solidFill>
                <a:srgbClr val="FFFFFF"/>
              </a:solidFill>
            </a:endParaRPr>
          </a:p>
        </p:txBody>
      </p:sp>
      <p:pic>
        <p:nvPicPr>
          <p:cNvPr id="8" name="Picture 7">
            <a:hlinkClick r:id="rId49" action="ppaction://hlinksldjump"/>
            <a:extLst>
              <a:ext uri="{FF2B5EF4-FFF2-40B4-BE49-F238E27FC236}">
                <a16:creationId xmlns:a16="http://schemas.microsoft.com/office/drawing/2014/main" id="{D34FD81E-089F-5F4C-8979-A31D9730B9A2}"/>
              </a:ext>
            </a:extLst>
          </p:cNvPr>
          <p:cNvPicPr>
            <a:picLocks noChangeAspect="1"/>
          </p:cNvPicPr>
          <p:nvPr userDrawn="1"/>
        </p:nvPicPr>
        <p:blipFill>
          <a:blip r:embed="rId50"/>
          <a:stretch>
            <a:fillRect/>
          </a:stretch>
        </p:blipFill>
        <p:spPr>
          <a:xfrm>
            <a:off x="12034033" y="6700033"/>
            <a:ext cx="94087" cy="94087"/>
          </a:xfrm>
          <a:prstGeom prst="rect">
            <a:avLst/>
          </a:prstGeom>
        </p:spPr>
      </p:pic>
    </p:spTree>
    <p:extLst>
      <p:ext uri="{BB962C8B-B14F-4D97-AF65-F5344CB8AC3E}">
        <p14:creationId xmlns:p14="http://schemas.microsoft.com/office/powerpoint/2010/main" val="1267248590"/>
      </p:ext>
    </p:extLst>
  </p:cSld>
  <p:clrMap bg1="lt1" tx1="dk1" bg2="lt2" tx2="dk2" accent1="accent1" accent2="accent2" accent3="accent3" accent4="accent4" accent5="accent5" accent6="accent6" hlink="hlink" folHlink="folHlink"/>
  <p:sldLayoutIdLst>
    <p:sldLayoutId id="2147484034" r:id="rId1"/>
    <p:sldLayoutId id="2147484035" r:id="rId2"/>
    <p:sldLayoutId id="2147484036" r:id="rId3"/>
    <p:sldLayoutId id="2147484037" r:id="rId4"/>
    <p:sldLayoutId id="2147484038" r:id="rId5"/>
    <p:sldLayoutId id="2147484039" r:id="rId6"/>
    <p:sldLayoutId id="2147484040" r:id="rId7"/>
    <p:sldLayoutId id="2147484041" r:id="rId8"/>
    <p:sldLayoutId id="2147484042" r:id="rId9"/>
    <p:sldLayoutId id="2147484043" r:id="rId10"/>
    <p:sldLayoutId id="2147484044" r:id="rId11"/>
    <p:sldLayoutId id="2147484045" r:id="rId12"/>
    <p:sldLayoutId id="2147484046" r:id="rId13"/>
    <p:sldLayoutId id="2147484047" r:id="rId14"/>
    <p:sldLayoutId id="2147484048" r:id="rId15"/>
    <p:sldLayoutId id="2147484049" r:id="rId16"/>
    <p:sldLayoutId id="2147484050" r:id="rId17"/>
    <p:sldLayoutId id="2147484051" r:id="rId18"/>
    <p:sldLayoutId id="2147484052" r:id="rId19"/>
    <p:sldLayoutId id="2147484053" r:id="rId20"/>
    <p:sldLayoutId id="2147484054" r:id="rId21"/>
    <p:sldLayoutId id="2147484055" r:id="rId22"/>
    <p:sldLayoutId id="2147484056" r:id="rId23"/>
    <p:sldLayoutId id="2147484057" r:id="rId24"/>
    <p:sldLayoutId id="2147484058" r:id="rId25"/>
    <p:sldLayoutId id="2147484059" r:id="rId26"/>
    <p:sldLayoutId id="2147484060" r:id="rId27"/>
    <p:sldLayoutId id="2147484061" r:id="rId28"/>
    <p:sldLayoutId id="2147484062" r:id="rId29"/>
    <p:sldLayoutId id="2147484063" r:id="rId30"/>
    <p:sldLayoutId id="2147484064" r:id="rId31"/>
    <p:sldLayoutId id="2147484065" r:id="rId32"/>
    <p:sldLayoutId id="2147484066" r:id="rId33"/>
    <p:sldLayoutId id="2147484067" r:id="rId34"/>
    <p:sldLayoutId id="2147484068" r:id="rId35"/>
    <p:sldLayoutId id="2147484069" r:id="rId36"/>
    <p:sldLayoutId id="2147484070" r:id="rId37"/>
    <p:sldLayoutId id="2147484071" r:id="rId38"/>
    <p:sldLayoutId id="2147484072" r:id="rId39"/>
    <p:sldLayoutId id="2147484073" r:id="rId40"/>
    <p:sldLayoutId id="2147484074" r:id="rId41"/>
    <p:sldLayoutId id="2147484075" r:id="rId42"/>
    <p:sldLayoutId id="2147484076" r:id="rId43"/>
    <p:sldLayoutId id="2147484077" r:id="rId44"/>
    <p:sldLayoutId id="2147484078" r:id="rId45"/>
    <p:sldLayoutId id="2147484079" r:id="rId46"/>
    <p:sldLayoutId id="2147484080" r:id="rId47"/>
  </p:sldLayoutIdLst>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hf hdr="0" dt="0"/>
  <p:txStyles>
    <p:titleStyle>
      <a:lvl1pPr algn="l" defTabSz="609585" rtl="0" eaLnBrk="1" latinLnBrk="0" hangingPunct="1">
        <a:lnSpc>
          <a:spcPct val="90000"/>
        </a:lnSpc>
        <a:spcBef>
          <a:spcPct val="0"/>
        </a:spcBef>
        <a:buNone/>
        <a:defRPr sz="3200" kern="200" spc="-53">
          <a:solidFill>
            <a:schemeClr val="bg2"/>
          </a:solidFill>
          <a:latin typeface="IBM Plex Sans SemiBold"/>
          <a:ea typeface="IBM Plex Sans"/>
          <a:cs typeface="IBM Plex Sans SemiBold"/>
        </a:defRPr>
      </a:lvl1pPr>
    </p:titleStyle>
    <p:bodyStyle>
      <a:lvl1pPr marL="0" indent="0" algn="l" defTabSz="609585" rtl="0" eaLnBrk="1" latinLnBrk="0" hangingPunct="1">
        <a:lnSpc>
          <a:spcPct val="90000"/>
        </a:lnSpc>
        <a:spcBef>
          <a:spcPts val="800"/>
        </a:spcBef>
        <a:spcAft>
          <a:spcPts val="0"/>
        </a:spcAft>
        <a:buFont typeface="Arial"/>
        <a:buNone/>
        <a:defRPr sz="1867" kern="200" spc="-53">
          <a:solidFill>
            <a:schemeClr val="bg2"/>
          </a:solidFill>
          <a:latin typeface="IBM Plex Sans Light"/>
          <a:ea typeface="IBM Plex Sans"/>
          <a:cs typeface="IBM Plex Sans Light"/>
        </a:defRPr>
      </a:lvl1pPr>
      <a:lvl2pPr marL="226478" indent="-226478" algn="l" defTabSz="609585" rtl="0" eaLnBrk="1" latinLnBrk="0" hangingPunct="1">
        <a:lnSpc>
          <a:spcPct val="90000"/>
        </a:lnSpc>
        <a:spcBef>
          <a:spcPts val="800"/>
        </a:spcBef>
        <a:spcAft>
          <a:spcPts val="0"/>
        </a:spcAft>
        <a:buFont typeface="Arial"/>
        <a:buChar char="•"/>
        <a:defRPr sz="1600" kern="200" spc="-53">
          <a:solidFill>
            <a:schemeClr val="bg2"/>
          </a:solidFill>
          <a:latin typeface="IBM Plex Sans Light"/>
          <a:ea typeface="IBM Plex Sans"/>
          <a:cs typeface="IBM Plex Sans Light"/>
        </a:defRPr>
      </a:lvl2pPr>
      <a:lvl3pPr marL="461422" indent="-162980" algn="l" defTabSz="609585" rtl="0" eaLnBrk="1" latinLnBrk="0" hangingPunct="1">
        <a:lnSpc>
          <a:spcPct val="90000"/>
        </a:lnSpc>
        <a:spcBef>
          <a:spcPts val="800"/>
        </a:spcBef>
        <a:spcAft>
          <a:spcPts val="0"/>
        </a:spcAft>
        <a:buFont typeface="Arial"/>
        <a:buChar char="•"/>
        <a:defRPr sz="1467" kern="200" spc="-53">
          <a:solidFill>
            <a:schemeClr val="bg2"/>
          </a:solidFill>
          <a:latin typeface="IBM Plex Sans Light"/>
          <a:ea typeface="IBM Plex Sans"/>
          <a:cs typeface="IBM Plex Sans Light"/>
        </a:defRPr>
      </a:lvl3pPr>
      <a:lvl4pPr marL="833946" indent="-224361" algn="l" defTabSz="609585" rtl="0" eaLnBrk="1" latinLnBrk="0" hangingPunct="1">
        <a:lnSpc>
          <a:spcPct val="90000"/>
        </a:lnSpc>
        <a:spcBef>
          <a:spcPts val="800"/>
        </a:spcBef>
        <a:spcAft>
          <a:spcPts val="0"/>
        </a:spcAft>
        <a:buFont typeface="Arial"/>
        <a:buChar char="•"/>
        <a:defRPr sz="1467" kern="200" spc="-53">
          <a:solidFill>
            <a:schemeClr val="bg2"/>
          </a:solidFill>
          <a:latin typeface="IBM Plex Sans Light"/>
          <a:ea typeface="IBM Plex Sans"/>
          <a:cs typeface="IBM Plex Sans Light"/>
        </a:defRPr>
      </a:lvl4pPr>
      <a:lvl5pPr marL="1071007" indent="-230712" algn="l" defTabSz="609585" rtl="0" eaLnBrk="1" latinLnBrk="0" hangingPunct="1">
        <a:lnSpc>
          <a:spcPct val="90000"/>
        </a:lnSpc>
        <a:spcBef>
          <a:spcPts val="800"/>
        </a:spcBef>
        <a:spcAft>
          <a:spcPts val="0"/>
        </a:spcAft>
        <a:buFont typeface="Arial"/>
        <a:buChar char="•"/>
        <a:defRPr sz="1467" kern="200" spc="-53">
          <a:solidFill>
            <a:schemeClr val="bg2"/>
          </a:solidFill>
          <a:latin typeface="IBM Plex Sans Light"/>
          <a:ea typeface="IBM Plex Sans"/>
          <a:cs typeface="IBM Plex Sans Light"/>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296">
          <p15:clr>
            <a:srgbClr val="F26B43"/>
          </p15:clr>
        </p15:guide>
        <p15:guide id="2" orient="horz" pos="1619">
          <p15:clr>
            <a:srgbClr val="F26B43"/>
          </p15:clr>
        </p15:guide>
        <p15:guide id="3" orient="horz" pos="1216">
          <p15:clr>
            <a:srgbClr val="F26B43"/>
          </p15:clr>
        </p15:guide>
        <p15:guide id="5" orient="horz" pos="813">
          <p15:clr>
            <a:srgbClr val="F26B43"/>
          </p15:clr>
        </p15:guide>
        <p15:guide id="7" orient="horz" pos="2022">
          <p15:clr>
            <a:srgbClr val="F26B43"/>
          </p15:clr>
        </p15:guide>
        <p15:guide id="8" orient="horz" pos="2426">
          <p15:clr>
            <a:srgbClr val="F26B43"/>
          </p15:clr>
        </p15:guide>
        <p15:guide id="9" orient="horz" pos="2829">
          <p15:clr>
            <a:srgbClr val="F26B43"/>
          </p15:clr>
        </p15:guide>
        <p15:guide id="11" pos="2880">
          <p15:clr>
            <a:srgbClr val="F26B43"/>
          </p15:clr>
        </p15:guide>
        <p15:guide id="13" pos="2736">
          <p15:clr>
            <a:srgbClr val="F26B43"/>
          </p15:clr>
        </p15:guide>
        <p15:guide id="15" pos="1584">
          <p15:clr>
            <a:srgbClr val="F26B43"/>
          </p15:clr>
        </p15:guide>
        <p15:guide id="17" pos="1440">
          <p15:clr>
            <a:srgbClr val="F26B43"/>
          </p15:clr>
        </p15:guide>
        <p15:guide id="20" pos="3024">
          <p15:clr>
            <a:srgbClr val="F26B43"/>
          </p15:clr>
        </p15:guide>
        <p15:guide id="22" pos="4320">
          <p15:clr>
            <a:srgbClr val="F26B43"/>
          </p15:clr>
        </p15:guide>
        <p15:guide id="24" pos="144">
          <p15:clr>
            <a:srgbClr val="F26B43"/>
          </p15:clr>
        </p15:guide>
        <p15:guide id="26" pos="5616">
          <p15:clr>
            <a:srgbClr val="F26B43"/>
          </p15:clr>
        </p15:guide>
        <p15:guide id="27" orient="horz" pos="142">
          <p15:clr>
            <a:srgbClr val="F26B43"/>
          </p15:clr>
        </p15:guide>
        <p15:guide id="31" pos="4176">
          <p15:clr>
            <a:srgbClr val="F26B43"/>
          </p15:clr>
        </p15:guide>
        <p15:guide id="32" pos="4464">
          <p15:clr>
            <a:srgbClr val="F26B43"/>
          </p15:clr>
        </p15:guide>
        <p15:guide id="34" orient="horz" pos="3098">
          <p15:clr>
            <a:srgbClr val="F26B43"/>
          </p15:clr>
        </p15:guide>
        <p15:guide id="35" orient="horz" pos="420">
          <p15:clr>
            <a:srgbClr val="F26B43"/>
          </p15:clr>
        </p15:guide>
        <p15:guide id="36" orient="horz" pos="732">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268226"/>
            <a:ext cx="5486400" cy="476841"/>
          </a:xfrm>
          <a:prstGeom prst="rect">
            <a:avLst/>
          </a:prstGeom>
        </p:spPr>
        <p:txBody>
          <a:bodyPr vert="horz" lIns="0" tIns="0" rIns="0" bIns="0" rtlCol="0" anchor="t" anchorCtr="0">
            <a:noAutofit/>
          </a:bodyPr>
          <a:lstStyle/>
          <a:p>
            <a:r>
              <a:rPr lang="en-US" noProof="0" dirty="0"/>
              <a:t>Click to edit Master title style</a:t>
            </a:r>
          </a:p>
        </p:txBody>
      </p:sp>
      <p:sp>
        <p:nvSpPr>
          <p:cNvPr id="3" name="Text Placeholder 2"/>
          <p:cNvSpPr>
            <a:spLocks noGrp="1"/>
          </p:cNvSpPr>
          <p:nvPr>
            <p:ph type="body" idx="1"/>
          </p:nvPr>
        </p:nvSpPr>
        <p:spPr>
          <a:xfrm>
            <a:off x="304800" y="1591733"/>
            <a:ext cx="5486400" cy="1614312"/>
          </a:xfrm>
          <a:prstGeom prst="rect">
            <a:avLst/>
          </a:prstGeom>
        </p:spPr>
        <p:txBody>
          <a:bodyPr vert="horz" lIns="0" tIns="0" rIns="0" bIns="0" rtlCol="0">
            <a:noAutofit/>
          </a:body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Slide Number Placeholder 6"/>
          <p:cNvSpPr>
            <a:spLocks noGrp="1"/>
          </p:cNvSpPr>
          <p:nvPr>
            <p:ph type="sldNum" sz="quarter" idx="4"/>
          </p:nvPr>
        </p:nvSpPr>
        <p:spPr>
          <a:xfrm>
            <a:off x="9144000" y="6526747"/>
            <a:ext cx="2743200" cy="182880"/>
          </a:xfrm>
          <a:prstGeom prst="rect">
            <a:avLst/>
          </a:prstGeom>
        </p:spPr>
        <p:txBody>
          <a:bodyPr vert="horz" lIns="0" tIns="0" rIns="0" bIns="0" rtlCol="0" anchor="ctr">
            <a:noAutofit/>
          </a:bodyPr>
          <a:lstStyle>
            <a:lvl1pPr algn="r">
              <a:lnSpc>
                <a:spcPct val="90000"/>
              </a:lnSpc>
              <a:defRPr sz="800" kern="200" spc="-53" baseline="0">
                <a:solidFill>
                  <a:schemeClr val="bg2"/>
                </a:solidFill>
                <a:latin typeface="IBM Plex Sans"/>
                <a:ea typeface="IBM Plex Sans"/>
                <a:cs typeface="IBM Plex Sans"/>
              </a:defRPr>
            </a:lvl1pPr>
          </a:lstStyle>
          <a:p>
            <a:pPr defTabSz="914377"/>
            <a:fld id="{3FD999D4-B456-9943-89B7-30D56181CE18}" type="slidenum">
              <a:rPr lang="en-US" smtClean="0">
                <a:solidFill>
                  <a:srgbClr val="FFFFFF"/>
                </a:solidFill>
              </a:rPr>
              <a:pPr defTabSz="914377"/>
              <a:t>‹#›</a:t>
            </a:fld>
            <a:endParaRPr lang="en-US" dirty="0">
              <a:solidFill>
                <a:srgbClr val="FFFFFF"/>
              </a:solidFill>
            </a:endParaRPr>
          </a:p>
        </p:txBody>
      </p:sp>
      <p:sp>
        <p:nvSpPr>
          <p:cNvPr id="6" name="Footer Placeholder 3"/>
          <p:cNvSpPr>
            <a:spLocks noGrp="1"/>
          </p:cNvSpPr>
          <p:nvPr>
            <p:ph type="ftr" sz="quarter" idx="3"/>
          </p:nvPr>
        </p:nvSpPr>
        <p:spPr>
          <a:xfrm>
            <a:off x="304800" y="6526747"/>
            <a:ext cx="8534400" cy="182880"/>
          </a:xfrm>
          <a:prstGeom prst="rect">
            <a:avLst/>
          </a:prstGeom>
        </p:spPr>
        <p:txBody>
          <a:bodyPr anchor="ctr"/>
          <a:lstStyle>
            <a:lvl1pPr>
              <a:defRPr sz="800">
                <a:solidFill>
                  <a:schemeClr val="bg2"/>
                </a:solidFill>
              </a:defRPr>
            </a:lvl1pPr>
          </a:lstStyle>
          <a:p>
            <a:pPr defTabSz="914377"/>
            <a:r>
              <a:rPr lang="en-US">
                <a:solidFill>
                  <a:srgbClr val="FFFFFF"/>
                </a:solidFill>
              </a:rPr>
              <a:t>IBM </a:t>
            </a:r>
            <a:r>
              <a:rPr lang="en-US">
                <a:solidFill>
                  <a:srgbClr val="FFFFFF"/>
                </a:solidFill>
                <a:cs typeface="IBM Plex Sans"/>
              </a:rPr>
              <a:t>Cloud</a:t>
            </a:r>
            <a:r>
              <a:rPr lang="en-US">
                <a:solidFill>
                  <a:srgbClr val="FFFFFF"/>
                </a:solidFill>
              </a:rPr>
              <a:t>/ DOC ID / Month XX, 2017 / © 2017 IBM Corporation</a:t>
            </a:r>
            <a:endParaRPr lang="en-US" dirty="0">
              <a:solidFill>
                <a:srgbClr val="FFFFFF"/>
              </a:solidFill>
            </a:endParaRPr>
          </a:p>
        </p:txBody>
      </p:sp>
      <p:pic>
        <p:nvPicPr>
          <p:cNvPr id="8" name="Picture 7">
            <a:hlinkClick r:id="rId48" action="ppaction://hlinksldjump"/>
            <a:extLst>
              <a:ext uri="{FF2B5EF4-FFF2-40B4-BE49-F238E27FC236}">
                <a16:creationId xmlns:a16="http://schemas.microsoft.com/office/drawing/2014/main" id="{D34FD81E-089F-5F4C-8979-A31D9730B9A2}"/>
              </a:ext>
            </a:extLst>
          </p:cNvPr>
          <p:cNvPicPr>
            <a:picLocks noChangeAspect="1"/>
          </p:cNvPicPr>
          <p:nvPr userDrawn="1"/>
        </p:nvPicPr>
        <p:blipFill>
          <a:blip r:embed="rId49"/>
          <a:stretch>
            <a:fillRect/>
          </a:stretch>
        </p:blipFill>
        <p:spPr>
          <a:xfrm>
            <a:off x="12034033" y="6700033"/>
            <a:ext cx="94087" cy="94087"/>
          </a:xfrm>
          <a:prstGeom prst="rect">
            <a:avLst/>
          </a:prstGeom>
        </p:spPr>
      </p:pic>
    </p:spTree>
    <p:extLst>
      <p:ext uri="{BB962C8B-B14F-4D97-AF65-F5344CB8AC3E}">
        <p14:creationId xmlns:p14="http://schemas.microsoft.com/office/powerpoint/2010/main" val="436476770"/>
      </p:ext>
    </p:extLst>
  </p:cSld>
  <p:clrMap bg1="lt1" tx1="dk1" bg2="lt2" tx2="dk2" accent1="accent1" accent2="accent2" accent3="accent3" accent4="accent4" accent5="accent5" accent6="accent6" hlink="hlink" folHlink="folHlink"/>
  <p:sldLayoutIdLst>
    <p:sldLayoutId id="2147484082" r:id="rId1"/>
    <p:sldLayoutId id="2147484083" r:id="rId2"/>
    <p:sldLayoutId id="2147484084" r:id="rId3"/>
    <p:sldLayoutId id="2147484085" r:id="rId4"/>
    <p:sldLayoutId id="2147484086" r:id="rId5"/>
    <p:sldLayoutId id="2147484087" r:id="rId6"/>
    <p:sldLayoutId id="2147484088" r:id="rId7"/>
    <p:sldLayoutId id="2147484089" r:id="rId8"/>
    <p:sldLayoutId id="2147484090" r:id="rId9"/>
    <p:sldLayoutId id="2147484091" r:id="rId10"/>
    <p:sldLayoutId id="2147484092" r:id="rId11"/>
    <p:sldLayoutId id="2147484093" r:id="rId12"/>
    <p:sldLayoutId id="2147484094" r:id="rId13"/>
    <p:sldLayoutId id="2147484095" r:id="rId14"/>
    <p:sldLayoutId id="2147484096" r:id="rId15"/>
    <p:sldLayoutId id="2147484097" r:id="rId16"/>
    <p:sldLayoutId id="2147484098" r:id="rId17"/>
    <p:sldLayoutId id="2147484099" r:id="rId18"/>
    <p:sldLayoutId id="2147484100" r:id="rId19"/>
    <p:sldLayoutId id="2147484101" r:id="rId20"/>
    <p:sldLayoutId id="2147484102" r:id="rId21"/>
    <p:sldLayoutId id="2147484103" r:id="rId22"/>
    <p:sldLayoutId id="2147484104" r:id="rId23"/>
    <p:sldLayoutId id="2147484105" r:id="rId24"/>
    <p:sldLayoutId id="2147484106" r:id="rId25"/>
    <p:sldLayoutId id="2147484107" r:id="rId26"/>
    <p:sldLayoutId id="2147484108" r:id="rId27"/>
    <p:sldLayoutId id="2147484109" r:id="rId28"/>
    <p:sldLayoutId id="2147484110" r:id="rId29"/>
    <p:sldLayoutId id="2147484111" r:id="rId30"/>
    <p:sldLayoutId id="2147484112" r:id="rId31"/>
    <p:sldLayoutId id="2147484113" r:id="rId32"/>
    <p:sldLayoutId id="2147484114" r:id="rId33"/>
    <p:sldLayoutId id="2147484115" r:id="rId34"/>
    <p:sldLayoutId id="2147484116" r:id="rId35"/>
    <p:sldLayoutId id="2147484117" r:id="rId36"/>
    <p:sldLayoutId id="2147484118" r:id="rId37"/>
    <p:sldLayoutId id="2147484119" r:id="rId38"/>
    <p:sldLayoutId id="2147484120" r:id="rId39"/>
    <p:sldLayoutId id="2147484121" r:id="rId40"/>
    <p:sldLayoutId id="2147484123" r:id="rId41"/>
    <p:sldLayoutId id="2147484124" r:id="rId42"/>
    <p:sldLayoutId id="2147484125" r:id="rId43"/>
    <p:sldLayoutId id="2147484126" r:id="rId44"/>
    <p:sldLayoutId id="2147484127" r:id="rId45"/>
    <p:sldLayoutId id="2147484128" r:id="rId46"/>
  </p:sldLayoutIdLst>
  <mc:AlternateContent xmlns:mc="http://schemas.openxmlformats.org/markup-compatibility/2006" xmlns:p14="http://schemas.microsoft.com/office/powerpoint/2010/main">
    <mc:Choice Requires="p14">
      <p:transition p14:dur="200">
        <p:fade/>
      </p:transition>
    </mc:Choice>
    <mc:Fallback xmlns="">
      <p:transition xmlns:p14="http://schemas.microsoft.com/office/powerpoint/2010/main">
        <p:fade/>
      </p:transition>
    </mc:Fallback>
  </mc:AlternateContent>
  <p:hf hdr="0" dt="0"/>
  <p:txStyles>
    <p:titleStyle>
      <a:lvl1pPr algn="l" defTabSz="609585" rtl="0" eaLnBrk="1" latinLnBrk="0" hangingPunct="1">
        <a:lnSpc>
          <a:spcPct val="90000"/>
        </a:lnSpc>
        <a:spcBef>
          <a:spcPct val="0"/>
        </a:spcBef>
        <a:buNone/>
        <a:defRPr sz="3200" kern="200" spc="-53">
          <a:solidFill>
            <a:schemeClr val="bg2"/>
          </a:solidFill>
          <a:latin typeface="IBM Plex Sans SemiBold"/>
          <a:ea typeface="IBM Plex Sans"/>
          <a:cs typeface="IBM Plex Sans SemiBold"/>
        </a:defRPr>
      </a:lvl1pPr>
    </p:titleStyle>
    <p:bodyStyle>
      <a:lvl1pPr marL="0" indent="0" algn="l" defTabSz="609585" rtl="0" eaLnBrk="1" latinLnBrk="0" hangingPunct="1">
        <a:lnSpc>
          <a:spcPct val="90000"/>
        </a:lnSpc>
        <a:spcBef>
          <a:spcPts val="800"/>
        </a:spcBef>
        <a:spcAft>
          <a:spcPts val="0"/>
        </a:spcAft>
        <a:buFont typeface="Arial"/>
        <a:buNone/>
        <a:defRPr sz="1867" kern="200" spc="-53">
          <a:solidFill>
            <a:schemeClr val="bg2"/>
          </a:solidFill>
          <a:latin typeface="IBM Plex Sans Light"/>
          <a:ea typeface="IBM Plex Sans"/>
          <a:cs typeface="IBM Plex Sans Light"/>
        </a:defRPr>
      </a:lvl1pPr>
      <a:lvl2pPr marL="226478" indent="-226478" algn="l" defTabSz="609585" rtl="0" eaLnBrk="1" latinLnBrk="0" hangingPunct="1">
        <a:lnSpc>
          <a:spcPct val="90000"/>
        </a:lnSpc>
        <a:spcBef>
          <a:spcPts val="800"/>
        </a:spcBef>
        <a:spcAft>
          <a:spcPts val="0"/>
        </a:spcAft>
        <a:buFont typeface="Arial"/>
        <a:buChar char="•"/>
        <a:defRPr sz="1600" kern="200" spc="-53">
          <a:solidFill>
            <a:schemeClr val="bg2"/>
          </a:solidFill>
          <a:latin typeface="IBM Plex Sans Light"/>
          <a:ea typeface="IBM Plex Sans"/>
          <a:cs typeface="IBM Plex Sans Light"/>
        </a:defRPr>
      </a:lvl2pPr>
      <a:lvl3pPr marL="461422" indent="-162980" algn="l" defTabSz="609585" rtl="0" eaLnBrk="1" latinLnBrk="0" hangingPunct="1">
        <a:lnSpc>
          <a:spcPct val="90000"/>
        </a:lnSpc>
        <a:spcBef>
          <a:spcPts val="800"/>
        </a:spcBef>
        <a:spcAft>
          <a:spcPts val="0"/>
        </a:spcAft>
        <a:buFont typeface="Arial"/>
        <a:buChar char="•"/>
        <a:defRPr sz="1467" kern="200" spc="-53">
          <a:solidFill>
            <a:schemeClr val="bg2"/>
          </a:solidFill>
          <a:latin typeface="IBM Plex Sans Light"/>
          <a:ea typeface="IBM Plex Sans"/>
          <a:cs typeface="IBM Plex Sans Light"/>
        </a:defRPr>
      </a:lvl3pPr>
      <a:lvl4pPr marL="833946" indent="-224361" algn="l" defTabSz="609585" rtl="0" eaLnBrk="1" latinLnBrk="0" hangingPunct="1">
        <a:lnSpc>
          <a:spcPct val="90000"/>
        </a:lnSpc>
        <a:spcBef>
          <a:spcPts val="800"/>
        </a:spcBef>
        <a:spcAft>
          <a:spcPts val="0"/>
        </a:spcAft>
        <a:buFont typeface="Arial"/>
        <a:buChar char="•"/>
        <a:defRPr sz="1467" kern="200" spc="-53">
          <a:solidFill>
            <a:schemeClr val="bg2"/>
          </a:solidFill>
          <a:latin typeface="IBM Plex Sans Light"/>
          <a:ea typeface="IBM Plex Sans"/>
          <a:cs typeface="IBM Plex Sans Light"/>
        </a:defRPr>
      </a:lvl4pPr>
      <a:lvl5pPr marL="1071007" indent="-230712" algn="l" defTabSz="609585" rtl="0" eaLnBrk="1" latinLnBrk="0" hangingPunct="1">
        <a:lnSpc>
          <a:spcPct val="90000"/>
        </a:lnSpc>
        <a:spcBef>
          <a:spcPts val="800"/>
        </a:spcBef>
        <a:spcAft>
          <a:spcPts val="0"/>
        </a:spcAft>
        <a:buFont typeface="Arial"/>
        <a:buChar char="•"/>
        <a:defRPr sz="1467" kern="200" spc="-53">
          <a:solidFill>
            <a:schemeClr val="bg2"/>
          </a:solidFill>
          <a:latin typeface="IBM Plex Sans Light"/>
          <a:ea typeface="IBM Plex Sans"/>
          <a:cs typeface="IBM Plex Sans Light"/>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296">
          <p15:clr>
            <a:srgbClr val="F26B43"/>
          </p15:clr>
        </p15:guide>
        <p15:guide id="2" orient="horz" pos="1619">
          <p15:clr>
            <a:srgbClr val="F26B43"/>
          </p15:clr>
        </p15:guide>
        <p15:guide id="3" orient="horz" pos="1216">
          <p15:clr>
            <a:srgbClr val="F26B43"/>
          </p15:clr>
        </p15:guide>
        <p15:guide id="5" orient="horz" pos="813">
          <p15:clr>
            <a:srgbClr val="F26B43"/>
          </p15:clr>
        </p15:guide>
        <p15:guide id="7" orient="horz" pos="2022">
          <p15:clr>
            <a:srgbClr val="F26B43"/>
          </p15:clr>
        </p15:guide>
        <p15:guide id="8" orient="horz" pos="2426">
          <p15:clr>
            <a:srgbClr val="F26B43"/>
          </p15:clr>
        </p15:guide>
        <p15:guide id="9" orient="horz" pos="2829">
          <p15:clr>
            <a:srgbClr val="F26B43"/>
          </p15:clr>
        </p15:guide>
        <p15:guide id="11" pos="2880">
          <p15:clr>
            <a:srgbClr val="F26B43"/>
          </p15:clr>
        </p15:guide>
        <p15:guide id="13" pos="2736">
          <p15:clr>
            <a:srgbClr val="F26B43"/>
          </p15:clr>
        </p15:guide>
        <p15:guide id="15" pos="1584">
          <p15:clr>
            <a:srgbClr val="F26B43"/>
          </p15:clr>
        </p15:guide>
        <p15:guide id="17" pos="1440">
          <p15:clr>
            <a:srgbClr val="F26B43"/>
          </p15:clr>
        </p15:guide>
        <p15:guide id="20" pos="3024">
          <p15:clr>
            <a:srgbClr val="F26B43"/>
          </p15:clr>
        </p15:guide>
        <p15:guide id="22" pos="4320">
          <p15:clr>
            <a:srgbClr val="F26B43"/>
          </p15:clr>
        </p15:guide>
        <p15:guide id="24" pos="144">
          <p15:clr>
            <a:srgbClr val="F26B43"/>
          </p15:clr>
        </p15:guide>
        <p15:guide id="26" pos="5616">
          <p15:clr>
            <a:srgbClr val="F26B43"/>
          </p15:clr>
        </p15:guide>
        <p15:guide id="27" orient="horz" pos="142">
          <p15:clr>
            <a:srgbClr val="F26B43"/>
          </p15:clr>
        </p15:guide>
        <p15:guide id="31" pos="4176">
          <p15:clr>
            <a:srgbClr val="F26B43"/>
          </p15:clr>
        </p15:guide>
        <p15:guide id="32" pos="4464">
          <p15:clr>
            <a:srgbClr val="F26B43"/>
          </p15:clr>
        </p15:guide>
        <p15:guide id="34" orient="horz" pos="3098">
          <p15:clr>
            <a:srgbClr val="F26B43"/>
          </p15:clr>
        </p15:guide>
        <p15:guide id="35" orient="horz" pos="420">
          <p15:clr>
            <a:srgbClr val="F26B43"/>
          </p15:clr>
        </p15:guide>
        <p15:guide id="36" orient="horz" pos="732">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268225"/>
            <a:ext cx="5486400" cy="5988135"/>
          </a:xfrm>
          <a:prstGeom prst="rect">
            <a:avLst/>
          </a:prstGeom>
        </p:spPr>
        <p:txBody>
          <a:bodyPr vert="horz" lIns="0" tIns="0" rIns="0" bIns="0" rtlCol="0" anchor="t" anchorCtr="0">
            <a:noAutofit/>
          </a:bodyPr>
          <a:lstStyle/>
          <a:p>
            <a:r>
              <a:rPr lang="en-US" noProof="0" dirty="0"/>
              <a:t>Click to edit Master title style</a:t>
            </a:r>
          </a:p>
        </p:txBody>
      </p:sp>
      <p:sp>
        <p:nvSpPr>
          <p:cNvPr id="3" name="Text Placeholder 2"/>
          <p:cNvSpPr>
            <a:spLocks noGrp="1"/>
          </p:cNvSpPr>
          <p:nvPr>
            <p:ph type="body" idx="1"/>
          </p:nvPr>
        </p:nvSpPr>
        <p:spPr>
          <a:xfrm>
            <a:off x="6400800" y="243841"/>
            <a:ext cx="5486400" cy="6000327"/>
          </a:xfrm>
          <a:prstGeom prst="rect">
            <a:avLst/>
          </a:prstGeom>
        </p:spPr>
        <p:txBody>
          <a:bodyPr vert="horz" lIns="0" tIns="0" rIns="0" bIns="0" rtlCol="0">
            <a:noAutofit/>
          </a:body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Slide Number Placeholder 6"/>
          <p:cNvSpPr>
            <a:spLocks noGrp="1"/>
          </p:cNvSpPr>
          <p:nvPr>
            <p:ph type="sldNum" sz="quarter" idx="4"/>
          </p:nvPr>
        </p:nvSpPr>
        <p:spPr>
          <a:xfrm>
            <a:off x="9144000" y="6435307"/>
            <a:ext cx="2743200" cy="182880"/>
          </a:xfrm>
          <a:prstGeom prst="rect">
            <a:avLst/>
          </a:prstGeom>
        </p:spPr>
        <p:txBody>
          <a:bodyPr vert="horz" lIns="0" tIns="0" rIns="0" bIns="0" rtlCol="0" anchor="ctr"/>
          <a:lstStyle>
            <a:lvl1pPr algn="r">
              <a:defRPr sz="800" b="0" i="0" baseline="0">
                <a:solidFill>
                  <a:schemeClr val="bg2"/>
                </a:solidFill>
                <a:latin typeface="IBM Eliot Sans Regular" charset="0"/>
                <a:ea typeface="IBM Eliot Sans Regular" charset="0"/>
                <a:cs typeface="IBM Eliot Sans Regular" charset="0"/>
              </a:defRPr>
            </a:lvl1pPr>
          </a:lstStyle>
          <a:p>
            <a:fld id="{61306876-7E60-6D40-9A83-6A3AF924BB27}" type="slidenum">
              <a:rPr lang="en-US" kern="0" smtClean="0">
                <a:solidFill>
                  <a:srgbClr val="FFFFFF"/>
                </a:solidFill>
                <a:sym typeface="Arial"/>
              </a:rPr>
              <a:pPr/>
              <a:t>‹#›</a:t>
            </a:fld>
            <a:endParaRPr lang="en-US" kern="0" dirty="0">
              <a:solidFill>
                <a:srgbClr val="FFFFFF"/>
              </a:solidFill>
              <a:sym typeface="Arial"/>
            </a:endParaRPr>
          </a:p>
        </p:txBody>
      </p:sp>
      <p:sp>
        <p:nvSpPr>
          <p:cNvPr id="9" name="Footer Placeholder 8"/>
          <p:cNvSpPr>
            <a:spLocks noGrp="1"/>
          </p:cNvSpPr>
          <p:nvPr>
            <p:ph type="ftr" sz="quarter" idx="3"/>
          </p:nvPr>
        </p:nvSpPr>
        <p:spPr>
          <a:xfrm>
            <a:off x="304800" y="6435307"/>
            <a:ext cx="8534400" cy="182880"/>
          </a:xfrm>
          <a:prstGeom prst="rect">
            <a:avLst/>
          </a:prstGeom>
        </p:spPr>
        <p:txBody>
          <a:bodyPr vert="horz" lIns="0" tIns="0" rIns="0" bIns="0" rtlCol="0" anchor="ctr"/>
          <a:lstStyle>
            <a:lvl1pPr algn="l">
              <a:defRPr sz="800" b="0" i="0" baseline="0">
                <a:solidFill>
                  <a:schemeClr val="bg2"/>
                </a:solidFill>
                <a:latin typeface="IBM Eliot Sans Regular" charset="0"/>
                <a:ea typeface="IBM Eliot Sans Regular" charset="0"/>
                <a:cs typeface="IBM Eliot Sans Regular" charset="0"/>
              </a:defRPr>
            </a:lvl1pPr>
          </a:lstStyle>
          <a:p>
            <a:r>
              <a:rPr lang="en-US" kern="0" dirty="0">
                <a:solidFill>
                  <a:srgbClr val="FFFFFF"/>
                </a:solidFill>
                <a:sym typeface="Arial"/>
              </a:rPr>
              <a:t>Group Name / DOC ID / Month XX, 2017</a:t>
            </a:r>
          </a:p>
        </p:txBody>
      </p:sp>
    </p:spTree>
    <p:extLst>
      <p:ext uri="{BB962C8B-B14F-4D97-AF65-F5344CB8AC3E}">
        <p14:creationId xmlns:p14="http://schemas.microsoft.com/office/powerpoint/2010/main" val="1711966718"/>
      </p:ext>
    </p:extLst>
  </p:cSld>
  <p:clrMap bg1="lt1" tx1="dk1" bg2="lt2" tx2="dk2" accent1="accent1" accent2="accent2" accent3="accent3" accent4="accent4" accent5="accent5" accent6="accent6" hlink="hlink" folHlink="folHlink"/>
  <p:sldLayoutIdLst>
    <p:sldLayoutId id="2147484131" r:id="rId1"/>
    <p:sldLayoutId id="2147484132" r:id="rId2"/>
    <p:sldLayoutId id="2147484133" r:id="rId3"/>
    <p:sldLayoutId id="2147484134" r:id="rId4"/>
    <p:sldLayoutId id="2147484135" r:id="rId5"/>
    <p:sldLayoutId id="2147484136" r:id="rId6"/>
    <p:sldLayoutId id="2147484137" r:id="rId7"/>
    <p:sldLayoutId id="2147484138" r:id="rId8"/>
    <p:sldLayoutId id="2147484139" r:id="rId9"/>
    <p:sldLayoutId id="2147484140" r:id="rId10"/>
    <p:sldLayoutId id="2147484141" r:id="rId11"/>
    <p:sldLayoutId id="2147484142" r:id="rId12"/>
    <p:sldLayoutId id="2147484143" r:id="rId13"/>
    <p:sldLayoutId id="2147484144" r:id="rId14"/>
    <p:sldLayoutId id="2147484145" r:id="rId15"/>
    <p:sldLayoutId id="2147484146" r:id="rId16"/>
    <p:sldLayoutId id="2147484147" r:id="rId17"/>
    <p:sldLayoutId id="2147484148" r:id="rId18"/>
    <p:sldLayoutId id="2147484149" r:id="rId19"/>
    <p:sldLayoutId id="2147484150" r:id="rId20"/>
    <p:sldLayoutId id="2147484151" r:id="rId21"/>
    <p:sldLayoutId id="2147484152" r:id="rId22"/>
    <p:sldLayoutId id="2147484153" r:id="rId23"/>
    <p:sldLayoutId id="2147484154" r:id="rId24"/>
    <p:sldLayoutId id="2147484155" r:id="rId25"/>
    <p:sldLayoutId id="2147484156" r:id="rId26"/>
    <p:sldLayoutId id="2147484157" r:id="rId27"/>
    <p:sldLayoutId id="2147484158" r:id="rId28"/>
    <p:sldLayoutId id="2147484159" r:id="rId29"/>
    <p:sldLayoutId id="2147484160" r:id="rId30"/>
    <p:sldLayoutId id="2147484161" r:id="rId31"/>
    <p:sldLayoutId id="2147484162" r:id="rId32"/>
    <p:sldLayoutId id="2147484163" r:id="rId33"/>
    <p:sldLayoutId id="2147484164" r:id="rId34"/>
    <p:sldLayoutId id="2147484165" r:id="rId35"/>
  </p:sldLayoutIdLst>
  <p:hf hdr="0" ftr="0" dt="0"/>
  <p:txStyles>
    <p:titleStyle>
      <a:lvl1pPr algn="l" defTabSz="609585" rtl="0" eaLnBrk="1" latinLnBrk="0" hangingPunct="1">
        <a:lnSpc>
          <a:spcPct val="90000"/>
        </a:lnSpc>
        <a:spcBef>
          <a:spcPct val="0"/>
        </a:spcBef>
        <a:buNone/>
        <a:defRPr sz="3200" b="0" i="0" kern="1200">
          <a:solidFill>
            <a:schemeClr val="bg2"/>
          </a:solidFill>
          <a:latin typeface="IBM Eliot Sans Regular" charset="0"/>
          <a:ea typeface="IBM Eliot Sans Regular" charset="0"/>
          <a:cs typeface="IBM Eliot Sans Regular" charset="0"/>
        </a:defRPr>
      </a:lvl1pPr>
    </p:titleStyle>
    <p:bodyStyle>
      <a:lvl1pPr marL="0" indent="0" algn="l" defTabSz="609585" rtl="0" eaLnBrk="1" latinLnBrk="0" hangingPunct="1">
        <a:lnSpc>
          <a:spcPct val="100000"/>
        </a:lnSpc>
        <a:spcBef>
          <a:spcPts val="1467"/>
        </a:spcBef>
        <a:buFont typeface="Arial"/>
        <a:buNone/>
        <a:defRPr sz="1867" b="0" i="0" kern="1200">
          <a:solidFill>
            <a:schemeClr val="bg2"/>
          </a:solidFill>
          <a:latin typeface="IBM Eliot Sans Regular" charset="0"/>
          <a:ea typeface="IBM Eliot Sans Regular" charset="0"/>
          <a:cs typeface="IBM Eliot Sans Regular" charset="0"/>
        </a:defRPr>
      </a:lvl1pPr>
      <a:lvl2pPr marL="230712" indent="-230712" algn="l" defTabSz="609585" rtl="0" eaLnBrk="1" latinLnBrk="0" hangingPunct="1">
        <a:lnSpc>
          <a:spcPct val="100000"/>
        </a:lnSpc>
        <a:spcBef>
          <a:spcPts val="1467"/>
        </a:spcBef>
        <a:spcAft>
          <a:spcPts val="0"/>
        </a:spcAft>
        <a:buFont typeface="Arial"/>
        <a:buChar char="–"/>
        <a:defRPr sz="1867" b="0" i="0" kern="1200">
          <a:solidFill>
            <a:schemeClr val="bg2"/>
          </a:solidFill>
          <a:latin typeface="IBM Eliot Sans Regular" charset="0"/>
          <a:ea typeface="IBM Eliot Sans Regular" charset="0"/>
          <a:cs typeface="IBM Eliot Sans Regular" charset="0"/>
        </a:defRPr>
      </a:lvl2pPr>
      <a:lvl3pPr marL="529153" indent="-230712" algn="l" defTabSz="609585" rtl="0" eaLnBrk="1" latinLnBrk="0" hangingPunct="1">
        <a:lnSpc>
          <a:spcPct val="100000"/>
        </a:lnSpc>
        <a:spcBef>
          <a:spcPts val="1467"/>
        </a:spcBef>
        <a:spcAft>
          <a:spcPts val="0"/>
        </a:spcAft>
        <a:buFont typeface="Arial"/>
        <a:buChar char="•"/>
        <a:defRPr sz="1867" b="0" i="0" kern="1200">
          <a:solidFill>
            <a:schemeClr val="bg2"/>
          </a:solidFill>
          <a:latin typeface="IBM Eliot Sans Regular" charset="0"/>
          <a:ea typeface="IBM Eliot Sans Regular" charset="0"/>
          <a:cs typeface="IBM Eliot Sans Regular" charset="0"/>
        </a:defRPr>
      </a:lvl3pPr>
      <a:lvl4pPr marL="833946" indent="-224361" algn="l" defTabSz="609585" rtl="0" eaLnBrk="1" latinLnBrk="0" hangingPunct="1">
        <a:lnSpc>
          <a:spcPct val="100000"/>
        </a:lnSpc>
        <a:spcBef>
          <a:spcPts val="1467"/>
        </a:spcBef>
        <a:spcAft>
          <a:spcPts val="0"/>
        </a:spcAft>
        <a:buFont typeface="Arial"/>
        <a:buChar char="–"/>
        <a:defRPr sz="1867" b="0" i="0" kern="1200">
          <a:solidFill>
            <a:schemeClr val="bg2"/>
          </a:solidFill>
          <a:latin typeface="IBM Eliot Sans Regular" charset="0"/>
          <a:ea typeface="IBM Eliot Sans Regular" charset="0"/>
          <a:cs typeface="IBM Eliot Sans Regular" charset="0"/>
        </a:defRPr>
      </a:lvl4pPr>
      <a:lvl5pPr marL="1071007" indent="-230712" algn="l" defTabSz="609585" rtl="0" eaLnBrk="1" latinLnBrk="0" hangingPunct="1">
        <a:lnSpc>
          <a:spcPct val="100000"/>
        </a:lnSpc>
        <a:spcBef>
          <a:spcPts val="1467"/>
        </a:spcBef>
        <a:spcAft>
          <a:spcPts val="0"/>
        </a:spcAft>
        <a:buFont typeface="Arial"/>
        <a:buChar char="»"/>
        <a:defRPr sz="1867" b="0" i="0" kern="1200">
          <a:solidFill>
            <a:schemeClr val="bg2"/>
          </a:solidFill>
          <a:latin typeface="IBM Eliot Sans Regular" charset="0"/>
          <a:ea typeface="IBM Eliot Sans Regular" charset="0"/>
          <a:cs typeface="IBM Eliot Sans Regular"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296">
          <p15:clr>
            <a:srgbClr val="F26B43"/>
          </p15:clr>
        </p15:guide>
        <p15:guide id="2" orient="horz" pos="1619">
          <p15:clr>
            <a:srgbClr val="F26B43"/>
          </p15:clr>
        </p15:guide>
        <p15:guide id="3" orient="horz" pos="1216">
          <p15:clr>
            <a:srgbClr val="F26B43"/>
          </p15:clr>
        </p15:guide>
        <p15:guide id="5" orient="horz" pos="813">
          <p15:clr>
            <a:srgbClr val="F26B43"/>
          </p15:clr>
        </p15:guide>
        <p15:guide id="7" orient="horz" pos="2022">
          <p15:clr>
            <a:srgbClr val="F26B43"/>
          </p15:clr>
        </p15:guide>
        <p15:guide id="8" orient="horz" pos="2426">
          <p15:clr>
            <a:srgbClr val="F26B43"/>
          </p15:clr>
        </p15:guide>
        <p15:guide id="9" orient="horz" pos="2829">
          <p15:clr>
            <a:srgbClr val="F26B43"/>
          </p15:clr>
        </p15:guide>
        <p15:guide id="11" pos="2880">
          <p15:clr>
            <a:srgbClr val="F26B43"/>
          </p15:clr>
        </p15:guide>
        <p15:guide id="13" pos="2736">
          <p15:clr>
            <a:srgbClr val="F26B43"/>
          </p15:clr>
        </p15:guide>
        <p15:guide id="15" pos="1584">
          <p15:clr>
            <a:srgbClr val="F26B43"/>
          </p15:clr>
        </p15:guide>
        <p15:guide id="17" pos="1440">
          <p15:clr>
            <a:srgbClr val="F26B43"/>
          </p15:clr>
        </p15:guide>
        <p15:guide id="20" pos="3024">
          <p15:clr>
            <a:srgbClr val="F26B43"/>
          </p15:clr>
        </p15:guide>
        <p15:guide id="22" pos="4320">
          <p15:clr>
            <a:srgbClr val="F26B43"/>
          </p15:clr>
        </p15:guide>
        <p15:guide id="24" pos="144">
          <p15:clr>
            <a:srgbClr val="F26B43"/>
          </p15:clr>
        </p15:guide>
        <p15:guide id="26" pos="5616">
          <p15:clr>
            <a:srgbClr val="F26B43"/>
          </p15:clr>
        </p15:guide>
        <p15:guide id="27" orient="horz" pos="142">
          <p15:clr>
            <a:srgbClr val="F26B43"/>
          </p15:clr>
        </p15:guide>
        <p15:guide id="31" pos="4176">
          <p15:clr>
            <a:srgbClr val="F26B43"/>
          </p15:clr>
        </p15:guide>
        <p15:guide id="32" pos="4464">
          <p15:clr>
            <a:srgbClr val="F26B43"/>
          </p15:clr>
        </p15:guide>
        <p15:guide id="34" orient="horz" pos="3098">
          <p15:clr>
            <a:srgbClr val="F26B43"/>
          </p15:clr>
        </p15:guide>
        <p15:guide id="35" orient="horz" pos="420">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Picture 7" descr="Picture 7">
            <a:hlinkClick r:id="" action="ppaction://noaction"/>
          </p:cNvPr>
          <p:cNvPicPr>
            <a:picLocks noChangeAspect="1"/>
          </p:cNvPicPr>
          <p:nvPr/>
        </p:nvPicPr>
        <p:blipFill>
          <a:blip r:embed="rId46"/>
          <a:stretch>
            <a:fillRect/>
          </a:stretch>
        </p:blipFill>
        <p:spPr>
          <a:xfrm>
            <a:off x="12034032" y="6700031"/>
            <a:ext cx="94088" cy="94088"/>
          </a:xfrm>
          <a:prstGeom prst="rect">
            <a:avLst/>
          </a:prstGeom>
          <a:ln w="12700">
            <a:miter lim="400000"/>
          </a:ln>
        </p:spPr>
      </p:pic>
      <p:sp>
        <p:nvSpPr>
          <p:cNvPr id="3" name="Title Text"/>
          <p:cNvSpPr txBox="1">
            <a:spLocks noGrp="1"/>
          </p:cNvSpPr>
          <p:nvPr>
            <p:ph type="title"/>
          </p:nvPr>
        </p:nvSpPr>
        <p:spPr>
          <a:xfrm>
            <a:off x="609600" y="274637"/>
            <a:ext cx="10972800" cy="1325563"/>
          </a:xfrm>
          <a:prstGeom prst="rect">
            <a:avLst/>
          </a:prstGeom>
          <a:ln w="12700">
            <a:miter lim="400000"/>
          </a:ln>
          <a:extLst>
            <a:ext uri="{C572A759-6A51-4108-AA02-DFA0A04FC94B}">
              <ma14:wrappingTextBoxFlag xmlns:ma14="http://schemas.microsoft.com/office/mac/drawingml/2011/main" xmlns="" val="1"/>
            </a:ext>
          </a:extLst>
        </p:spPr>
        <p:txBody>
          <a:bodyPr lIns="0" tIns="0" rIns="0" bIns="0"/>
          <a:lstStyle/>
          <a:p>
            <a:r>
              <a:t>Title Text</a:t>
            </a:r>
          </a:p>
        </p:txBody>
      </p:sp>
      <p:sp>
        <p:nvSpPr>
          <p:cNvPr id="4" name="Body Level One…"/>
          <p:cNvSpPr txBox="1">
            <a:spLocks noGrp="1"/>
          </p:cNvSpPr>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xmlns="" val="1"/>
            </a:ext>
          </a:extLst>
        </p:spPr>
        <p:txBody>
          <a:bodyPr lIns="0" tIns="0" rIns="0" bIns="0"/>
          <a:lstStyle/>
          <a:p>
            <a:r>
              <a:t>Body Level One</a:t>
            </a:r>
          </a:p>
          <a:p>
            <a:pPr lvl="1"/>
            <a:r>
              <a:t>Body Level Two</a:t>
            </a:r>
          </a:p>
          <a:p>
            <a:pPr lvl="2"/>
            <a:r>
              <a:t>Body Level Three</a:t>
            </a:r>
          </a:p>
          <a:p>
            <a:pPr lvl="3"/>
            <a:r>
              <a:t>Body Level Four</a:t>
            </a:r>
          </a:p>
          <a:p>
            <a:pPr lvl="4"/>
            <a:r>
              <a:t>Body Level Five</a:t>
            </a:r>
          </a:p>
        </p:txBody>
      </p:sp>
      <p:sp>
        <p:nvSpPr>
          <p:cNvPr id="5" name="Slide Number"/>
          <p:cNvSpPr txBox="1">
            <a:spLocks noGrp="1"/>
          </p:cNvSpPr>
          <p:nvPr>
            <p:ph type="sldNum" sz="quarter" idx="2"/>
          </p:nvPr>
        </p:nvSpPr>
        <p:spPr>
          <a:xfrm>
            <a:off x="8623338" y="6300949"/>
            <a:ext cx="114262" cy="110800"/>
          </a:xfrm>
          <a:prstGeom prst="rect">
            <a:avLst/>
          </a:prstGeom>
          <a:ln w="12700">
            <a:miter lim="400000"/>
          </a:ln>
        </p:spPr>
        <p:txBody>
          <a:bodyPr wrap="none" lIns="0" tIns="0" rIns="0" bIns="0" anchor="ctr">
            <a:spAutoFit/>
          </a:bodyPr>
          <a:lstStyle>
            <a:lvl1pPr algn="r">
              <a:lnSpc>
                <a:spcPct val="90000"/>
              </a:lnSpc>
              <a:defRPr sz="800" spc="-53">
                <a:solidFill>
                  <a:srgbClr val="FFFFFF"/>
                </a:solidFill>
              </a:defRPr>
            </a:lvl1pPr>
          </a:lstStyle>
          <a:p>
            <a:pPr defTabSz="914377" hangingPunct="0"/>
            <a:fld id="{86CB4B4D-7CA3-9044-876B-883B54F8677D}" type="slidenum">
              <a:rPr lang="uk-UA" kern="0" smtClean="0">
                <a:sym typeface="IBM Plex Sans"/>
              </a:rPr>
              <a:pPr defTabSz="914377" hangingPunct="0"/>
              <a:t>‹#›</a:t>
            </a:fld>
            <a:endParaRPr lang="uk-UA" kern="0">
              <a:sym typeface="IBM Plex Sans"/>
            </a:endParaRPr>
          </a:p>
        </p:txBody>
      </p:sp>
    </p:spTree>
    <p:extLst>
      <p:ext uri="{BB962C8B-B14F-4D97-AF65-F5344CB8AC3E}">
        <p14:creationId xmlns:p14="http://schemas.microsoft.com/office/powerpoint/2010/main" val="2118481341"/>
      </p:ext>
    </p:extLst>
  </p:cSld>
  <p:clrMap bg1="lt1" tx1="dk1" bg2="lt2" tx2="dk2" accent1="accent1" accent2="accent2" accent3="accent3" accent4="accent4" accent5="accent5" accent6="accent6" hlink="hlink" folHlink="folHlink"/>
  <p:sldLayoutIdLst>
    <p:sldLayoutId id="2147484168" r:id="rId1"/>
    <p:sldLayoutId id="2147484169" r:id="rId2"/>
    <p:sldLayoutId id="2147484171" r:id="rId3"/>
    <p:sldLayoutId id="2147484172" r:id="rId4"/>
    <p:sldLayoutId id="2147484173" r:id="rId5"/>
    <p:sldLayoutId id="2147484174" r:id="rId6"/>
    <p:sldLayoutId id="2147484175" r:id="rId7"/>
    <p:sldLayoutId id="2147484176" r:id="rId8"/>
    <p:sldLayoutId id="2147484178" r:id="rId9"/>
    <p:sldLayoutId id="2147484179" r:id="rId10"/>
    <p:sldLayoutId id="2147484180" r:id="rId11"/>
    <p:sldLayoutId id="2147484181" r:id="rId12"/>
    <p:sldLayoutId id="2147484182" r:id="rId13"/>
    <p:sldLayoutId id="2147484183" r:id="rId14"/>
    <p:sldLayoutId id="2147484184" r:id="rId15"/>
    <p:sldLayoutId id="2147484185" r:id="rId16"/>
    <p:sldLayoutId id="2147484186" r:id="rId17"/>
    <p:sldLayoutId id="2147484187" r:id="rId18"/>
    <p:sldLayoutId id="2147484188" r:id="rId19"/>
    <p:sldLayoutId id="2147484189" r:id="rId20"/>
    <p:sldLayoutId id="2147484190" r:id="rId21"/>
    <p:sldLayoutId id="2147484191" r:id="rId22"/>
    <p:sldLayoutId id="2147484192" r:id="rId23"/>
    <p:sldLayoutId id="2147484193" r:id="rId24"/>
    <p:sldLayoutId id="2147484194" r:id="rId25"/>
    <p:sldLayoutId id="2147484195" r:id="rId26"/>
    <p:sldLayoutId id="2147484196" r:id="rId27"/>
    <p:sldLayoutId id="2147484197" r:id="rId28"/>
    <p:sldLayoutId id="2147484198" r:id="rId29"/>
    <p:sldLayoutId id="2147484199" r:id="rId30"/>
    <p:sldLayoutId id="2147484200" r:id="rId31"/>
    <p:sldLayoutId id="2147484201" r:id="rId32"/>
    <p:sldLayoutId id="2147484202" r:id="rId33"/>
    <p:sldLayoutId id="2147484203" r:id="rId34"/>
    <p:sldLayoutId id="2147484205" r:id="rId35"/>
    <p:sldLayoutId id="2147484206" r:id="rId36"/>
    <p:sldLayoutId id="2147484207" r:id="rId37"/>
    <p:sldLayoutId id="2147484209" r:id="rId38"/>
    <p:sldLayoutId id="2147484210" r:id="rId39"/>
    <p:sldLayoutId id="2147484211" r:id="rId40"/>
    <p:sldLayoutId id="2147484212" r:id="rId41"/>
    <p:sldLayoutId id="2147484213" r:id="rId42"/>
    <p:sldLayoutId id="2147484214" r:id="rId43"/>
    <p:sldLayoutId id="2147484392" r:id="rId44"/>
  </p:sldLayoutIdLst>
  <p:transition spd="med"/>
  <p:txStyles>
    <p:titleStyle>
      <a:lvl1pPr marL="0" marR="0" indent="0" algn="l" defTabSz="609585" rtl="0" latinLnBrk="0">
        <a:lnSpc>
          <a:spcPct val="90000"/>
        </a:lnSpc>
        <a:spcBef>
          <a:spcPts val="0"/>
        </a:spcBef>
        <a:spcAft>
          <a:spcPts val="0"/>
        </a:spcAft>
        <a:buClrTx/>
        <a:buSzTx/>
        <a:buFontTx/>
        <a:buNone/>
        <a:tabLst/>
        <a:defRPr sz="3200" b="0" i="0" u="none" strike="noStrike" cap="none" spc="-53" baseline="0">
          <a:ln>
            <a:noFill/>
          </a:ln>
          <a:solidFill>
            <a:srgbClr val="FFFFFF"/>
          </a:solidFill>
          <a:uFillTx/>
          <a:latin typeface="IBM Plex Sans SemiBold"/>
          <a:ea typeface="IBM Plex Sans SemiBold"/>
          <a:cs typeface="IBM Plex Sans SemiBold"/>
          <a:sym typeface="IBM Plex Sans SemiBold"/>
        </a:defRPr>
      </a:lvl1pPr>
      <a:lvl2pPr marL="0" marR="0" indent="0" algn="l" defTabSz="609585" rtl="0" latinLnBrk="0">
        <a:lnSpc>
          <a:spcPct val="90000"/>
        </a:lnSpc>
        <a:spcBef>
          <a:spcPts val="0"/>
        </a:spcBef>
        <a:spcAft>
          <a:spcPts val="0"/>
        </a:spcAft>
        <a:buClrTx/>
        <a:buSzTx/>
        <a:buFontTx/>
        <a:buNone/>
        <a:tabLst/>
        <a:defRPr sz="3200" b="0" i="0" u="none" strike="noStrike" cap="none" spc="-53" baseline="0">
          <a:ln>
            <a:noFill/>
          </a:ln>
          <a:solidFill>
            <a:srgbClr val="FFFFFF"/>
          </a:solidFill>
          <a:uFillTx/>
          <a:latin typeface="IBM Plex Sans SemiBold"/>
          <a:ea typeface="IBM Plex Sans SemiBold"/>
          <a:cs typeface="IBM Plex Sans SemiBold"/>
          <a:sym typeface="IBM Plex Sans SemiBold"/>
        </a:defRPr>
      </a:lvl2pPr>
      <a:lvl3pPr marL="0" marR="0" indent="0" algn="l" defTabSz="609585" rtl="0" latinLnBrk="0">
        <a:lnSpc>
          <a:spcPct val="90000"/>
        </a:lnSpc>
        <a:spcBef>
          <a:spcPts val="0"/>
        </a:spcBef>
        <a:spcAft>
          <a:spcPts val="0"/>
        </a:spcAft>
        <a:buClrTx/>
        <a:buSzTx/>
        <a:buFontTx/>
        <a:buNone/>
        <a:tabLst/>
        <a:defRPr sz="3200" b="0" i="0" u="none" strike="noStrike" cap="none" spc="-53" baseline="0">
          <a:ln>
            <a:noFill/>
          </a:ln>
          <a:solidFill>
            <a:srgbClr val="FFFFFF"/>
          </a:solidFill>
          <a:uFillTx/>
          <a:latin typeface="IBM Plex Sans SemiBold"/>
          <a:ea typeface="IBM Plex Sans SemiBold"/>
          <a:cs typeface="IBM Plex Sans SemiBold"/>
          <a:sym typeface="IBM Plex Sans SemiBold"/>
        </a:defRPr>
      </a:lvl3pPr>
      <a:lvl4pPr marL="0" marR="0" indent="0" algn="l" defTabSz="609585" rtl="0" latinLnBrk="0">
        <a:lnSpc>
          <a:spcPct val="90000"/>
        </a:lnSpc>
        <a:spcBef>
          <a:spcPts val="0"/>
        </a:spcBef>
        <a:spcAft>
          <a:spcPts val="0"/>
        </a:spcAft>
        <a:buClrTx/>
        <a:buSzTx/>
        <a:buFontTx/>
        <a:buNone/>
        <a:tabLst/>
        <a:defRPr sz="3200" b="0" i="0" u="none" strike="noStrike" cap="none" spc="-53" baseline="0">
          <a:ln>
            <a:noFill/>
          </a:ln>
          <a:solidFill>
            <a:srgbClr val="FFFFFF"/>
          </a:solidFill>
          <a:uFillTx/>
          <a:latin typeface="IBM Plex Sans SemiBold"/>
          <a:ea typeface="IBM Plex Sans SemiBold"/>
          <a:cs typeface="IBM Plex Sans SemiBold"/>
          <a:sym typeface="IBM Plex Sans SemiBold"/>
        </a:defRPr>
      </a:lvl4pPr>
      <a:lvl5pPr marL="0" marR="0" indent="0" algn="l" defTabSz="609585" rtl="0" latinLnBrk="0">
        <a:lnSpc>
          <a:spcPct val="90000"/>
        </a:lnSpc>
        <a:spcBef>
          <a:spcPts val="0"/>
        </a:spcBef>
        <a:spcAft>
          <a:spcPts val="0"/>
        </a:spcAft>
        <a:buClrTx/>
        <a:buSzTx/>
        <a:buFontTx/>
        <a:buNone/>
        <a:tabLst/>
        <a:defRPr sz="3200" b="0" i="0" u="none" strike="noStrike" cap="none" spc="-53" baseline="0">
          <a:ln>
            <a:noFill/>
          </a:ln>
          <a:solidFill>
            <a:srgbClr val="FFFFFF"/>
          </a:solidFill>
          <a:uFillTx/>
          <a:latin typeface="IBM Plex Sans SemiBold"/>
          <a:ea typeface="IBM Plex Sans SemiBold"/>
          <a:cs typeface="IBM Plex Sans SemiBold"/>
          <a:sym typeface="IBM Plex Sans SemiBold"/>
        </a:defRPr>
      </a:lvl5pPr>
      <a:lvl6pPr marL="0" marR="0" indent="0" algn="l" defTabSz="609585" rtl="0" latinLnBrk="0">
        <a:lnSpc>
          <a:spcPct val="90000"/>
        </a:lnSpc>
        <a:spcBef>
          <a:spcPts val="0"/>
        </a:spcBef>
        <a:spcAft>
          <a:spcPts val="0"/>
        </a:spcAft>
        <a:buClrTx/>
        <a:buSzTx/>
        <a:buFontTx/>
        <a:buNone/>
        <a:tabLst/>
        <a:defRPr sz="3200" b="0" i="0" u="none" strike="noStrike" cap="none" spc="-53" baseline="0">
          <a:ln>
            <a:noFill/>
          </a:ln>
          <a:solidFill>
            <a:srgbClr val="FFFFFF"/>
          </a:solidFill>
          <a:uFillTx/>
          <a:latin typeface="IBM Plex Sans SemiBold"/>
          <a:ea typeface="IBM Plex Sans SemiBold"/>
          <a:cs typeface="IBM Plex Sans SemiBold"/>
          <a:sym typeface="IBM Plex Sans SemiBold"/>
        </a:defRPr>
      </a:lvl6pPr>
      <a:lvl7pPr marL="0" marR="0" indent="0" algn="l" defTabSz="609585" rtl="0" latinLnBrk="0">
        <a:lnSpc>
          <a:spcPct val="90000"/>
        </a:lnSpc>
        <a:spcBef>
          <a:spcPts val="0"/>
        </a:spcBef>
        <a:spcAft>
          <a:spcPts val="0"/>
        </a:spcAft>
        <a:buClrTx/>
        <a:buSzTx/>
        <a:buFontTx/>
        <a:buNone/>
        <a:tabLst/>
        <a:defRPr sz="3200" b="0" i="0" u="none" strike="noStrike" cap="none" spc="-53" baseline="0">
          <a:ln>
            <a:noFill/>
          </a:ln>
          <a:solidFill>
            <a:srgbClr val="FFFFFF"/>
          </a:solidFill>
          <a:uFillTx/>
          <a:latin typeface="IBM Plex Sans SemiBold"/>
          <a:ea typeface="IBM Plex Sans SemiBold"/>
          <a:cs typeface="IBM Plex Sans SemiBold"/>
          <a:sym typeface="IBM Plex Sans SemiBold"/>
        </a:defRPr>
      </a:lvl7pPr>
      <a:lvl8pPr marL="0" marR="0" indent="0" algn="l" defTabSz="609585" rtl="0" latinLnBrk="0">
        <a:lnSpc>
          <a:spcPct val="90000"/>
        </a:lnSpc>
        <a:spcBef>
          <a:spcPts val="0"/>
        </a:spcBef>
        <a:spcAft>
          <a:spcPts val="0"/>
        </a:spcAft>
        <a:buClrTx/>
        <a:buSzTx/>
        <a:buFontTx/>
        <a:buNone/>
        <a:tabLst/>
        <a:defRPr sz="3200" b="0" i="0" u="none" strike="noStrike" cap="none" spc="-53" baseline="0">
          <a:ln>
            <a:noFill/>
          </a:ln>
          <a:solidFill>
            <a:srgbClr val="FFFFFF"/>
          </a:solidFill>
          <a:uFillTx/>
          <a:latin typeface="IBM Plex Sans SemiBold"/>
          <a:ea typeface="IBM Plex Sans SemiBold"/>
          <a:cs typeface="IBM Plex Sans SemiBold"/>
          <a:sym typeface="IBM Plex Sans SemiBold"/>
        </a:defRPr>
      </a:lvl8pPr>
      <a:lvl9pPr marL="0" marR="0" indent="0" algn="l" defTabSz="609585" rtl="0" latinLnBrk="0">
        <a:lnSpc>
          <a:spcPct val="90000"/>
        </a:lnSpc>
        <a:spcBef>
          <a:spcPts val="0"/>
        </a:spcBef>
        <a:spcAft>
          <a:spcPts val="0"/>
        </a:spcAft>
        <a:buClrTx/>
        <a:buSzTx/>
        <a:buFontTx/>
        <a:buNone/>
        <a:tabLst/>
        <a:defRPr sz="3200" b="0" i="0" u="none" strike="noStrike" cap="none" spc="-53" baseline="0">
          <a:ln>
            <a:noFill/>
          </a:ln>
          <a:solidFill>
            <a:srgbClr val="FFFFFF"/>
          </a:solidFill>
          <a:uFillTx/>
          <a:latin typeface="IBM Plex Sans SemiBold"/>
          <a:ea typeface="IBM Plex Sans SemiBold"/>
          <a:cs typeface="IBM Plex Sans SemiBold"/>
          <a:sym typeface="IBM Plex Sans SemiBold"/>
        </a:defRPr>
      </a:lvl9pPr>
    </p:titleStyle>
    <p:bodyStyle>
      <a:lvl1pPr marL="0" marR="0" indent="0" algn="l" defTabSz="609585" rtl="0" latinLnBrk="0">
        <a:lnSpc>
          <a:spcPct val="90000"/>
        </a:lnSpc>
        <a:spcBef>
          <a:spcPts val="800"/>
        </a:spcBef>
        <a:spcAft>
          <a:spcPts val="0"/>
        </a:spcAft>
        <a:buClrTx/>
        <a:buSzTx/>
        <a:buFontTx/>
        <a:buNone/>
        <a:tabLst/>
        <a:defRPr sz="1867" b="0" i="0" u="none" strike="noStrike" cap="none" spc="-53" baseline="0">
          <a:ln>
            <a:noFill/>
          </a:ln>
          <a:solidFill>
            <a:srgbClr val="FFFFFF"/>
          </a:solidFill>
          <a:uFillTx/>
          <a:latin typeface="IBM Plex Sans Light"/>
          <a:ea typeface="IBM Plex Sans Light"/>
          <a:cs typeface="IBM Plex Sans Light"/>
          <a:sym typeface="IBM Plex Sans Light"/>
        </a:defRPr>
      </a:lvl1pPr>
      <a:lvl2pPr marL="264224" marR="0" indent="-264224" algn="l" defTabSz="609585" rtl="0" latinLnBrk="0">
        <a:lnSpc>
          <a:spcPct val="90000"/>
        </a:lnSpc>
        <a:spcBef>
          <a:spcPts val="800"/>
        </a:spcBef>
        <a:spcAft>
          <a:spcPts val="0"/>
        </a:spcAft>
        <a:buClrTx/>
        <a:buSzPct val="100000"/>
        <a:buFontTx/>
        <a:buChar char="•"/>
        <a:tabLst/>
        <a:defRPr sz="1867" b="0" i="0" u="none" strike="noStrike" cap="none" spc="-53" baseline="0">
          <a:ln>
            <a:noFill/>
          </a:ln>
          <a:solidFill>
            <a:srgbClr val="FFFFFF"/>
          </a:solidFill>
          <a:uFillTx/>
          <a:latin typeface="IBM Plex Sans Light"/>
          <a:ea typeface="IBM Plex Sans Light"/>
          <a:cs typeface="IBM Plex Sans Light"/>
          <a:sym typeface="IBM Plex Sans Light"/>
        </a:defRPr>
      </a:lvl2pPr>
      <a:lvl3pPr marL="505870" marR="0" indent="-207428" algn="l" defTabSz="609585" rtl="0" latinLnBrk="0">
        <a:lnSpc>
          <a:spcPct val="90000"/>
        </a:lnSpc>
        <a:spcBef>
          <a:spcPts val="800"/>
        </a:spcBef>
        <a:spcAft>
          <a:spcPts val="0"/>
        </a:spcAft>
        <a:buClrTx/>
        <a:buSzPct val="100000"/>
        <a:buFontTx/>
        <a:buChar char="•"/>
        <a:tabLst/>
        <a:defRPr sz="1867" b="0" i="0" u="none" strike="noStrike" cap="none" spc="-53" baseline="0">
          <a:ln>
            <a:noFill/>
          </a:ln>
          <a:solidFill>
            <a:srgbClr val="FFFFFF"/>
          </a:solidFill>
          <a:uFillTx/>
          <a:latin typeface="IBM Plex Sans Light"/>
          <a:ea typeface="IBM Plex Sans Light"/>
          <a:cs typeface="IBM Plex Sans Light"/>
          <a:sym typeface="IBM Plex Sans Light"/>
        </a:defRPr>
      </a:lvl3pPr>
      <a:lvl4pPr marL="895135" marR="0" indent="-285550" algn="l" defTabSz="609585" rtl="0" latinLnBrk="0">
        <a:lnSpc>
          <a:spcPct val="90000"/>
        </a:lnSpc>
        <a:spcBef>
          <a:spcPts val="800"/>
        </a:spcBef>
        <a:spcAft>
          <a:spcPts val="0"/>
        </a:spcAft>
        <a:buClrTx/>
        <a:buSzPct val="100000"/>
        <a:buFontTx/>
        <a:buChar char="•"/>
        <a:tabLst/>
        <a:defRPr sz="1867" b="0" i="0" u="none" strike="noStrike" cap="none" spc="-53" baseline="0">
          <a:ln>
            <a:noFill/>
          </a:ln>
          <a:solidFill>
            <a:srgbClr val="FFFFFF"/>
          </a:solidFill>
          <a:uFillTx/>
          <a:latin typeface="IBM Plex Sans Light"/>
          <a:ea typeface="IBM Plex Sans Light"/>
          <a:cs typeface="IBM Plex Sans Light"/>
          <a:sym typeface="IBM Plex Sans Light"/>
        </a:defRPr>
      </a:lvl4pPr>
      <a:lvl5pPr marL="1133928" marR="0" indent="-293633" algn="l" defTabSz="609585" rtl="0" latinLnBrk="0">
        <a:lnSpc>
          <a:spcPct val="90000"/>
        </a:lnSpc>
        <a:spcBef>
          <a:spcPts val="800"/>
        </a:spcBef>
        <a:spcAft>
          <a:spcPts val="0"/>
        </a:spcAft>
        <a:buClrTx/>
        <a:buSzPct val="100000"/>
        <a:buFontTx/>
        <a:buChar char="•"/>
        <a:tabLst/>
        <a:defRPr sz="1867" b="0" i="0" u="none" strike="noStrike" cap="none" spc="-53" baseline="0">
          <a:ln>
            <a:noFill/>
          </a:ln>
          <a:solidFill>
            <a:srgbClr val="FFFFFF"/>
          </a:solidFill>
          <a:uFillTx/>
          <a:latin typeface="IBM Plex Sans Light"/>
          <a:ea typeface="IBM Plex Sans Light"/>
          <a:cs typeface="IBM Plex Sans Light"/>
          <a:sym typeface="IBM Plex Sans Light"/>
        </a:defRPr>
      </a:lvl5pPr>
      <a:lvl6pPr marL="3261278" marR="0" indent="-213355" algn="l" defTabSz="609585" rtl="0" latinLnBrk="0">
        <a:lnSpc>
          <a:spcPct val="90000"/>
        </a:lnSpc>
        <a:spcBef>
          <a:spcPts val="800"/>
        </a:spcBef>
        <a:spcAft>
          <a:spcPts val="0"/>
        </a:spcAft>
        <a:buClrTx/>
        <a:buSzPct val="100000"/>
        <a:buFontTx/>
        <a:buChar char="•"/>
        <a:tabLst/>
        <a:defRPr sz="1867" b="0" i="0" u="none" strike="noStrike" cap="none" spc="-53" baseline="0">
          <a:ln>
            <a:noFill/>
          </a:ln>
          <a:solidFill>
            <a:srgbClr val="FFFFFF"/>
          </a:solidFill>
          <a:uFillTx/>
          <a:latin typeface="IBM Plex Sans Light"/>
          <a:ea typeface="IBM Plex Sans Light"/>
          <a:cs typeface="IBM Plex Sans Light"/>
          <a:sym typeface="IBM Plex Sans Light"/>
        </a:defRPr>
      </a:lvl6pPr>
      <a:lvl7pPr marL="3870863" marR="0" indent="-213355" algn="l" defTabSz="609585" rtl="0" latinLnBrk="0">
        <a:lnSpc>
          <a:spcPct val="90000"/>
        </a:lnSpc>
        <a:spcBef>
          <a:spcPts val="800"/>
        </a:spcBef>
        <a:spcAft>
          <a:spcPts val="0"/>
        </a:spcAft>
        <a:buClrTx/>
        <a:buSzPct val="100000"/>
        <a:buFontTx/>
        <a:buChar char="•"/>
        <a:tabLst/>
        <a:defRPr sz="1867" b="0" i="0" u="none" strike="noStrike" cap="none" spc="-53" baseline="0">
          <a:ln>
            <a:noFill/>
          </a:ln>
          <a:solidFill>
            <a:srgbClr val="FFFFFF"/>
          </a:solidFill>
          <a:uFillTx/>
          <a:latin typeface="IBM Plex Sans Light"/>
          <a:ea typeface="IBM Plex Sans Light"/>
          <a:cs typeface="IBM Plex Sans Light"/>
          <a:sym typeface="IBM Plex Sans Light"/>
        </a:defRPr>
      </a:lvl7pPr>
      <a:lvl8pPr marL="4480448" marR="0" indent="-213355" algn="l" defTabSz="609585" rtl="0" latinLnBrk="0">
        <a:lnSpc>
          <a:spcPct val="90000"/>
        </a:lnSpc>
        <a:spcBef>
          <a:spcPts val="800"/>
        </a:spcBef>
        <a:spcAft>
          <a:spcPts val="0"/>
        </a:spcAft>
        <a:buClrTx/>
        <a:buSzPct val="100000"/>
        <a:buFontTx/>
        <a:buChar char="•"/>
        <a:tabLst/>
        <a:defRPr sz="1867" b="0" i="0" u="none" strike="noStrike" cap="none" spc="-53" baseline="0">
          <a:ln>
            <a:noFill/>
          </a:ln>
          <a:solidFill>
            <a:srgbClr val="FFFFFF"/>
          </a:solidFill>
          <a:uFillTx/>
          <a:latin typeface="IBM Plex Sans Light"/>
          <a:ea typeface="IBM Plex Sans Light"/>
          <a:cs typeface="IBM Plex Sans Light"/>
          <a:sym typeface="IBM Plex Sans Light"/>
        </a:defRPr>
      </a:lvl8pPr>
      <a:lvl9pPr marL="5090033" marR="0" indent="-213355" algn="l" defTabSz="609585" rtl="0" latinLnBrk="0">
        <a:lnSpc>
          <a:spcPct val="90000"/>
        </a:lnSpc>
        <a:spcBef>
          <a:spcPts val="800"/>
        </a:spcBef>
        <a:spcAft>
          <a:spcPts val="0"/>
        </a:spcAft>
        <a:buClrTx/>
        <a:buSzPct val="100000"/>
        <a:buFontTx/>
        <a:buChar char="•"/>
        <a:tabLst/>
        <a:defRPr sz="1867" b="0" i="0" u="none" strike="noStrike" cap="none" spc="-53" baseline="0">
          <a:ln>
            <a:noFill/>
          </a:ln>
          <a:solidFill>
            <a:srgbClr val="FFFFFF"/>
          </a:solidFill>
          <a:uFillTx/>
          <a:latin typeface="IBM Plex Sans Light"/>
          <a:ea typeface="IBM Plex Sans Light"/>
          <a:cs typeface="IBM Plex Sans Light"/>
          <a:sym typeface="IBM Plex Sans Light"/>
        </a:defRPr>
      </a:lvl9pPr>
    </p:bodyStyle>
    <p:otherStyle>
      <a:lvl1pPr marL="0" marR="0" indent="0" algn="r" defTabSz="914377" rtl="0" latinLnBrk="0">
        <a:lnSpc>
          <a:spcPct val="90000"/>
        </a:lnSpc>
        <a:spcBef>
          <a:spcPts val="0"/>
        </a:spcBef>
        <a:spcAft>
          <a:spcPts val="0"/>
        </a:spcAft>
        <a:buClrTx/>
        <a:buSzTx/>
        <a:buFontTx/>
        <a:buNone/>
        <a:tabLst/>
        <a:defRPr sz="800" b="0" i="0" u="none" strike="noStrike" cap="none" spc="-53" baseline="0">
          <a:ln>
            <a:noFill/>
          </a:ln>
          <a:solidFill>
            <a:schemeClr val="tx1"/>
          </a:solidFill>
          <a:uFillTx/>
          <a:latin typeface="+mn-lt"/>
          <a:ea typeface="+mn-ea"/>
          <a:cs typeface="+mn-cs"/>
          <a:sym typeface="IBM Plex Sans"/>
        </a:defRPr>
      </a:lvl1pPr>
      <a:lvl2pPr marL="0" marR="0" indent="457189" algn="r" defTabSz="914377" rtl="0" latinLnBrk="0">
        <a:lnSpc>
          <a:spcPct val="90000"/>
        </a:lnSpc>
        <a:spcBef>
          <a:spcPts val="0"/>
        </a:spcBef>
        <a:spcAft>
          <a:spcPts val="0"/>
        </a:spcAft>
        <a:buClrTx/>
        <a:buSzTx/>
        <a:buFontTx/>
        <a:buNone/>
        <a:tabLst/>
        <a:defRPr sz="800" b="0" i="0" u="none" strike="noStrike" cap="none" spc="-53" baseline="0">
          <a:ln>
            <a:noFill/>
          </a:ln>
          <a:solidFill>
            <a:schemeClr val="tx1"/>
          </a:solidFill>
          <a:uFillTx/>
          <a:latin typeface="+mn-lt"/>
          <a:ea typeface="+mn-ea"/>
          <a:cs typeface="+mn-cs"/>
          <a:sym typeface="IBM Plex Sans"/>
        </a:defRPr>
      </a:lvl2pPr>
      <a:lvl3pPr marL="0" marR="0" indent="914377" algn="r" defTabSz="914377" rtl="0" latinLnBrk="0">
        <a:lnSpc>
          <a:spcPct val="90000"/>
        </a:lnSpc>
        <a:spcBef>
          <a:spcPts val="0"/>
        </a:spcBef>
        <a:spcAft>
          <a:spcPts val="0"/>
        </a:spcAft>
        <a:buClrTx/>
        <a:buSzTx/>
        <a:buFontTx/>
        <a:buNone/>
        <a:tabLst/>
        <a:defRPr sz="800" b="0" i="0" u="none" strike="noStrike" cap="none" spc="-53" baseline="0">
          <a:ln>
            <a:noFill/>
          </a:ln>
          <a:solidFill>
            <a:schemeClr val="tx1"/>
          </a:solidFill>
          <a:uFillTx/>
          <a:latin typeface="+mn-lt"/>
          <a:ea typeface="+mn-ea"/>
          <a:cs typeface="+mn-cs"/>
          <a:sym typeface="IBM Plex Sans"/>
        </a:defRPr>
      </a:lvl3pPr>
      <a:lvl4pPr marL="0" marR="0" indent="1371566" algn="r" defTabSz="914377" rtl="0" latinLnBrk="0">
        <a:lnSpc>
          <a:spcPct val="90000"/>
        </a:lnSpc>
        <a:spcBef>
          <a:spcPts val="0"/>
        </a:spcBef>
        <a:spcAft>
          <a:spcPts val="0"/>
        </a:spcAft>
        <a:buClrTx/>
        <a:buSzTx/>
        <a:buFontTx/>
        <a:buNone/>
        <a:tabLst/>
        <a:defRPr sz="800" b="0" i="0" u="none" strike="noStrike" cap="none" spc="-53" baseline="0">
          <a:ln>
            <a:noFill/>
          </a:ln>
          <a:solidFill>
            <a:schemeClr val="tx1"/>
          </a:solidFill>
          <a:uFillTx/>
          <a:latin typeface="+mn-lt"/>
          <a:ea typeface="+mn-ea"/>
          <a:cs typeface="+mn-cs"/>
          <a:sym typeface="IBM Plex Sans"/>
        </a:defRPr>
      </a:lvl4pPr>
      <a:lvl5pPr marL="0" marR="0" indent="1828754" algn="r" defTabSz="914377" rtl="0" latinLnBrk="0">
        <a:lnSpc>
          <a:spcPct val="90000"/>
        </a:lnSpc>
        <a:spcBef>
          <a:spcPts val="0"/>
        </a:spcBef>
        <a:spcAft>
          <a:spcPts val="0"/>
        </a:spcAft>
        <a:buClrTx/>
        <a:buSzTx/>
        <a:buFontTx/>
        <a:buNone/>
        <a:tabLst/>
        <a:defRPr sz="800" b="0" i="0" u="none" strike="noStrike" cap="none" spc="-53" baseline="0">
          <a:ln>
            <a:noFill/>
          </a:ln>
          <a:solidFill>
            <a:schemeClr val="tx1"/>
          </a:solidFill>
          <a:uFillTx/>
          <a:latin typeface="+mn-lt"/>
          <a:ea typeface="+mn-ea"/>
          <a:cs typeface="+mn-cs"/>
          <a:sym typeface="IBM Plex Sans"/>
        </a:defRPr>
      </a:lvl5pPr>
      <a:lvl6pPr marL="0" marR="0" indent="2285943" algn="r" defTabSz="914377" rtl="0" latinLnBrk="0">
        <a:lnSpc>
          <a:spcPct val="90000"/>
        </a:lnSpc>
        <a:spcBef>
          <a:spcPts val="0"/>
        </a:spcBef>
        <a:spcAft>
          <a:spcPts val="0"/>
        </a:spcAft>
        <a:buClrTx/>
        <a:buSzTx/>
        <a:buFontTx/>
        <a:buNone/>
        <a:tabLst/>
        <a:defRPr sz="800" b="0" i="0" u="none" strike="noStrike" cap="none" spc="-53" baseline="0">
          <a:ln>
            <a:noFill/>
          </a:ln>
          <a:solidFill>
            <a:schemeClr val="tx1"/>
          </a:solidFill>
          <a:uFillTx/>
          <a:latin typeface="+mn-lt"/>
          <a:ea typeface="+mn-ea"/>
          <a:cs typeface="+mn-cs"/>
          <a:sym typeface="IBM Plex Sans"/>
        </a:defRPr>
      </a:lvl6pPr>
      <a:lvl7pPr marL="0" marR="0" indent="2743131" algn="r" defTabSz="914377" rtl="0" latinLnBrk="0">
        <a:lnSpc>
          <a:spcPct val="90000"/>
        </a:lnSpc>
        <a:spcBef>
          <a:spcPts val="0"/>
        </a:spcBef>
        <a:spcAft>
          <a:spcPts val="0"/>
        </a:spcAft>
        <a:buClrTx/>
        <a:buSzTx/>
        <a:buFontTx/>
        <a:buNone/>
        <a:tabLst/>
        <a:defRPr sz="800" b="0" i="0" u="none" strike="noStrike" cap="none" spc="-53" baseline="0">
          <a:ln>
            <a:noFill/>
          </a:ln>
          <a:solidFill>
            <a:schemeClr val="tx1"/>
          </a:solidFill>
          <a:uFillTx/>
          <a:latin typeface="+mn-lt"/>
          <a:ea typeface="+mn-ea"/>
          <a:cs typeface="+mn-cs"/>
          <a:sym typeface="IBM Plex Sans"/>
        </a:defRPr>
      </a:lvl7pPr>
      <a:lvl8pPr marL="0" marR="0" indent="3200320" algn="r" defTabSz="914377" rtl="0" latinLnBrk="0">
        <a:lnSpc>
          <a:spcPct val="90000"/>
        </a:lnSpc>
        <a:spcBef>
          <a:spcPts val="0"/>
        </a:spcBef>
        <a:spcAft>
          <a:spcPts val="0"/>
        </a:spcAft>
        <a:buClrTx/>
        <a:buSzTx/>
        <a:buFontTx/>
        <a:buNone/>
        <a:tabLst/>
        <a:defRPr sz="800" b="0" i="0" u="none" strike="noStrike" cap="none" spc="-53" baseline="0">
          <a:ln>
            <a:noFill/>
          </a:ln>
          <a:solidFill>
            <a:schemeClr val="tx1"/>
          </a:solidFill>
          <a:uFillTx/>
          <a:latin typeface="+mn-lt"/>
          <a:ea typeface="+mn-ea"/>
          <a:cs typeface="+mn-cs"/>
          <a:sym typeface="IBM Plex Sans"/>
        </a:defRPr>
      </a:lvl8pPr>
      <a:lvl9pPr marL="0" marR="0" indent="3657509" algn="r" defTabSz="914377" rtl="0" latinLnBrk="0">
        <a:lnSpc>
          <a:spcPct val="90000"/>
        </a:lnSpc>
        <a:spcBef>
          <a:spcPts val="0"/>
        </a:spcBef>
        <a:spcAft>
          <a:spcPts val="0"/>
        </a:spcAft>
        <a:buClrTx/>
        <a:buSzTx/>
        <a:buFontTx/>
        <a:buNone/>
        <a:tabLst/>
        <a:defRPr sz="800" b="0" i="0" u="none" strike="noStrike" cap="none" spc="-53" baseline="0">
          <a:ln>
            <a:noFill/>
          </a:ln>
          <a:solidFill>
            <a:schemeClr val="tx1"/>
          </a:solidFill>
          <a:uFillTx/>
          <a:latin typeface="+mn-lt"/>
          <a:ea typeface="+mn-ea"/>
          <a:cs typeface="+mn-cs"/>
          <a:sym typeface="IBM Plex San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268225"/>
            <a:ext cx="5486400" cy="5988135"/>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3" name="Text Placeholder 2"/>
          <p:cNvSpPr>
            <a:spLocks noGrp="1"/>
          </p:cNvSpPr>
          <p:nvPr>
            <p:ph type="body" idx="1"/>
          </p:nvPr>
        </p:nvSpPr>
        <p:spPr>
          <a:xfrm>
            <a:off x="6400800" y="256033"/>
            <a:ext cx="5486400" cy="6000327"/>
          </a:xfrm>
          <a:prstGeom prst="rect">
            <a:avLst/>
          </a:prstGeom>
        </p:spPr>
        <p:txBody>
          <a:bodyPr vert="horz" lIns="0" tIns="0" rIns="0" bIns="0" rtlCol="0">
            <a:noAutofit/>
          </a:body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Slide Number Placeholder 6"/>
          <p:cNvSpPr>
            <a:spLocks noGrp="1"/>
          </p:cNvSpPr>
          <p:nvPr>
            <p:ph type="sldNum" sz="quarter" idx="4"/>
          </p:nvPr>
        </p:nvSpPr>
        <p:spPr>
          <a:xfrm>
            <a:off x="9144000" y="6435307"/>
            <a:ext cx="2743200" cy="182880"/>
          </a:xfrm>
          <a:prstGeom prst="rect">
            <a:avLst/>
          </a:prstGeom>
        </p:spPr>
        <p:txBody>
          <a:bodyPr vert="horz" lIns="0" tIns="0" rIns="0" bIns="0" rtlCol="0" anchor="ctr"/>
          <a:lstStyle>
            <a:lvl1pPr algn="r">
              <a:defRPr sz="800" baseline="0">
                <a:solidFill>
                  <a:schemeClr val="bg2"/>
                </a:solidFill>
                <a:latin typeface="+mn-lt"/>
                <a:ea typeface="Arial" charset="0"/>
                <a:cs typeface="Arial" charset="0"/>
              </a:defRPr>
            </a:lvl1pPr>
          </a:lstStyle>
          <a:p>
            <a:pPr defTabSz="914377"/>
            <a:fld id="{3FD999D4-B456-9943-89B7-30D56181CE18}" type="slidenum">
              <a:rPr lang="en-US" smtClean="0">
                <a:solidFill>
                  <a:srgbClr val="FFFFFF"/>
                </a:solidFill>
              </a:rPr>
              <a:pPr defTabSz="914377"/>
              <a:t>‹#›</a:t>
            </a:fld>
            <a:endParaRPr lang="en-US">
              <a:solidFill>
                <a:srgbClr val="FFFFFF"/>
              </a:solidFill>
            </a:endParaRPr>
          </a:p>
        </p:txBody>
      </p:sp>
      <p:sp>
        <p:nvSpPr>
          <p:cNvPr id="9" name="Footer Placeholder 8"/>
          <p:cNvSpPr>
            <a:spLocks noGrp="1"/>
          </p:cNvSpPr>
          <p:nvPr>
            <p:ph type="ftr" sz="quarter" idx="3"/>
          </p:nvPr>
        </p:nvSpPr>
        <p:spPr>
          <a:xfrm>
            <a:off x="304800" y="6435307"/>
            <a:ext cx="8534400" cy="182880"/>
          </a:xfrm>
          <a:prstGeom prst="rect">
            <a:avLst/>
          </a:prstGeom>
        </p:spPr>
        <p:txBody>
          <a:bodyPr vert="horz" lIns="0" tIns="0" rIns="0" bIns="0" rtlCol="0" anchor="ctr"/>
          <a:lstStyle>
            <a:lvl1pPr algn="l">
              <a:defRPr sz="800" baseline="0">
                <a:solidFill>
                  <a:schemeClr val="bg2"/>
                </a:solidFill>
                <a:latin typeface="+mn-lt"/>
                <a:ea typeface="Arial" charset="0"/>
                <a:cs typeface="Arial" charset="0"/>
              </a:defRPr>
            </a:lvl1pPr>
          </a:lstStyle>
          <a:p>
            <a:pPr defTabSz="914377"/>
            <a:r>
              <a:rPr lang="en-US">
                <a:solidFill>
                  <a:srgbClr val="FFFFFF"/>
                </a:solidFill>
              </a:rPr>
              <a:t>IBM Cloud / 01 May 2018 / © 2018 IBM Corporation</a:t>
            </a:r>
          </a:p>
        </p:txBody>
      </p:sp>
    </p:spTree>
    <p:extLst>
      <p:ext uri="{BB962C8B-B14F-4D97-AF65-F5344CB8AC3E}">
        <p14:creationId xmlns:p14="http://schemas.microsoft.com/office/powerpoint/2010/main" val="1264529335"/>
      </p:ext>
    </p:extLst>
  </p:cSld>
  <p:clrMap bg1="lt1" tx1="dk1" bg2="lt2" tx2="dk2" accent1="accent1" accent2="accent2" accent3="accent3" accent4="accent4" accent5="accent5" accent6="accent6" hlink="hlink" folHlink="folHlink"/>
  <p:sldLayoutIdLst>
    <p:sldLayoutId id="2147484306" r:id="rId1"/>
    <p:sldLayoutId id="2147484307" r:id="rId2"/>
    <p:sldLayoutId id="2147484308" r:id="rId3"/>
    <p:sldLayoutId id="2147484309" r:id="rId4"/>
    <p:sldLayoutId id="2147484310" r:id="rId5"/>
    <p:sldLayoutId id="2147484311" r:id="rId6"/>
    <p:sldLayoutId id="2147484312" r:id="rId7"/>
    <p:sldLayoutId id="2147484313" r:id="rId8"/>
    <p:sldLayoutId id="2147484314" r:id="rId9"/>
    <p:sldLayoutId id="2147484315" r:id="rId10"/>
    <p:sldLayoutId id="2147484316" r:id="rId11"/>
    <p:sldLayoutId id="2147484317" r:id="rId12"/>
    <p:sldLayoutId id="2147484318" r:id="rId13"/>
    <p:sldLayoutId id="2147484319" r:id="rId14"/>
    <p:sldLayoutId id="2147484320" r:id="rId15"/>
    <p:sldLayoutId id="2147484321" r:id="rId16"/>
    <p:sldLayoutId id="2147484322" r:id="rId17"/>
    <p:sldLayoutId id="2147484323" r:id="rId18"/>
    <p:sldLayoutId id="2147484324" r:id="rId19"/>
    <p:sldLayoutId id="2147484325" r:id="rId20"/>
    <p:sldLayoutId id="2147484326" r:id="rId21"/>
    <p:sldLayoutId id="2147484327" r:id="rId22"/>
    <p:sldLayoutId id="2147484328" r:id="rId23"/>
    <p:sldLayoutId id="2147484329" r:id="rId24"/>
    <p:sldLayoutId id="2147484330" r:id="rId25"/>
    <p:sldLayoutId id="2147484331" r:id="rId26"/>
    <p:sldLayoutId id="2147484332" r:id="rId27"/>
    <p:sldLayoutId id="2147484333" r:id="rId28"/>
    <p:sldLayoutId id="2147484334" r:id="rId29"/>
    <p:sldLayoutId id="2147484335" r:id="rId30"/>
    <p:sldLayoutId id="2147484336" r:id="rId31"/>
    <p:sldLayoutId id="2147484337" r:id="rId32"/>
    <p:sldLayoutId id="2147484338" r:id="rId33"/>
    <p:sldLayoutId id="2147484339" r:id="rId34"/>
    <p:sldLayoutId id="2147484340" r:id="rId35"/>
    <p:sldLayoutId id="2147484341" r:id="rId36"/>
    <p:sldLayoutId id="2147484389" r:id="rId37"/>
  </p:sldLayoutIdLst>
  <p:hf sldNum="0" hdr="0" dt="0"/>
  <p:txStyles>
    <p:titleStyle>
      <a:lvl1pPr algn="l" defTabSz="609585" rtl="0" eaLnBrk="1" latinLnBrk="0" hangingPunct="1">
        <a:lnSpc>
          <a:spcPct val="90000"/>
        </a:lnSpc>
        <a:spcBef>
          <a:spcPct val="0"/>
        </a:spcBef>
        <a:buNone/>
        <a:defRPr sz="3200" kern="1200">
          <a:solidFill>
            <a:schemeClr val="bg2"/>
          </a:solidFill>
          <a:latin typeface="+mj-lt"/>
          <a:ea typeface="Arial" charset="0"/>
          <a:cs typeface="Arial" charset="0"/>
        </a:defRPr>
      </a:lvl1pPr>
    </p:titleStyle>
    <p:bodyStyle>
      <a:lvl1pPr marL="0" indent="0" algn="l" defTabSz="609585" rtl="0" eaLnBrk="1" latinLnBrk="0" hangingPunct="1">
        <a:lnSpc>
          <a:spcPct val="100000"/>
        </a:lnSpc>
        <a:spcBef>
          <a:spcPts val="1467"/>
        </a:spcBef>
        <a:buFont typeface="Arial"/>
        <a:buNone/>
        <a:defRPr sz="1867" kern="1200">
          <a:solidFill>
            <a:schemeClr val="bg2"/>
          </a:solidFill>
          <a:latin typeface="+mn-lt"/>
          <a:ea typeface="Arial" charset="0"/>
          <a:cs typeface="Arial" charset="0"/>
        </a:defRPr>
      </a:lvl1pPr>
      <a:lvl2pPr marL="230712" indent="-230712" algn="l" defTabSz="609585" rtl="0" eaLnBrk="1" latinLnBrk="0" hangingPunct="1">
        <a:lnSpc>
          <a:spcPct val="100000"/>
        </a:lnSpc>
        <a:spcBef>
          <a:spcPts val="1467"/>
        </a:spcBef>
        <a:spcAft>
          <a:spcPts val="0"/>
        </a:spcAft>
        <a:buFont typeface="Arial"/>
        <a:buChar char="–"/>
        <a:defRPr sz="1867" kern="1200">
          <a:solidFill>
            <a:schemeClr val="bg2"/>
          </a:solidFill>
          <a:latin typeface="+mn-lt"/>
          <a:ea typeface="Arial" charset="0"/>
          <a:cs typeface="Arial" charset="0"/>
        </a:defRPr>
      </a:lvl2pPr>
      <a:lvl3pPr marL="529153" indent="-230712" algn="l" defTabSz="609585" rtl="0" eaLnBrk="1" latinLnBrk="0" hangingPunct="1">
        <a:lnSpc>
          <a:spcPct val="100000"/>
        </a:lnSpc>
        <a:spcBef>
          <a:spcPts val="1467"/>
        </a:spcBef>
        <a:spcAft>
          <a:spcPts val="0"/>
        </a:spcAft>
        <a:buFont typeface="Arial"/>
        <a:buChar char="•"/>
        <a:defRPr sz="1867" kern="1200">
          <a:solidFill>
            <a:schemeClr val="bg2"/>
          </a:solidFill>
          <a:latin typeface="+mn-lt"/>
          <a:ea typeface="Arial" charset="0"/>
          <a:cs typeface="Arial" charset="0"/>
        </a:defRPr>
      </a:lvl3pPr>
      <a:lvl4pPr marL="833946" indent="-224361" algn="l" defTabSz="609585" rtl="0" eaLnBrk="1" latinLnBrk="0" hangingPunct="1">
        <a:lnSpc>
          <a:spcPct val="100000"/>
        </a:lnSpc>
        <a:spcBef>
          <a:spcPts val="1467"/>
        </a:spcBef>
        <a:spcAft>
          <a:spcPts val="0"/>
        </a:spcAft>
        <a:buFont typeface="Arial"/>
        <a:buChar char="–"/>
        <a:defRPr sz="1867" kern="1200">
          <a:solidFill>
            <a:schemeClr val="bg2"/>
          </a:solidFill>
          <a:latin typeface="+mn-lt"/>
          <a:ea typeface="Arial" charset="0"/>
          <a:cs typeface="Arial" charset="0"/>
        </a:defRPr>
      </a:lvl4pPr>
      <a:lvl5pPr marL="1071007" indent="-230712" algn="l" defTabSz="609585" rtl="0" eaLnBrk="1" latinLnBrk="0" hangingPunct="1">
        <a:lnSpc>
          <a:spcPct val="100000"/>
        </a:lnSpc>
        <a:spcBef>
          <a:spcPts val="1467"/>
        </a:spcBef>
        <a:spcAft>
          <a:spcPts val="0"/>
        </a:spcAft>
        <a:buFont typeface="Arial"/>
        <a:buChar char="»"/>
        <a:defRPr sz="1867" kern="1200">
          <a:solidFill>
            <a:schemeClr val="bg2"/>
          </a:solidFill>
          <a:latin typeface="+mn-lt"/>
          <a:ea typeface="Arial" charset="0"/>
          <a:cs typeface="Arial"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296">
          <p15:clr>
            <a:srgbClr val="F26B43"/>
          </p15:clr>
        </p15:guide>
        <p15:guide id="2" orient="horz" pos="1619">
          <p15:clr>
            <a:srgbClr val="F26B43"/>
          </p15:clr>
        </p15:guide>
        <p15:guide id="3" orient="horz" pos="1216">
          <p15:clr>
            <a:srgbClr val="F26B43"/>
          </p15:clr>
        </p15:guide>
        <p15:guide id="5" orient="horz" pos="813">
          <p15:clr>
            <a:srgbClr val="F26B43"/>
          </p15:clr>
        </p15:guide>
        <p15:guide id="7" orient="horz" pos="2022">
          <p15:clr>
            <a:srgbClr val="F26B43"/>
          </p15:clr>
        </p15:guide>
        <p15:guide id="8" orient="horz" pos="2426">
          <p15:clr>
            <a:srgbClr val="F26B43"/>
          </p15:clr>
        </p15:guide>
        <p15:guide id="9" orient="horz" pos="2829">
          <p15:clr>
            <a:srgbClr val="F26B43"/>
          </p15:clr>
        </p15:guide>
        <p15:guide id="11" pos="2880">
          <p15:clr>
            <a:srgbClr val="F26B43"/>
          </p15:clr>
        </p15:guide>
        <p15:guide id="13" pos="2736">
          <p15:clr>
            <a:srgbClr val="F26B43"/>
          </p15:clr>
        </p15:guide>
        <p15:guide id="15" pos="1584">
          <p15:clr>
            <a:srgbClr val="F26B43"/>
          </p15:clr>
        </p15:guide>
        <p15:guide id="17" pos="1440">
          <p15:clr>
            <a:srgbClr val="F26B43"/>
          </p15:clr>
        </p15:guide>
        <p15:guide id="20" pos="3024">
          <p15:clr>
            <a:srgbClr val="F26B43"/>
          </p15:clr>
        </p15:guide>
        <p15:guide id="22" pos="4320">
          <p15:clr>
            <a:srgbClr val="F26B43"/>
          </p15:clr>
        </p15:guide>
        <p15:guide id="24" pos="144">
          <p15:clr>
            <a:srgbClr val="F26B43"/>
          </p15:clr>
        </p15:guide>
        <p15:guide id="26" pos="5616">
          <p15:clr>
            <a:srgbClr val="F26B43"/>
          </p15:clr>
        </p15:guide>
        <p15:guide id="27" orient="horz" pos="142">
          <p15:clr>
            <a:srgbClr val="F26B43"/>
          </p15:clr>
        </p15:guide>
        <p15:guide id="31" pos="4176">
          <p15:clr>
            <a:srgbClr val="F26B43"/>
          </p15:clr>
        </p15:guide>
        <p15:guide id="32" pos="4464">
          <p15:clr>
            <a:srgbClr val="F26B43"/>
          </p15:clr>
        </p15:guide>
        <p15:guide id="34" orient="horz" pos="3098">
          <p15:clr>
            <a:srgbClr val="F26B43"/>
          </p15:clr>
        </p15:guide>
        <p15:guide id="35" orient="horz" pos="420">
          <p15:clr>
            <a:srgbClr val="F26B43"/>
          </p15:clr>
        </p15:guide>
        <p15:guide id="36" orient="horz" pos="73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ibm.com/cloud/load-balancer" TargetMode="External"/><Relationship Id="rId2" Type="http://schemas.openxmlformats.org/officeDocument/2006/relationships/notesSlide" Target="../notesSlides/notesSlide2.xml"/><Relationship Id="rId1" Type="http://schemas.openxmlformats.org/officeDocument/2006/relationships/slideLayout" Target="../slideLayouts/slideLayout360.xml"/><Relationship Id="rId5" Type="http://schemas.openxmlformats.org/officeDocument/2006/relationships/comments" Target="../comments/comment1.xml"/><Relationship Id="rId4" Type="http://schemas.openxmlformats.org/officeDocument/2006/relationships/hyperlink" Target="https://cloud.ibm.com/docs/vpc?topic=vpc-alb-integration-with-security-groups"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36.xml"/><Relationship Id="rId5" Type="http://schemas.openxmlformats.org/officeDocument/2006/relationships/comments" Target="../comments/comment2.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36.xml"/><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hyperlink" Target="https://cloud.ibm.com/docs/vpc?topic=vpc-create-vpc-route" TargetMode="External"/><Relationship Id="rId2" Type="http://schemas.openxmlformats.org/officeDocument/2006/relationships/notesSlide" Target="../notesSlides/notesSlide5.xml"/><Relationship Id="rId1" Type="http://schemas.openxmlformats.org/officeDocument/2006/relationships/slideLayout" Target="../slideLayouts/slideLayout360.xml"/><Relationship Id="rId4" Type="http://schemas.openxmlformats.org/officeDocument/2006/relationships/comments" Target="../comments/comment3.xml"/></Relationships>
</file>

<file path=ppt/slides/_rels/slide6.xml.rels><?xml version="1.0" encoding="UTF-8" standalone="yes"?>
<Relationships xmlns="http://schemas.openxmlformats.org/package/2006/relationships"><Relationship Id="rId8" Type="http://schemas.openxmlformats.org/officeDocument/2006/relationships/hyperlink" Target="https://cloud.ibm.com/docs/transit-gateway?topic=transit-gateway-helpful-tips#vpc-connection-consideration" TargetMode="External"/><Relationship Id="rId3" Type="http://schemas.openxmlformats.org/officeDocument/2006/relationships/hyperlink" Target="https://cloud.ibm.com/docs/vpc?topic=vpc-about-custom-routes" TargetMode="External"/><Relationship Id="rId7" Type="http://schemas.openxmlformats.org/officeDocument/2006/relationships/hyperlink" Target="https://cloud.ibm.com/docs/vpc?topic=vpc-interconnectivity#routing-considerations-iana"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hyperlink" Target="https://cloud.ibm.com/docs/vpc?topic=vpc-infrastructure-cli-plugin-vpc-reference#custom-routes-section" TargetMode="External"/><Relationship Id="rId5" Type="http://schemas.openxmlformats.org/officeDocument/2006/relationships/hyperlink" Target="https://cloud.ibm.com/apidocs/vpc#create-vpc-routing-table-route" TargetMode="External"/><Relationship Id="rId4" Type="http://schemas.openxmlformats.org/officeDocument/2006/relationships/hyperlink" Target="https://cloud.ibm.com/docs/vpc?topic=vpc-create-vpc-rout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3" y="271708"/>
            <a:ext cx="6897508" cy="5972459"/>
          </a:xfrm>
        </p:spPr>
        <p:txBody>
          <a:bodyPr anchor="ctr"/>
          <a:lstStyle/>
          <a:p>
            <a:r>
              <a:rPr lang="en-US" b="1" dirty="0"/>
              <a:t>VPC Enhancements</a:t>
            </a:r>
            <a:br>
              <a:rPr lang="en-US" b="1" dirty="0"/>
            </a:br>
            <a:br>
              <a:rPr lang="en-US" b="1" dirty="0"/>
            </a:br>
            <a:r>
              <a:rPr lang="en-US" sz="1600" dirty="0"/>
              <a:t>What’s New in Public Cloud</a:t>
            </a:r>
            <a:br>
              <a:rPr lang="en-US" sz="1600" dirty="0"/>
            </a:br>
            <a:r>
              <a:rPr lang="en-US" sz="1600" dirty="0"/>
              <a:t>March 11</a:t>
            </a:r>
            <a:r>
              <a:rPr lang="en-US" sz="1600" baseline="30000" dirty="0"/>
              <a:t>th</a:t>
            </a:r>
            <a:r>
              <a:rPr lang="en-US" sz="1600" dirty="0"/>
              <a:t> , 2021</a:t>
            </a:r>
            <a:br>
              <a:rPr lang="en-US" sz="1600" dirty="0"/>
            </a:br>
            <a:br>
              <a:rPr lang="en-US" sz="1600" dirty="0"/>
            </a:br>
            <a:br>
              <a:rPr lang="en-US" sz="1600" dirty="0"/>
            </a:br>
            <a:br>
              <a:rPr lang="en-US" sz="1600" dirty="0"/>
            </a:br>
            <a:r>
              <a:rPr lang="en-US" sz="1600" dirty="0"/>
              <a:t>Peri Bhaskar</a:t>
            </a:r>
            <a:br>
              <a:rPr lang="en-US" sz="1600" dirty="0"/>
            </a:br>
            <a:br>
              <a:rPr lang="en-US" b="1" dirty="0"/>
            </a:br>
            <a:br>
              <a:rPr lang="en-US" sz="4400" dirty="0">
                <a:solidFill>
                  <a:srgbClr val="FFFFFF"/>
                </a:solidFill>
              </a:rPr>
            </a:br>
            <a:endParaRPr lang="en-US" dirty="0"/>
          </a:p>
        </p:txBody>
      </p:sp>
      <p:sp>
        <p:nvSpPr>
          <p:cNvPr id="3" name="Footer Placeholder 2"/>
          <p:cNvSpPr>
            <a:spLocks noGrp="1"/>
          </p:cNvSpPr>
          <p:nvPr>
            <p:ph type="ftr" sz="quarter" idx="10"/>
          </p:nvPr>
        </p:nvSpPr>
        <p:spPr/>
        <p:txBody>
          <a:bodyPr/>
          <a:lstStyle/>
          <a:p>
            <a:pPr>
              <a:defRPr/>
            </a:pPr>
            <a:r>
              <a:rPr lang="en-US" dirty="0"/>
              <a:t>IBM Cloud  / © 2020 IBM Corporation</a:t>
            </a:r>
          </a:p>
        </p:txBody>
      </p:sp>
    </p:spTree>
    <p:extLst>
      <p:ext uri="{BB962C8B-B14F-4D97-AF65-F5344CB8AC3E}">
        <p14:creationId xmlns:p14="http://schemas.microsoft.com/office/powerpoint/2010/main" val="20625818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sz="quarter" idx="17"/>
          </p:nvPr>
        </p:nvSpPr>
        <p:spPr/>
        <p:txBody>
          <a:bodyPr/>
          <a:lstStyle/>
          <a:p>
            <a:r>
              <a:rPr lang="en-US" dirty="0">
                <a:solidFill>
                  <a:srgbClr val="FFFFFF"/>
                </a:solidFill>
              </a:rPr>
              <a:t>Market:</a:t>
            </a:r>
            <a:br>
              <a:rPr lang="en-US" dirty="0">
                <a:solidFill>
                  <a:srgbClr val="FFFFFF"/>
                </a:solidFill>
              </a:rPr>
            </a:br>
            <a:endParaRPr lang="en-US" dirty="0">
              <a:solidFill>
                <a:srgbClr val="FFFFFF"/>
              </a:solidFill>
            </a:endParaRPr>
          </a:p>
          <a:p>
            <a:r>
              <a:rPr lang="en-US" sz="1600" dirty="0">
                <a:solidFill>
                  <a:srgbClr val="FFFFFF"/>
                </a:solidFill>
              </a:rPr>
              <a:t>Large Enterprises with sensitive application workloads like SAP and HR applications</a:t>
            </a:r>
            <a:br>
              <a:rPr lang="en-US" sz="1600" dirty="0">
                <a:solidFill>
                  <a:srgbClr val="FFFFFF"/>
                </a:solidFill>
              </a:rPr>
            </a:br>
            <a:br>
              <a:rPr lang="en-US" sz="1600" dirty="0">
                <a:solidFill>
                  <a:srgbClr val="FFFFFF"/>
                </a:solidFill>
              </a:rPr>
            </a:br>
            <a:r>
              <a:rPr lang="en-US" sz="1600" dirty="0">
                <a:solidFill>
                  <a:srgbClr val="FFFFFF"/>
                </a:solidFill>
              </a:rPr>
              <a:t>IBM is modernizing our VPC Infrastructure to be more competitive with AWS, Microsoft and Google with our networking platform for public cloud. </a:t>
            </a:r>
            <a:endParaRPr lang="en-US" sz="1600" dirty="0">
              <a:solidFill>
                <a:srgbClr val="FFFFFF"/>
              </a:solidFill>
              <a:latin typeface="IBM Plex Sans" panose="020B0503050203000203" pitchFamily="34" charset="0"/>
            </a:endParaRPr>
          </a:p>
          <a:p>
            <a:r>
              <a:rPr lang="en-US" sz="1600" dirty="0">
                <a:solidFill>
                  <a:schemeClr val="tx2">
                    <a:lumMod val="20000"/>
                    <a:lumOff val="80000"/>
                  </a:schemeClr>
                </a:solidFill>
              </a:rPr>
              <a:t>This announcement completes another important milestone of the VPC Networking Roadmap and will help with accelerating customer’s VPC adoption</a:t>
            </a:r>
          </a:p>
        </p:txBody>
      </p:sp>
      <p:sp>
        <p:nvSpPr>
          <p:cNvPr id="9" name="Content Placeholder 8"/>
          <p:cNvSpPr>
            <a:spLocks noGrp="1"/>
          </p:cNvSpPr>
          <p:nvPr>
            <p:ph sz="quarter" idx="18"/>
          </p:nvPr>
        </p:nvSpPr>
        <p:spPr/>
        <p:txBody>
          <a:bodyPr/>
          <a:lstStyle/>
          <a:p>
            <a:pPr>
              <a:spcBef>
                <a:spcPts val="1400"/>
              </a:spcBef>
            </a:pPr>
            <a:r>
              <a:rPr lang="en-US" dirty="0">
                <a:solidFill>
                  <a:srgbClr val="FFFFFF"/>
                </a:solidFill>
              </a:rPr>
              <a:t>Customer Benefits:</a:t>
            </a:r>
          </a:p>
          <a:p>
            <a:pPr marL="285750" indent="-285750">
              <a:spcBef>
                <a:spcPts val="1400"/>
              </a:spcBef>
              <a:buFont typeface="Arial" panose="020B0604020202020204" pitchFamily="34" charset="0"/>
              <a:buChar char="•"/>
            </a:pPr>
            <a:r>
              <a:rPr lang="en-US" sz="1600" dirty="0">
                <a:solidFill>
                  <a:srgbClr val="FFFFFF"/>
                </a:solidFill>
              </a:rPr>
              <a:t>A convenient way to secure the ALB instances.</a:t>
            </a:r>
          </a:p>
          <a:p>
            <a:pPr marL="285750" indent="-285750">
              <a:spcBef>
                <a:spcPts val="1400"/>
              </a:spcBef>
              <a:buFont typeface="Arial" panose="020B0604020202020204" pitchFamily="34" charset="0"/>
              <a:buChar char="•"/>
            </a:pPr>
            <a:r>
              <a:rPr lang="en-US" sz="1600" dirty="0">
                <a:solidFill>
                  <a:srgbClr val="FFFFFF"/>
                </a:solidFill>
              </a:rPr>
              <a:t>Full control over ingress and egress traffic to and from the load balancer's listeners</a:t>
            </a:r>
          </a:p>
          <a:p>
            <a:pPr marL="285750" indent="-285750">
              <a:spcBef>
                <a:spcPts val="1400"/>
              </a:spcBef>
              <a:buFont typeface="Arial" panose="020B0604020202020204" pitchFamily="34" charset="0"/>
              <a:buChar char="•"/>
            </a:pPr>
            <a:r>
              <a:rPr lang="en-US" sz="1600" dirty="0">
                <a:solidFill>
                  <a:srgbClr val="FFFFFF"/>
                </a:solidFill>
              </a:rPr>
              <a:t>Tighten the security posture of the load balancers' back-end targets.</a:t>
            </a:r>
          </a:p>
        </p:txBody>
      </p:sp>
      <p:sp>
        <p:nvSpPr>
          <p:cNvPr id="2" name="Slide Number Placeholder 1"/>
          <p:cNvSpPr>
            <a:spLocks noGrp="1"/>
          </p:cNvSpPr>
          <p:nvPr>
            <p:ph type="sldNum" sz="quarter" idx="10"/>
          </p:nvPr>
        </p:nvSpPr>
        <p:spPr/>
        <p:txBody>
          <a:bodyPr/>
          <a:lstStyle/>
          <a:p>
            <a:fld id="{D0BE6F14-FF48-0F4F-A8AA-2E3F25371E4A}" type="slidenum">
              <a:rPr lang="en-US" smtClean="0"/>
              <a:pPr/>
              <a:t>2</a:t>
            </a:fld>
            <a:endParaRPr lang="en-US"/>
          </a:p>
        </p:txBody>
      </p:sp>
      <p:sp>
        <p:nvSpPr>
          <p:cNvPr id="6" name="Content Placeholder 5"/>
          <p:cNvSpPr>
            <a:spLocks noGrp="1"/>
          </p:cNvSpPr>
          <p:nvPr>
            <p:ph sz="quarter" idx="15"/>
          </p:nvPr>
        </p:nvSpPr>
        <p:spPr>
          <a:xfrm>
            <a:off x="9144000" y="0"/>
            <a:ext cx="3048000" cy="3429000"/>
          </a:xfrm>
        </p:spPr>
        <p:txBody>
          <a:bodyPr/>
          <a:lstStyle/>
          <a:p>
            <a:r>
              <a:rPr lang="en-US" dirty="0">
                <a:solidFill>
                  <a:srgbClr val="FFFFFF"/>
                </a:solidFill>
              </a:rPr>
              <a:t>Website &amp; External Docs: </a:t>
            </a:r>
          </a:p>
          <a:p>
            <a:pPr>
              <a:spcBef>
                <a:spcPts val="1400"/>
              </a:spcBef>
            </a:pPr>
            <a:r>
              <a:rPr lang="en-US" sz="1400" b="1" dirty="0">
                <a:solidFill>
                  <a:srgbClr val="FFFFFF"/>
                </a:solidFill>
                <a:latin typeface="IBM Plex Sans" panose="020B0503050203000203" pitchFamily="34" charset="0"/>
              </a:rPr>
              <a:t>Website: </a:t>
            </a:r>
          </a:p>
          <a:p>
            <a:pPr>
              <a:spcBef>
                <a:spcPts val="1400"/>
              </a:spcBef>
            </a:pPr>
            <a:r>
              <a:rPr lang="en-US" sz="1400" dirty="0">
                <a:solidFill>
                  <a:schemeClr val="tx2">
                    <a:lumMod val="20000"/>
                    <a:lumOff val="80000"/>
                  </a:schemeClr>
                </a:solidFill>
                <a:latin typeface="IBM Plex Sans" panose="020B0503050203000203" pitchFamily="34" charset="0"/>
                <a:hlinkClick r:id="rId3">
                  <a:extLst>
                    <a:ext uri="{A12FA001-AC4F-418D-AE19-62706E023703}">
                      <ahyp:hlinkClr xmlns:ahyp="http://schemas.microsoft.com/office/drawing/2018/hyperlinkcolor" val="tx"/>
                    </a:ext>
                  </a:extLst>
                </a:hlinkClick>
              </a:rPr>
              <a:t>https://www.ibm.com/cloud/load-balancer</a:t>
            </a:r>
            <a:endParaRPr lang="en-US" sz="1400" dirty="0">
              <a:solidFill>
                <a:schemeClr val="tx2">
                  <a:lumMod val="20000"/>
                  <a:lumOff val="80000"/>
                </a:schemeClr>
              </a:solidFill>
              <a:latin typeface="IBM Plex Sans" panose="020B0503050203000203" pitchFamily="34" charset="0"/>
            </a:endParaRPr>
          </a:p>
          <a:p>
            <a:pPr>
              <a:spcBef>
                <a:spcPts val="1400"/>
              </a:spcBef>
            </a:pPr>
            <a:r>
              <a:rPr lang="en-US" sz="1400" b="1" dirty="0">
                <a:solidFill>
                  <a:srgbClr val="FFFFFF"/>
                </a:solidFill>
                <a:latin typeface="IBM Plex Sans" panose="020B0503050203000203" pitchFamily="34" charset="0"/>
              </a:rPr>
              <a:t>Docs:</a:t>
            </a:r>
          </a:p>
          <a:p>
            <a:pPr>
              <a:spcBef>
                <a:spcPts val="1400"/>
              </a:spcBef>
            </a:pPr>
            <a:r>
              <a:rPr lang="en-US" sz="1400" dirty="0">
                <a:solidFill>
                  <a:srgbClr val="FFFFFF"/>
                </a:solidFill>
                <a:latin typeface="IBM Plex Sans" panose="020B0503050203000203" pitchFamily="34" charset="0"/>
                <a:hlinkClick r:id="rId4">
                  <a:extLst>
                    <a:ext uri="{A12FA001-AC4F-418D-AE19-62706E023703}">
                      <ahyp:hlinkClr xmlns:ahyp="http://schemas.microsoft.com/office/drawing/2018/hyperlinkcolor" val="tx"/>
                    </a:ext>
                  </a:extLst>
                </a:hlinkClick>
              </a:rPr>
              <a:t>https://cloud.ibm.com/docs/vpc?topic=vpc-alb-integration-with-security-groups</a:t>
            </a:r>
            <a:endParaRPr lang="en-US" sz="1400" dirty="0">
              <a:solidFill>
                <a:srgbClr val="FFFFFF"/>
              </a:solidFill>
              <a:latin typeface="IBM Plex Sans" panose="020B0503050203000203" pitchFamily="34" charset="0"/>
            </a:endParaRPr>
          </a:p>
          <a:p>
            <a:pPr>
              <a:spcBef>
                <a:spcPts val="1400"/>
              </a:spcBef>
            </a:pPr>
            <a:r>
              <a:rPr lang="en-US" sz="1400" b="1" dirty="0">
                <a:solidFill>
                  <a:srgbClr val="FFFFFF"/>
                </a:solidFill>
                <a:latin typeface="IBM Plex Sans" panose="020B0503050203000203" pitchFamily="34" charset="0"/>
              </a:rPr>
              <a:t>Seismic:  </a:t>
            </a:r>
          </a:p>
          <a:p>
            <a:pPr>
              <a:spcBef>
                <a:spcPts val="1400"/>
              </a:spcBef>
            </a:pPr>
            <a:r>
              <a:rPr lang="en-US" sz="1400" dirty="0">
                <a:solidFill>
                  <a:srgbClr val="FFFFFF"/>
                </a:solidFill>
              </a:rPr>
              <a:t>https:// </a:t>
            </a:r>
            <a:r>
              <a:rPr lang="en-US" sz="1400" dirty="0" err="1">
                <a:solidFill>
                  <a:srgbClr val="FFFFFF"/>
                </a:solidFill>
              </a:rPr>
              <a:t>ibm.biz</a:t>
            </a:r>
            <a:r>
              <a:rPr lang="en-US" sz="1400" dirty="0">
                <a:solidFill>
                  <a:srgbClr val="FFFFFF"/>
                </a:solidFill>
              </a:rPr>
              <a:t>/sell-</a:t>
            </a:r>
            <a:r>
              <a:rPr lang="en-US" sz="1400" dirty="0" err="1">
                <a:solidFill>
                  <a:srgbClr val="FFFFFF"/>
                </a:solidFill>
              </a:rPr>
              <a:t>vpc</a:t>
            </a:r>
            <a:endParaRPr lang="en-US" dirty="0">
              <a:solidFill>
                <a:srgbClr val="FFFFFF"/>
              </a:solidFill>
            </a:endParaRPr>
          </a:p>
          <a:p>
            <a:pPr>
              <a:spcBef>
                <a:spcPts val="0"/>
              </a:spcBef>
            </a:pPr>
            <a:endParaRPr lang="en-US" dirty="0">
              <a:solidFill>
                <a:srgbClr val="FFFFFF"/>
              </a:solidFill>
            </a:endParaRPr>
          </a:p>
        </p:txBody>
      </p:sp>
      <p:sp>
        <p:nvSpPr>
          <p:cNvPr id="7" name="Content Placeholder 6"/>
          <p:cNvSpPr>
            <a:spLocks noGrp="1"/>
          </p:cNvSpPr>
          <p:nvPr>
            <p:ph sz="quarter" idx="16"/>
          </p:nvPr>
        </p:nvSpPr>
        <p:spPr/>
        <p:txBody>
          <a:bodyPr/>
          <a:lstStyle/>
          <a:p>
            <a:r>
              <a:rPr lang="en-US" dirty="0">
                <a:solidFill>
                  <a:srgbClr val="FFFFFF"/>
                </a:solidFill>
              </a:rPr>
              <a:t>Available MZR Geographies:</a:t>
            </a:r>
            <a:endParaRPr lang="en-US" sz="1800" dirty="0">
              <a:solidFill>
                <a:srgbClr val="FFFFFF"/>
              </a:solidFill>
            </a:endParaRPr>
          </a:p>
          <a:p>
            <a:pPr marL="287338" indent="-287338">
              <a:buFont typeface="Arial" panose="020B0604020202020204" pitchFamily="34" charset="0"/>
              <a:buChar char="•"/>
            </a:pPr>
            <a:r>
              <a:rPr lang="en-US" sz="2000" dirty="0">
                <a:solidFill>
                  <a:srgbClr val="FFFFFF"/>
                </a:solidFill>
              </a:rPr>
              <a:t>US-South DAL</a:t>
            </a:r>
          </a:p>
          <a:p>
            <a:pPr marL="285750" indent="-285750">
              <a:buFont typeface="Arial" panose="020B0604020202020204" pitchFamily="34" charset="0"/>
              <a:buChar char="•"/>
            </a:pPr>
            <a:r>
              <a:rPr lang="en-US" sz="2000" dirty="0">
                <a:solidFill>
                  <a:srgbClr val="FFFFFF"/>
                </a:solidFill>
              </a:rPr>
              <a:t>US-East  WDC</a:t>
            </a:r>
          </a:p>
          <a:p>
            <a:pPr marL="285750" indent="-285750">
              <a:buFont typeface="Arial" panose="020B0604020202020204" pitchFamily="34" charset="0"/>
              <a:buChar char="•"/>
            </a:pPr>
            <a:r>
              <a:rPr lang="en-US" sz="2000" dirty="0">
                <a:solidFill>
                  <a:srgbClr val="FFFFFF"/>
                </a:solidFill>
              </a:rPr>
              <a:t>EU-DE</a:t>
            </a:r>
          </a:p>
          <a:p>
            <a:pPr marL="285750" indent="-285750">
              <a:buFont typeface="Arial" panose="020B0604020202020204" pitchFamily="34" charset="0"/>
              <a:buChar char="•"/>
            </a:pPr>
            <a:r>
              <a:rPr lang="en-US" sz="2000" dirty="0">
                <a:solidFill>
                  <a:srgbClr val="FFFFFF"/>
                </a:solidFill>
              </a:rPr>
              <a:t>EU-FR, EU-FR2</a:t>
            </a:r>
          </a:p>
          <a:p>
            <a:pPr marL="285750" indent="-285750">
              <a:buFont typeface="Arial" panose="020B0604020202020204" pitchFamily="34" charset="0"/>
              <a:buChar char="•"/>
            </a:pPr>
            <a:r>
              <a:rPr lang="en-US" sz="2000" dirty="0">
                <a:solidFill>
                  <a:srgbClr val="FFFFFF"/>
                </a:solidFill>
              </a:rPr>
              <a:t>EU-GB</a:t>
            </a:r>
          </a:p>
          <a:p>
            <a:pPr marL="285750" indent="-285750">
              <a:buFont typeface="Arial" panose="020B0604020202020204" pitchFamily="34" charset="0"/>
              <a:buChar char="•"/>
            </a:pPr>
            <a:r>
              <a:rPr lang="en-US" sz="2000" dirty="0">
                <a:solidFill>
                  <a:srgbClr val="FFFFFF"/>
                </a:solidFill>
              </a:rPr>
              <a:t>JP-TOK, JP-OSA</a:t>
            </a:r>
          </a:p>
          <a:p>
            <a:pPr marL="285750" indent="-285750">
              <a:buFont typeface="Arial" panose="020B0604020202020204" pitchFamily="34" charset="0"/>
              <a:buChar char="•"/>
            </a:pPr>
            <a:r>
              <a:rPr lang="en-US" sz="2000" dirty="0">
                <a:solidFill>
                  <a:srgbClr val="FFFFFF"/>
                </a:solidFill>
              </a:rPr>
              <a:t>AU-SYD</a:t>
            </a:r>
          </a:p>
        </p:txBody>
      </p:sp>
      <p:sp>
        <p:nvSpPr>
          <p:cNvPr id="4" name="Title 3"/>
          <p:cNvSpPr>
            <a:spLocks noGrp="1"/>
          </p:cNvSpPr>
          <p:nvPr>
            <p:ph type="title"/>
          </p:nvPr>
        </p:nvSpPr>
        <p:spPr>
          <a:xfrm>
            <a:off x="-1" y="0"/>
            <a:ext cx="6095999" cy="3429001"/>
          </a:xfrm>
        </p:spPr>
        <p:txBody>
          <a:bodyPr/>
          <a:lstStyle/>
          <a:p>
            <a:br>
              <a:rPr lang="en-US" sz="2400" dirty="0">
                <a:solidFill>
                  <a:srgbClr val="FFFFFF"/>
                </a:solidFill>
              </a:rPr>
            </a:br>
            <a:r>
              <a:rPr lang="en-US" dirty="0">
                <a:solidFill>
                  <a:srgbClr val="FFFFFF"/>
                </a:solidFill>
              </a:rPr>
              <a:t>IBM Cloud® Application Load Balancer on VPC (ALB)</a:t>
            </a:r>
            <a:endParaRPr lang="en-US" sz="2000" b="1" dirty="0">
              <a:solidFill>
                <a:srgbClr val="FFFFFF"/>
              </a:solidFill>
            </a:endParaRPr>
          </a:p>
        </p:txBody>
      </p:sp>
      <p:sp>
        <p:nvSpPr>
          <p:cNvPr id="3" name="Rectangle 2">
            <a:extLst>
              <a:ext uri="{FF2B5EF4-FFF2-40B4-BE49-F238E27FC236}">
                <a16:creationId xmlns:a16="http://schemas.microsoft.com/office/drawing/2014/main" id="{58A82CD7-4BA1-CF4A-AAA2-80EC661D471F}"/>
              </a:ext>
            </a:extLst>
          </p:cNvPr>
          <p:cNvSpPr/>
          <p:nvPr/>
        </p:nvSpPr>
        <p:spPr>
          <a:xfrm>
            <a:off x="137158" y="2034272"/>
            <a:ext cx="5821680" cy="646331"/>
          </a:xfrm>
          <a:prstGeom prst="rect">
            <a:avLst/>
          </a:prstGeom>
        </p:spPr>
        <p:txBody>
          <a:bodyPr wrap="square">
            <a:spAutoFit/>
          </a:bodyPr>
          <a:lstStyle/>
          <a:p>
            <a:r>
              <a:rPr lang="en-US" dirty="0">
                <a:solidFill>
                  <a:srgbClr val="FFFFFF"/>
                </a:solidFill>
              </a:rPr>
              <a:t>Now allows you to attach security groups to enhance your application's security.</a:t>
            </a:r>
            <a:endParaRPr lang="en-US" dirty="0"/>
          </a:p>
        </p:txBody>
      </p:sp>
    </p:spTree>
    <p:extLst>
      <p:ext uri="{BB962C8B-B14F-4D97-AF65-F5344CB8AC3E}">
        <p14:creationId xmlns:p14="http://schemas.microsoft.com/office/powerpoint/2010/main" val="37269956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CE31232-C490-44DA-B31F-A3A23F53749A}"/>
              </a:ext>
            </a:extLst>
          </p:cNvPr>
          <p:cNvSpPr>
            <a:spLocks noGrp="1"/>
          </p:cNvSpPr>
          <p:nvPr>
            <p:ph type="title"/>
          </p:nvPr>
        </p:nvSpPr>
        <p:spPr/>
        <p:txBody>
          <a:bodyPr/>
          <a:lstStyle/>
          <a:p>
            <a:r>
              <a:rPr lang="en-US" dirty="0"/>
              <a:t>Security Groups</a:t>
            </a:r>
          </a:p>
        </p:txBody>
      </p:sp>
      <p:sp>
        <p:nvSpPr>
          <p:cNvPr id="8" name="Text Placeholder 7">
            <a:extLst>
              <a:ext uri="{FF2B5EF4-FFF2-40B4-BE49-F238E27FC236}">
                <a16:creationId xmlns:a16="http://schemas.microsoft.com/office/drawing/2014/main" id="{43F8E169-3C7A-40DA-B89C-5DE9D4A8F100}"/>
              </a:ext>
            </a:extLst>
          </p:cNvPr>
          <p:cNvSpPr>
            <a:spLocks noGrp="1"/>
          </p:cNvSpPr>
          <p:nvPr>
            <p:ph type="body" sz="half" idx="1"/>
          </p:nvPr>
        </p:nvSpPr>
        <p:spPr>
          <a:xfrm>
            <a:off x="304800" y="1194819"/>
            <a:ext cx="4736440" cy="5394961"/>
          </a:xfrm>
        </p:spPr>
        <p:txBody>
          <a:bodyPr>
            <a:normAutofit fontScale="85000" lnSpcReduction="20000"/>
          </a:bodyPr>
          <a:lstStyle/>
          <a:p>
            <a:r>
              <a:rPr lang="en-US" sz="1800" dirty="0"/>
              <a:t>Application Load Balancer (ALB) now supports Security Groups. </a:t>
            </a:r>
          </a:p>
          <a:p>
            <a:endParaRPr lang="en-US" sz="1800" dirty="0"/>
          </a:p>
          <a:p>
            <a:r>
              <a:rPr lang="en-US" sz="1800" dirty="0"/>
              <a:t>By default, the rules defined in Security Groups will allow specified traffic and block everything that is not specified.  </a:t>
            </a:r>
          </a:p>
          <a:p>
            <a:endParaRPr lang="en-US" sz="1800" dirty="0"/>
          </a:p>
          <a:p>
            <a:r>
              <a:rPr lang="en-US" sz="1800" dirty="0"/>
              <a:t>For example:  A public ALB has a security group rule to allow TCP traffic over Port 443 from Any Source.  All other traffic will automatically be blocked.  </a:t>
            </a:r>
          </a:p>
          <a:p>
            <a:endParaRPr lang="en-US" sz="1800" dirty="0"/>
          </a:p>
          <a:p>
            <a:r>
              <a:rPr lang="en-US" sz="1800" dirty="0"/>
              <a:t>Security Group Rules are Stateful.  If an Ingress Rule specifies Allowed Traffic, the Egress traffic will automatically be Allowed without requiring an egress rule.  </a:t>
            </a:r>
          </a:p>
          <a:p>
            <a:endParaRPr lang="en-US" sz="1800" dirty="0"/>
          </a:p>
          <a:p>
            <a:r>
              <a:rPr lang="en-US" sz="1800" b="1" dirty="0"/>
              <a:t>NOTE</a:t>
            </a:r>
            <a:r>
              <a:rPr lang="en-US" sz="1800" dirty="0"/>
              <a:t>:  Load balancers created prior to 25 February 2021 do not have a security group attached and allow all inbound and outbound traffic. </a:t>
            </a:r>
          </a:p>
        </p:txBody>
      </p:sp>
      <p:pic>
        <p:nvPicPr>
          <p:cNvPr id="10" name="Picture 9">
            <a:extLst>
              <a:ext uri="{FF2B5EF4-FFF2-40B4-BE49-F238E27FC236}">
                <a16:creationId xmlns:a16="http://schemas.microsoft.com/office/drawing/2014/main" id="{F580C848-B723-46CB-96AD-1C395DACBB06}"/>
              </a:ext>
            </a:extLst>
          </p:cNvPr>
          <p:cNvPicPr>
            <a:picLocks noChangeAspect="1"/>
          </p:cNvPicPr>
          <p:nvPr/>
        </p:nvPicPr>
        <p:blipFill>
          <a:blip r:embed="rId3"/>
          <a:stretch>
            <a:fillRect/>
          </a:stretch>
        </p:blipFill>
        <p:spPr>
          <a:xfrm>
            <a:off x="6237514" y="210842"/>
            <a:ext cx="4291726" cy="3527515"/>
          </a:xfrm>
          <a:prstGeom prst="rect">
            <a:avLst/>
          </a:prstGeom>
        </p:spPr>
      </p:pic>
      <p:pic>
        <p:nvPicPr>
          <p:cNvPr id="12" name="Picture 11">
            <a:extLst>
              <a:ext uri="{FF2B5EF4-FFF2-40B4-BE49-F238E27FC236}">
                <a16:creationId xmlns:a16="http://schemas.microsoft.com/office/drawing/2014/main" id="{B4F2519F-9BE7-4D85-B37E-E04F9E5B5785}"/>
              </a:ext>
            </a:extLst>
          </p:cNvPr>
          <p:cNvPicPr>
            <a:picLocks noChangeAspect="1"/>
          </p:cNvPicPr>
          <p:nvPr/>
        </p:nvPicPr>
        <p:blipFill>
          <a:blip r:embed="rId4"/>
          <a:stretch>
            <a:fillRect/>
          </a:stretch>
        </p:blipFill>
        <p:spPr>
          <a:xfrm>
            <a:off x="6760449" y="4210441"/>
            <a:ext cx="4986338" cy="2057400"/>
          </a:xfrm>
          <a:prstGeom prst="rect">
            <a:avLst/>
          </a:prstGeom>
        </p:spPr>
      </p:pic>
      <p:cxnSp>
        <p:nvCxnSpPr>
          <p:cNvPr id="14" name="Straight Arrow Connector 13">
            <a:extLst>
              <a:ext uri="{FF2B5EF4-FFF2-40B4-BE49-F238E27FC236}">
                <a16:creationId xmlns:a16="http://schemas.microsoft.com/office/drawing/2014/main" id="{D8D8C6CA-2CB9-4250-A146-AACC3F756235}"/>
              </a:ext>
            </a:extLst>
          </p:cNvPr>
          <p:cNvCxnSpPr>
            <a:cxnSpLocks/>
          </p:cNvCxnSpPr>
          <p:nvPr/>
        </p:nvCxnSpPr>
        <p:spPr>
          <a:xfrm>
            <a:off x="9514936" y="838708"/>
            <a:ext cx="512642" cy="3897679"/>
          </a:xfrm>
          <a:prstGeom prst="straightConnector1">
            <a:avLst/>
          </a:prstGeom>
          <a:noFill/>
          <a:ln w="38100"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2129995814"/>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2F02F-FA6A-4D4B-9B9D-4E4B0C518A04}"/>
              </a:ext>
            </a:extLst>
          </p:cNvPr>
          <p:cNvSpPr>
            <a:spLocks noGrp="1"/>
          </p:cNvSpPr>
          <p:nvPr>
            <p:ph type="title"/>
          </p:nvPr>
        </p:nvSpPr>
        <p:spPr>
          <a:xfrm>
            <a:off x="304800" y="268224"/>
            <a:ext cx="11369614" cy="1140968"/>
          </a:xfrm>
        </p:spPr>
        <p:txBody>
          <a:bodyPr>
            <a:normAutofit fontScale="90000"/>
          </a:bodyPr>
          <a:lstStyle/>
          <a:p>
            <a:r>
              <a:rPr lang="en-US" dirty="0"/>
              <a:t>Creating a Security Group: </a:t>
            </a:r>
            <a:r>
              <a:rPr lang="en-US" b="1" dirty="0"/>
              <a:t>Define Rules by Protocol (TCP, UDP, ICMP), Port Range, IP Address, CIDR or Security Group</a:t>
            </a:r>
          </a:p>
        </p:txBody>
      </p:sp>
      <p:pic>
        <p:nvPicPr>
          <p:cNvPr id="5" name="Picture 4">
            <a:extLst>
              <a:ext uri="{FF2B5EF4-FFF2-40B4-BE49-F238E27FC236}">
                <a16:creationId xmlns:a16="http://schemas.microsoft.com/office/drawing/2014/main" id="{1899CB03-AB99-47F1-BDC8-F7CE382086FA}"/>
              </a:ext>
            </a:extLst>
          </p:cNvPr>
          <p:cNvPicPr>
            <a:picLocks noChangeAspect="1"/>
          </p:cNvPicPr>
          <p:nvPr/>
        </p:nvPicPr>
        <p:blipFill>
          <a:blip r:embed="rId3"/>
          <a:stretch>
            <a:fillRect/>
          </a:stretch>
        </p:blipFill>
        <p:spPr>
          <a:xfrm>
            <a:off x="355994" y="1535502"/>
            <a:ext cx="3213270" cy="3200400"/>
          </a:xfrm>
          <a:prstGeom prst="rect">
            <a:avLst/>
          </a:prstGeom>
        </p:spPr>
      </p:pic>
      <p:pic>
        <p:nvPicPr>
          <p:cNvPr id="7" name="Picture 6">
            <a:extLst>
              <a:ext uri="{FF2B5EF4-FFF2-40B4-BE49-F238E27FC236}">
                <a16:creationId xmlns:a16="http://schemas.microsoft.com/office/drawing/2014/main" id="{C1D900DD-1D19-4C0A-B75D-E9C7582DF81C}"/>
              </a:ext>
            </a:extLst>
          </p:cNvPr>
          <p:cNvPicPr>
            <a:picLocks noChangeAspect="1"/>
          </p:cNvPicPr>
          <p:nvPr/>
        </p:nvPicPr>
        <p:blipFill>
          <a:blip r:embed="rId4"/>
          <a:stretch>
            <a:fillRect/>
          </a:stretch>
        </p:blipFill>
        <p:spPr>
          <a:xfrm>
            <a:off x="4045224" y="1535502"/>
            <a:ext cx="4499025" cy="2029260"/>
          </a:xfrm>
          <a:prstGeom prst="rect">
            <a:avLst/>
          </a:prstGeom>
        </p:spPr>
      </p:pic>
      <p:pic>
        <p:nvPicPr>
          <p:cNvPr id="9" name="Picture 8">
            <a:extLst>
              <a:ext uri="{FF2B5EF4-FFF2-40B4-BE49-F238E27FC236}">
                <a16:creationId xmlns:a16="http://schemas.microsoft.com/office/drawing/2014/main" id="{41A6C2D0-081A-4004-B915-8D5D5BA6A8E5}"/>
              </a:ext>
            </a:extLst>
          </p:cNvPr>
          <p:cNvPicPr>
            <a:picLocks noChangeAspect="1"/>
          </p:cNvPicPr>
          <p:nvPr/>
        </p:nvPicPr>
        <p:blipFill>
          <a:blip r:embed="rId5"/>
          <a:stretch>
            <a:fillRect/>
          </a:stretch>
        </p:blipFill>
        <p:spPr>
          <a:xfrm>
            <a:off x="6564701" y="4188279"/>
            <a:ext cx="5109713" cy="2268438"/>
          </a:xfrm>
          <a:prstGeom prst="rect">
            <a:avLst/>
          </a:prstGeom>
        </p:spPr>
      </p:pic>
      <p:cxnSp>
        <p:nvCxnSpPr>
          <p:cNvPr id="11" name="Straight Arrow Connector 10">
            <a:extLst>
              <a:ext uri="{FF2B5EF4-FFF2-40B4-BE49-F238E27FC236}">
                <a16:creationId xmlns:a16="http://schemas.microsoft.com/office/drawing/2014/main" id="{C5BE8852-DFE5-4EAF-83EA-A95CD74080B1}"/>
              </a:ext>
            </a:extLst>
          </p:cNvPr>
          <p:cNvCxnSpPr/>
          <p:nvPr/>
        </p:nvCxnSpPr>
        <p:spPr>
          <a:xfrm flipV="1">
            <a:off x="966158" y="2329132"/>
            <a:ext cx="3079066" cy="2191110"/>
          </a:xfrm>
          <a:prstGeom prst="straightConnector1">
            <a:avLst/>
          </a:prstGeom>
          <a:noFill/>
          <a:ln w="25400" cap="flat">
            <a:solidFill>
              <a:schemeClr val="accent1"/>
            </a:solidFill>
            <a:prstDash val="solid"/>
            <a:round/>
            <a:headEnd type="triangle"/>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cxnSp>
        <p:nvCxnSpPr>
          <p:cNvPr id="13" name="Straight Arrow Connector 12">
            <a:extLst>
              <a:ext uri="{FF2B5EF4-FFF2-40B4-BE49-F238E27FC236}">
                <a16:creationId xmlns:a16="http://schemas.microsoft.com/office/drawing/2014/main" id="{C39B4129-EFBA-4109-8940-1CB219A8A43B}"/>
              </a:ext>
            </a:extLst>
          </p:cNvPr>
          <p:cNvCxnSpPr/>
          <p:nvPr/>
        </p:nvCxnSpPr>
        <p:spPr>
          <a:xfrm>
            <a:off x="8307238" y="2406770"/>
            <a:ext cx="1966822" cy="1846053"/>
          </a:xfrm>
          <a:prstGeom prst="straightConnector1">
            <a:avLst/>
          </a:prstGeom>
          <a:noFill/>
          <a:ln w="25400"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3995495943"/>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sz="quarter" idx="17"/>
          </p:nvPr>
        </p:nvSpPr>
        <p:spPr/>
        <p:txBody>
          <a:bodyPr/>
          <a:lstStyle/>
          <a:p>
            <a:r>
              <a:rPr lang="en-US" dirty="0">
                <a:solidFill>
                  <a:srgbClr val="FFFFFF"/>
                </a:solidFill>
              </a:rPr>
              <a:t>Market:</a:t>
            </a:r>
            <a:br>
              <a:rPr lang="en-US" dirty="0">
                <a:solidFill>
                  <a:srgbClr val="FFFFFF"/>
                </a:solidFill>
              </a:rPr>
            </a:br>
            <a:endParaRPr lang="en-US" dirty="0">
              <a:solidFill>
                <a:srgbClr val="FFFFFF"/>
              </a:solidFill>
            </a:endParaRPr>
          </a:p>
          <a:p>
            <a:r>
              <a:rPr lang="en-US" sz="1600" dirty="0">
                <a:solidFill>
                  <a:srgbClr val="FFFFFF"/>
                </a:solidFill>
              </a:rPr>
              <a:t>Large Enterprises looking for hybrid cloud solutions, with flexibility of BYOIP. </a:t>
            </a:r>
          </a:p>
          <a:p>
            <a:br>
              <a:rPr lang="en-US" sz="1600" dirty="0">
                <a:solidFill>
                  <a:srgbClr val="FFFFFF"/>
                </a:solidFill>
              </a:rPr>
            </a:br>
            <a:r>
              <a:rPr lang="en-US" sz="1600" dirty="0">
                <a:solidFill>
                  <a:srgbClr val="FFFFFF"/>
                </a:solidFill>
              </a:rPr>
              <a:t>IBM is modernizing our VPC Infrastructure to be more competitive with AWS, Microsoft and Google with our networking platform for public cloud. </a:t>
            </a:r>
            <a:endParaRPr lang="en-US" sz="1600" dirty="0">
              <a:solidFill>
                <a:srgbClr val="FFFFFF"/>
              </a:solidFill>
              <a:latin typeface="IBM Plex Sans" panose="020B0503050203000203" pitchFamily="34" charset="0"/>
            </a:endParaRPr>
          </a:p>
          <a:p>
            <a:r>
              <a:rPr lang="en-US" sz="1600" dirty="0">
                <a:solidFill>
                  <a:srgbClr val="FFFFFF"/>
                </a:solidFill>
              </a:rPr>
              <a:t>This release completes another important milestone of the VPC Roadmap and will help with accelerating customer’s VPC Gen2 adoption, including migration of VPC Gen1 customers to VPC Gen2</a:t>
            </a:r>
            <a:r>
              <a:rPr lang="en-US" dirty="0"/>
              <a:t>.</a:t>
            </a:r>
            <a:endParaRPr lang="en-US" sz="1600" dirty="0">
              <a:solidFill>
                <a:srgbClr val="FFFFFF"/>
              </a:solidFill>
            </a:endParaRPr>
          </a:p>
        </p:txBody>
      </p:sp>
      <p:sp>
        <p:nvSpPr>
          <p:cNvPr id="9" name="Content Placeholder 8"/>
          <p:cNvSpPr>
            <a:spLocks noGrp="1"/>
          </p:cNvSpPr>
          <p:nvPr>
            <p:ph sz="quarter" idx="18"/>
          </p:nvPr>
        </p:nvSpPr>
        <p:spPr/>
        <p:txBody>
          <a:bodyPr/>
          <a:lstStyle/>
          <a:p>
            <a:pPr>
              <a:spcBef>
                <a:spcPts val="1400"/>
              </a:spcBef>
            </a:pPr>
            <a:r>
              <a:rPr lang="en-US" dirty="0">
                <a:solidFill>
                  <a:srgbClr val="FFFFFF"/>
                </a:solidFill>
              </a:rPr>
              <a:t>Customer Benefits:</a:t>
            </a:r>
          </a:p>
          <a:p>
            <a:pPr marL="285750" indent="-285750">
              <a:spcBef>
                <a:spcPts val="1400"/>
              </a:spcBef>
              <a:buFont typeface="Arial" panose="020B0604020202020204" pitchFamily="34" charset="0"/>
              <a:buChar char="•"/>
            </a:pPr>
            <a:r>
              <a:rPr lang="en-US" sz="1500" dirty="0">
                <a:solidFill>
                  <a:srgbClr val="FFFFFF"/>
                </a:solidFill>
              </a:rPr>
              <a:t>VPC Gen2 customers will be able to create private VPC address prefixes with non-RFC-1918 addresses </a:t>
            </a:r>
          </a:p>
          <a:p>
            <a:pPr marL="285750" indent="-285750">
              <a:spcBef>
                <a:spcPts val="1400"/>
              </a:spcBef>
              <a:buFont typeface="Arial" panose="020B0604020202020204" pitchFamily="34" charset="0"/>
              <a:buChar char="•"/>
            </a:pPr>
            <a:r>
              <a:rPr lang="en-US" sz="1500" dirty="0">
                <a:solidFill>
                  <a:srgbClr val="FFFFFF"/>
                </a:solidFill>
              </a:rPr>
              <a:t>Expanded capability for IBM customers to easily configure connectivity from remote/on-premise networks to their VPCs via Direct Link or Transit Gateway </a:t>
            </a:r>
          </a:p>
          <a:p>
            <a:pPr marL="285750" indent="-285750">
              <a:spcBef>
                <a:spcPts val="1400"/>
              </a:spcBef>
              <a:buFont typeface="Arial" panose="020B0604020202020204" pitchFamily="34" charset="0"/>
              <a:buChar char="•"/>
            </a:pPr>
            <a:r>
              <a:rPr lang="en-US" sz="1500" dirty="0">
                <a:solidFill>
                  <a:srgbClr val="FFFFFF"/>
                </a:solidFill>
              </a:rPr>
              <a:t>Greater flexibility and convenience to implement hybrid cloud solutions.</a:t>
            </a:r>
          </a:p>
          <a:p>
            <a:pPr marL="285750" indent="-285750">
              <a:spcBef>
                <a:spcPts val="1400"/>
              </a:spcBef>
              <a:buFont typeface="Arial" panose="020B0604020202020204" pitchFamily="34" charset="0"/>
              <a:buChar char="•"/>
            </a:pPr>
            <a:r>
              <a:rPr lang="en-US" sz="1500" dirty="0">
                <a:solidFill>
                  <a:schemeClr val="tx2">
                    <a:lumMod val="20000"/>
                    <a:lumOff val="80000"/>
                  </a:schemeClr>
                </a:solidFill>
              </a:rPr>
              <a:t>The feature is available on all Production environments via API, UI and CLI</a:t>
            </a:r>
          </a:p>
        </p:txBody>
      </p:sp>
      <p:sp>
        <p:nvSpPr>
          <p:cNvPr id="2" name="Slide Number Placeholder 1"/>
          <p:cNvSpPr>
            <a:spLocks noGrp="1"/>
          </p:cNvSpPr>
          <p:nvPr>
            <p:ph type="sldNum" sz="quarter" idx="10"/>
          </p:nvPr>
        </p:nvSpPr>
        <p:spPr/>
        <p:txBody>
          <a:bodyPr/>
          <a:lstStyle/>
          <a:p>
            <a:fld id="{D0BE6F14-FF48-0F4F-A8AA-2E3F25371E4A}" type="slidenum">
              <a:rPr lang="en-US" smtClean="0"/>
              <a:pPr/>
              <a:t>5</a:t>
            </a:fld>
            <a:endParaRPr lang="en-US"/>
          </a:p>
        </p:txBody>
      </p:sp>
      <p:sp>
        <p:nvSpPr>
          <p:cNvPr id="6" name="Content Placeholder 5"/>
          <p:cNvSpPr>
            <a:spLocks noGrp="1"/>
          </p:cNvSpPr>
          <p:nvPr>
            <p:ph sz="quarter" idx="15"/>
          </p:nvPr>
        </p:nvSpPr>
        <p:spPr/>
        <p:txBody>
          <a:bodyPr/>
          <a:lstStyle/>
          <a:p>
            <a:r>
              <a:rPr lang="en-US" dirty="0">
                <a:solidFill>
                  <a:srgbClr val="FFFFFF"/>
                </a:solidFill>
              </a:rPr>
              <a:t>Website &amp; External Docs: </a:t>
            </a:r>
          </a:p>
          <a:p>
            <a:pPr>
              <a:spcBef>
                <a:spcPts val="1400"/>
              </a:spcBef>
            </a:pPr>
            <a:endParaRPr lang="en-US" sz="1400" dirty="0">
              <a:solidFill>
                <a:srgbClr val="FFFFFF"/>
              </a:solidFill>
            </a:endParaRPr>
          </a:p>
          <a:p>
            <a:pPr>
              <a:spcBef>
                <a:spcPts val="1400"/>
              </a:spcBef>
            </a:pPr>
            <a:r>
              <a:rPr lang="en-US" sz="1400" b="1" dirty="0">
                <a:solidFill>
                  <a:srgbClr val="FFFFFF"/>
                </a:solidFill>
                <a:latin typeface="IBM Plex Sans" panose="020B0503050203000203" pitchFamily="34" charset="0"/>
              </a:rPr>
              <a:t>Docs:</a:t>
            </a:r>
          </a:p>
          <a:p>
            <a:pPr>
              <a:spcBef>
                <a:spcPts val="1400"/>
              </a:spcBef>
            </a:pPr>
            <a:r>
              <a:rPr lang="en-US" sz="1400" dirty="0">
                <a:solidFill>
                  <a:srgbClr val="FFFFFF"/>
                </a:solidFill>
                <a:hlinkClick r:id="rId3">
                  <a:extLst>
                    <a:ext uri="{A12FA001-AC4F-418D-AE19-62706E023703}">
                      <ahyp:hlinkClr xmlns:ahyp="http://schemas.microsoft.com/office/drawing/2018/hyperlinkcolor" val="tx"/>
                    </a:ext>
                  </a:extLst>
                </a:hlinkClick>
              </a:rPr>
              <a:t>https://cloud.ibm.com/docs/vpc?topic=vpc-create-vpc-route </a:t>
            </a:r>
            <a:endParaRPr lang="en-US" sz="1400" dirty="0">
              <a:solidFill>
                <a:srgbClr val="FFFFFF"/>
              </a:solidFill>
            </a:endParaRPr>
          </a:p>
          <a:p>
            <a:pPr>
              <a:spcBef>
                <a:spcPts val="1400"/>
              </a:spcBef>
            </a:pPr>
            <a:r>
              <a:rPr lang="en-US" sz="1400" b="1" dirty="0">
                <a:solidFill>
                  <a:srgbClr val="FFFFFF"/>
                </a:solidFill>
                <a:latin typeface="IBM Plex Sans" panose="020B0503050203000203" pitchFamily="34" charset="0"/>
              </a:rPr>
              <a:t>Seismic: </a:t>
            </a:r>
            <a:r>
              <a:rPr lang="en-US" sz="1400" dirty="0">
                <a:solidFill>
                  <a:srgbClr val="FFFFFF"/>
                </a:solidFill>
              </a:rPr>
              <a:t>https://</a:t>
            </a:r>
            <a:r>
              <a:rPr lang="en-US" sz="1400" dirty="0" err="1">
                <a:solidFill>
                  <a:srgbClr val="FFFFFF"/>
                </a:solidFill>
              </a:rPr>
              <a:t>ibm.seismic.com</a:t>
            </a:r>
            <a:r>
              <a:rPr lang="en-US" sz="1400" dirty="0">
                <a:solidFill>
                  <a:srgbClr val="FFFFFF"/>
                </a:solidFill>
              </a:rPr>
              <a:t>/Link/Content/DCRw718mhpK0aPXIk3SlLFqA</a:t>
            </a:r>
            <a:endParaRPr lang="en-US" sz="1400" dirty="0">
              <a:solidFill>
                <a:srgbClr val="FFFFFF"/>
              </a:solidFill>
              <a:latin typeface="IBM Plex Sans" panose="020B0503050203000203" pitchFamily="34" charset="0"/>
            </a:endParaRPr>
          </a:p>
          <a:p>
            <a:pPr>
              <a:spcBef>
                <a:spcPts val="1400"/>
              </a:spcBef>
            </a:pPr>
            <a:endParaRPr lang="en-US" dirty="0">
              <a:solidFill>
                <a:srgbClr val="FFFFFF"/>
              </a:solidFill>
            </a:endParaRPr>
          </a:p>
          <a:p>
            <a:pPr>
              <a:spcBef>
                <a:spcPts val="0"/>
              </a:spcBef>
            </a:pPr>
            <a:endParaRPr lang="en-US" dirty="0">
              <a:solidFill>
                <a:srgbClr val="FFFFFF"/>
              </a:solidFill>
            </a:endParaRPr>
          </a:p>
        </p:txBody>
      </p:sp>
      <p:sp>
        <p:nvSpPr>
          <p:cNvPr id="7" name="Content Placeholder 6"/>
          <p:cNvSpPr>
            <a:spLocks noGrp="1"/>
          </p:cNvSpPr>
          <p:nvPr>
            <p:ph sz="quarter" idx="16"/>
          </p:nvPr>
        </p:nvSpPr>
        <p:spPr/>
        <p:txBody>
          <a:bodyPr/>
          <a:lstStyle/>
          <a:p>
            <a:r>
              <a:rPr lang="en-US" dirty="0">
                <a:solidFill>
                  <a:srgbClr val="FFFFFF"/>
                </a:solidFill>
              </a:rPr>
              <a:t>Available MZR Geographies:</a:t>
            </a:r>
            <a:endParaRPr lang="en-US" sz="1600" dirty="0">
              <a:solidFill>
                <a:srgbClr val="FFFFFF"/>
              </a:solidFill>
            </a:endParaRPr>
          </a:p>
          <a:p>
            <a:pPr marL="287338" indent="-287338">
              <a:buFont typeface="Arial" panose="020B0604020202020204" pitchFamily="34" charset="0"/>
              <a:buChar char="•"/>
            </a:pPr>
            <a:r>
              <a:rPr lang="en-US" sz="1800" dirty="0">
                <a:solidFill>
                  <a:srgbClr val="FFFFFF"/>
                </a:solidFill>
              </a:rPr>
              <a:t>US-South DAL</a:t>
            </a:r>
          </a:p>
          <a:p>
            <a:pPr marL="285750" indent="-285750">
              <a:buFont typeface="Arial" panose="020B0604020202020204" pitchFamily="34" charset="0"/>
              <a:buChar char="•"/>
            </a:pPr>
            <a:r>
              <a:rPr lang="en-US" sz="1800" dirty="0">
                <a:solidFill>
                  <a:srgbClr val="FFFFFF"/>
                </a:solidFill>
              </a:rPr>
              <a:t>US-East  WDC</a:t>
            </a:r>
          </a:p>
          <a:p>
            <a:pPr marL="285750" indent="-285750">
              <a:buFont typeface="Arial" panose="020B0604020202020204" pitchFamily="34" charset="0"/>
              <a:buChar char="•"/>
            </a:pPr>
            <a:r>
              <a:rPr lang="en-US" sz="1800" dirty="0">
                <a:solidFill>
                  <a:srgbClr val="FFFFFF"/>
                </a:solidFill>
              </a:rPr>
              <a:t>EU-DE</a:t>
            </a:r>
          </a:p>
          <a:p>
            <a:pPr marL="285750" indent="-285750">
              <a:buFont typeface="Arial" panose="020B0604020202020204" pitchFamily="34" charset="0"/>
              <a:buChar char="•"/>
            </a:pPr>
            <a:r>
              <a:rPr lang="en-US" sz="1800" dirty="0">
                <a:solidFill>
                  <a:srgbClr val="FFFFFF"/>
                </a:solidFill>
              </a:rPr>
              <a:t>EU-FR, EU-FR2</a:t>
            </a:r>
          </a:p>
          <a:p>
            <a:pPr marL="285750" indent="-285750">
              <a:buFont typeface="Arial" panose="020B0604020202020204" pitchFamily="34" charset="0"/>
              <a:buChar char="•"/>
            </a:pPr>
            <a:r>
              <a:rPr lang="en-US" sz="1800" dirty="0">
                <a:solidFill>
                  <a:srgbClr val="FFFFFF"/>
                </a:solidFill>
              </a:rPr>
              <a:t>EU-GB</a:t>
            </a:r>
          </a:p>
          <a:p>
            <a:pPr marL="285750" indent="-285750">
              <a:buFont typeface="Arial" panose="020B0604020202020204" pitchFamily="34" charset="0"/>
              <a:buChar char="•"/>
            </a:pPr>
            <a:r>
              <a:rPr lang="en-US" sz="1800" dirty="0">
                <a:solidFill>
                  <a:srgbClr val="FFFFFF"/>
                </a:solidFill>
              </a:rPr>
              <a:t>JP-TOK, JP-OSA</a:t>
            </a:r>
          </a:p>
          <a:p>
            <a:pPr marL="285750" indent="-285750">
              <a:buFont typeface="Arial" panose="020B0604020202020204" pitchFamily="34" charset="0"/>
              <a:buChar char="•"/>
            </a:pPr>
            <a:r>
              <a:rPr lang="en-US" sz="1800" dirty="0">
                <a:solidFill>
                  <a:srgbClr val="FFFFFF"/>
                </a:solidFill>
              </a:rPr>
              <a:t>AU-SYD</a:t>
            </a:r>
          </a:p>
        </p:txBody>
      </p:sp>
      <p:sp>
        <p:nvSpPr>
          <p:cNvPr id="4" name="Title 3"/>
          <p:cNvSpPr>
            <a:spLocks noGrp="1"/>
          </p:cNvSpPr>
          <p:nvPr>
            <p:ph type="title"/>
          </p:nvPr>
        </p:nvSpPr>
        <p:spPr>
          <a:xfrm>
            <a:off x="-1" y="0"/>
            <a:ext cx="6095999" cy="3429001"/>
          </a:xfrm>
        </p:spPr>
        <p:txBody>
          <a:bodyPr/>
          <a:lstStyle/>
          <a:p>
            <a:br>
              <a:rPr lang="en-US" sz="2400" dirty="0">
                <a:solidFill>
                  <a:srgbClr val="FFFFFF"/>
                </a:solidFill>
              </a:rPr>
            </a:br>
            <a:r>
              <a:rPr lang="en-US" dirty="0">
                <a:solidFill>
                  <a:srgbClr val="FFFFFF"/>
                </a:solidFill>
              </a:rPr>
              <a:t>Removal of </a:t>
            </a:r>
            <a:r>
              <a:rPr lang="en-US" dirty="0">
                <a:solidFill>
                  <a:srgbClr val="F7FFFF"/>
                </a:solidFill>
              </a:rPr>
              <a:t>existing restriction for </a:t>
            </a:r>
            <a:r>
              <a:rPr lang="en-US" dirty="0">
                <a:solidFill>
                  <a:srgbClr val="FFFFFF"/>
                </a:solidFill>
              </a:rPr>
              <a:t>Non-RFC-1918 addresses on IBM Cloud VPC</a:t>
            </a:r>
            <a:br>
              <a:rPr lang="en-US" dirty="0">
                <a:solidFill>
                  <a:srgbClr val="FFFFFF"/>
                </a:solidFill>
              </a:rPr>
            </a:br>
            <a:r>
              <a:rPr lang="en-US" sz="1600" dirty="0">
                <a:solidFill>
                  <a:schemeClr val="tx2">
                    <a:lumMod val="20000"/>
                    <a:lumOff val="80000"/>
                  </a:schemeClr>
                </a:solidFill>
              </a:rPr>
              <a:t>(GA 02 Feb 2021)</a:t>
            </a:r>
          </a:p>
        </p:txBody>
      </p:sp>
    </p:spTree>
    <p:extLst>
      <p:ext uri="{BB962C8B-B14F-4D97-AF65-F5344CB8AC3E}">
        <p14:creationId xmlns:p14="http://schemas.microsoft.com/office/powerpoint/2010/main" val="32697495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85EE0A62-4991-2A44-9CD2-A288BC47E615}"/>
              </a:ext>
            </a:extLst>
          </p:cNvPr>
          <p:cNvSpPr>
            <a:spLocks noGrp="1"/>
          </p:cNvSpPr>
          <p:nvPr>
            <p:ph type="ftr" sz="quarter" idx="10"/>
          </p:nvPr>
        </p:nvSpPr>
        <p:spPr/>
        <p:txBody>
          <a:bodyPr/>
          <a:lstStyle/>
          <a:p>
            <a:pPr>
              <a:defRPr/>
            </a:pPr>
            <a:r>
              <a:rPr lang="en-US" dirty="0"/>
              <a:t>IBM Cloud  / February 08, 2018 / © 2018 IBM Corporation</a:t>
            </a:r>
          </a:p>
        </p:txBody>
      </p:sp>
      <p:sp>
        <p:nvSpPr>
          <p:cNvPr id="6" name="Title 1">
            <a:extLst>
              <a:ext uri="{FF2B5EF4-FFF2-40B4-BE49-F238E27FC236}">
                <a16:creationId xmlns:a16="http://schemas.microsoft.com/office/drawing/2014/main" id="{9356C95C-6CCF-524E-BE3C-8E5C690E57D0}"/>
              </a:ext>
            </a:extLst>
          </p:cNvPr>
          <p:cNvSpPr txBox="1">
            <a:spLocks/>
          </p:cNvSpPr>
          <p:nvPr/>
        </p:nvSpPr>
        <p:spPr bwMode="auto">
          <a:xfrm>
            <a:off x="174170" y="609159"/>
            <a:ext cx="11549743" cy="618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algn="l" defTabSz="608013" rtl="0" fontAlgn="base">
              <a:lnSpc>
                <a:spcPct val="90000"/>
              </a:lnSpc>
              <a:spcBef>
                <a:spcPct val="0"/>
              </a:spcBef>
              <a:spcAft>
                <a:spcPct val="0"/>
              </a:spcAft>
              <a:defRPr sz="3200" kern="1200">
                <a:solidFill>
                  <a:schemeClr val="bg2"/>
                </a:solidFill>
                <a:latin typeface="+mj-lt"/>
                <a:ea typeface="Arial" charset="0"/>
                <a:cs typeface="Arial" charset="0"/>
              </a:defRPr>
            </a:lvl1pPr>
            <a:lvl2pPr algn="l" defTabSz="608013" rtl="0" fontAlgn="base">
              <a:lnSpc>
                <a:spcPct val="90000"/>
              </a:lnSpc>
              <a:spcBef>
                <a:spcPct val="0"/>
              </a:spcBef>
              <a:spcAft>
                <a:spcPct val="0"/>
              </a:spcAft>
              <a:defRPr sz="3200">
                <a:solidFill>
                  <a:schemeClr val="bg2"/>
                </a:solidFill>
                <a:latin typeface="IBM Plex Sans" charset="0"/>
                <a:ea typeface="Arial" charset="0"/>
                <a:cs typeface="Arial" charset="0"/>
              </a:defRPr>
            </a:lvl2pPr>
            <a:lvl3pPr algn="l" defTabSz="608013" rtl="0" fontAlgn="base">
              <a:lnSpc>
                <a:spcPct val="90000"/>
              </a:lnSpc>
              <a:spcBef>
                <a:spcPct val="0"/>
              </a:spcBef>
              <a:spcAft>
                <a:spcPct val="0"/>
              </a:spcAft>
              <a:defRPr sz="3200">
                <a:solidFill>
                  <a:schemeClr val="bg2"/>
                </a:solidFill>
                <a:latin typeface="IBM Plex Sans" charset="0"/>
                <a:ea typeface="Arial" charset="0"/>
                <a:cs typeface="Arial" charset="0"/>
              </a:defRPr>
            </a:lvl3pPr>
            <a:lvl4pPr algn="l" defTabSz="608013" rtl="0" fontAlgn="base">
              <a:lnSpc>
                <a:spcPct val="90000"/>
              </a:lnSpc>
              <a:spcBef>
                <a:spcPct val="0"/>
              </a:spcBef>
              <a:spcAft>
                <a:spcPct val="0"/>
              </a:spcAft>
              <a:defRPr sz="3200">
                <a:solidFill>
                  <a:schemeClr val="bg2"/>
                </a:solidFill>
                <a:latin typeface="IBM Plex Sans" charset="0"/>
                <a:ea typeface="Arial" charset="0"/>
                <a:cs typeface="Arial" charset="0"/>
              </a:defRPr>
            </a:lvl4pPr>
            <a:lvl5pPr algn="l" defTabSz="608013" rtl="0" fontAlgn="base">
              <a:lnSpc>
                <a:spcPct val="90000"/>
              </a:lnSpc>
              <a:spcBef>
                <a:spcPct val="0"/>
              </a:spcBef>
              <a:spcAft>
                <a:spcPct val="0"/>
              </a:spcAft>
              <a:defRPr sz="3200">
                <a:solidFill>
                  <a:schemeClr val="bg2"/>
                </a:solidFill>
                <a:latin typeface="IBM Plex Sans" charset="0"/>
                <a:ea typeface="Arial" charset="0"/>
                <a:cs typeface="Arial" charset="0"/>
              </a:defRPr>
            </a:lvl5pPr>
            <a:lvl6pPr marL="457200" algn="l" defTabSz="608013" rtl="0" fontAlgn="base">
              <a:lnSpc>
                <a:spcPct val="90000"/>
              </a:lnSpc>
              <a:spcBef>
                <a:spcPct val="0"/>
              </a:spcBef>
              <a:spcAft>
                <a:spcPct val="0"/>
              </a:spcAft>
              <a:defRPr sz="3200">
                <a:solidFill>
                  <a:schemeClr val="bg2"/>
                </a:solidFill>
                <a:latin typeface="IBM Plex Sans" charset="0"/>
                <a:ea typeface="Arial" charset="0"/>
                <a:cs typeface="Arial" charset="0"/>
              </a:defRPr>
            </a:lvl6pPr>
            <a:lvl7pPr marL="914400" algn="l" defTabSz="608013" rtl="0" fontAlgn="base">
              <a:lnSpc>
                <a:spcPct val="90000"/>
              </a:lnSpc>
              <a:spcBef>
                <a:spcPct val="0"/>
              </a:spcBef>
              <a:spcAft>
                <a:spcPct val="0"/>
              </a:spcAft>
              <a:defRPr sz="3200">
                <a:solidFill>
                  <a:schemeClr val="bg2"/>
                </a:solidFill>
                <a:latin typeface="IBM Plex Sans" charset="0"/>
                <a:ea typeface="Arial" charset="0"/>
                <a:cs typeface="Arial" charset="0"/>
              </a:defRPr>
            </a:lvl7pPr>
            <a:lvl8pPr marL="1371600" algn="l" defTabSz="608013" rtl="0" fontAlgn="base">
              <a:lnSpc>
                <a:spcPct val="90000"/>
              </a:lnSpc>
              <a:spcBef>
                <a:spcPct val="0"/>
              </a:spcBef>
              <a:spcAft>
                <a:spcPct val="0"/>
              </a:spcAft>
              <a:defRPr sz="3200">
                <a:solidFill>
                  <a:schemeClr val="bg2"/>
                </a:solidFill>
                <a:latin typeface="IBM Plex Sans" charset="0"/>
                <a:ea typeface="Arial" charset="0"/>
                <a:cs typeface="Arial" charset="0"/>
              </a:defRPr>
            </a:lvl8pPr>
            <a:lvl9pPr marL="1828800" algn="l" defTabSz="608013" rtl="0" fontAlgn="base">
              <a:lnSpc>
                <a:spcPct val="90000"/>
              </a:lnSpc>
              <a:spcBef>
                <a:spcPct val="0"/>
              </a:spcBef>
              <a:spcAft>
                <a:spcPct val="0"/>
              </a:spcAft>
              <a:defRPr sz="3200">
                <a:solidFill>
                  <a:schemeClr val="bg2"/>
                </a:solidFill>
                <a:latin typeface="IBM Plex Sans" charset="0"/>
                <a:ea typeface="Arial" charset="0"/>
                <a:cs typeface="Arial" charset="0"/>
              </a:defRPr>
            </a:lvl9pPr>
          </a:lstStyle>
          <a:p>
            <a:r>
              <a:rPr lang="en-US" b="1" dirty="0"/>
              <a:t>Resources in IBM Docs</a:t>
            </a:r>
            <a:br>
              <a:rPr lang="en-US" sz="1200" dirty="0">
                <a:solidFill>
                  <a:srgbClr val="FFFFFF"/>
                </a:solidFill>
              </a:rPr>
            </a:br>
            <a:r>
              <a:rPr lang="en-US" sz="1600" dirty="0">
                <a:solidFill>
                  <a:srgbClr val="FFFFFF"/>
                </a:solidFill>
              </a:rPr>
              <a:t>		</a:t>
            </a:r>
            <a:br>
              <a:rPr lang="en-US" sz="1600" dirty="0">
                <a:solidFill>
                  <a:srgbClr val="FFFFFF"/>
                </a:solidFill>
              </a:rPr>
            </a:br>
            <a:br>
              <a:rPr lang="en-US" sz="1600" dirty="0">
                <a:solidFill>
                  <a:srgbClr val="FFFFFF"/>
                </a:solidFill>
              </a:rPr>
            </a:br>
            <a:r>
              <a:rPr lang="en-US" sz="1600" dirty="0">
                <a:solidFill>
                  <a:srgbClr val="FFFFFF"/>
                </a:solidFill>
              </a:rPr>
              <a:t>	</a:t>
            </a:r>
            <a:br>
              <a:rPr lang="en-US" sz="1600" dirty="0">
                <a:solidFill>
                  <a:srgbClr val="FFFFFF"/>
                </a:solidFill>
                <a:latin typeface="+mn-lt"/>
              </a:rPr>
            </a:br>
            <a:br>
              <a:rPr lang="en-US" sz="1600" dirty="0">
                <a:solidFill>
                  <a:srgbClr val="FFFFFF"/>
                </a:solidFill>
                <a:latin typeface="+mn-lt"/>
              </a:rPr>
            </a:br>
            <a:br>
              <a:rPr lang="en-US" sz="1600" dirty="0">
                <a:solidFill>
                  <a:srgbClr val="FFFFFF"/>
                </a:solidFill>
                <a:latin typeface="+mn-lt"/>
              </a:rPr>
            </a:br>
            <a:endParaRPr lang="en-US" sz="1600" dirty="0">
              <a:latin typeface="+mn-lt"/>
            </a:endParaRPr>
          </a:p>
        </p:txBody>
      </p:sp>
      <p:sp>
        <p:nvSpPr>
          <p:cNvPr id="5" name="Rectangle 4">
            <a:extLst>
              <a:ext uri="{FF2B5EF4-FFF2-40B4-BE49-F238E27FC236}">
                <a16:creationId xmlns:a16="http://schemas.microsoft.com/office/drawing/2014/main" id="{649C83B2-479A-E44D-B200-DD31164253E4}"/>
              </a:ext>
            </a:extLst>
          </p:cNvPr>
          <p:cNvSpPr/>
          <p:nvPr/>
        </p:nvSpPr>
        <p:spPr>
          <a:xfrm>
            <a:off x="304800" y="1640531"/>
            <a:ext cx="11713030" cy="4247317"/>
          </a:xfrm>
          <a:prstGeom prst="rect">
            <a:avLst/>
          </a:prstGeom>
        </p:spPr>
        <p:txBody>
          <a:bodyPr wrap="square">
            <a:spAutoFit/>
          </a:bodyPr>
          <a:lstStyle/>
          <a:p>
            <a:pPr marL="285750" indent="-285750">
              <a:buFont typeface="Arial" panose="020B0604020202020204" pitchFamily="34" charset="0"/>
              <a:buChar char="•"/>
            </a:pPr>
            <a:r>
              <a:rPr lang="en-US" dirty="0">
                <a:solidFill>
                  <a:schemeClr val="bg2"/>
                </a:solidFill>
              </a:rPr>
              <a:t>Core custom routes for VPC docs: </a:t>
            </a:r>
            <a:r>
              <a:rPr lang="en-US" dirty="0">
                <a:hlinkClick r:id="rId3"/>
              </a:rPr>
              <a:t>https://cloud.ibm.com/docs/vpc?topic=vpc-about-custom-routes</a:t>
            </a:r>
            <a:r>
              <a:rPr lang="en-US" dirty="0"/>
              <a:t> </a:t>
            </a:r>
            <a:r>
              <a:rPr lang="en-US" dirty="0">
                <a:solidFill>
                  <a:schemeClr val="bg2"/>
                </a:solidFill>
              </a:rPr>
              <a:t>(the last bullet under Limitations and guidelines)</a:t>
            </a:r>
          </a:p>
          <a:p>
            <a:pPr marL="285750" indent="-285750">
              <a:buFont typeface="Arial" panose="020B0604020202020204" pitchFamily="34" charset="0"/>
              <a:buChar char="•"/>
            </a:pPr>
            <a:endParaRPr lang="en-US" dirty="0">
              <a:solidFill>
                <a:schemeClr val="bg2"/>
              </a:solidFill>
            </a:endParaRPr>
          </a:p>
          <a:p>
            <a:pPr marL="285750" indent="-285750">
              <a:buFont typeface="Arial" panose="020B0604020202020204" pitchFamily="34" charset="0"/>
              <a:buChar char="•"/>
            </a:pPr>
            <a:r>
              <a:rPr lang="en-US" dirty="0">
                <a:solidFill>
                  <a:schemeClr val="bg2"/>
                </a:solidFill>
              </a:rPr>
              <a:t>Creating a route (new Delegate-VPC action):  </a:t>
            </a:r>
            <a:r>
              <a:rPr lang="en-US" dirty="0">
                <a:hlinkClick r:id="rId4"/>
              </a:rPr>
              <a:t>https://cloud.ibm.com/docs/vpc?topic=vpc-create-vpc-route</a:t>
            </a:r>
            <a:br>
              <a:rPr lang="en-US" dirty="0"/>
            </a:br>
            <a:r>
              <a:rPr lang="en-US" dirty="0"/>
              <a:t> </a:t>
            </a:r>
            <a:endParaRPr lang="en-US" dirty="0">
              <a:solidFill>
                <a:schemeClr val="bg2"/>
              </a:solidFill>
            </a:endParaRPr>
          </a:p>
          <a:p>
            <a:pPr marL="285750" indent="-285750">
              <a:buFont typeface="Arial" panose="020B0604020202020204" pitchFamily="34" charset="0"/>
              <a:buChar char="•"/>
            </a:pPr>
            <a:r>
              <a:rPr lang="en-US" dirty="0">
                <a:solidFill>
                  <a:schemeClr val="bg2"/>
                </a:solidFill>
              </a:rPr>
              <a:t>API:</a:t>
            </a:r>
            <a:r>
              <a:rPr lang="en-US" dirty="0"/>
              <a:t> </a:t>
            </a:r>
            <a:r>
              <a:rPr lang="en-US" dirty="0">
                <a:hlinkClick r:id="rId5"/>
              </a:rPr>
              <a:t>https://cloud.ibm.com/apidocs/vpc#create-vpc-routing-table-route</a:t>
            </a:r>
            <a:r>
              <a:rPr lang="en-US" dirty="0"/>
              <a:t>   </a:t>
            </a:r>
            <a:br>
              <a:rPr lang="en-US" dirty="0"/>
            </a:br>
            <a:endParaRPr lang="en-US" dirty="0"/>
          </a:p>
          <a:p>
            <a:pPr marL="285750" indent="-285750">
              <a:buFont typeface="Arial" panose="020B0604020202020204" pitchFamily="34" charset="0"/>
              <a:buChar char="•"/>
            </a:pPr>
            <a:r>
              <a:rPr lang="en-US" dirty="0">
                <a:solidFill>
                  <a:schemeClr val="bg2"/>
                </a:solidFill>
              </a:rPr>
              <a:t>CLI (v0.7.8): </a:t>
            </a:r>
            <a:r>
              <a:rPr lang="en-US" dirty="0">
                <a:hlinkClick r:id="rId6"/>
              </a:rPr>
              <a:t>https://cloud.ibm.com/docs/vpc?topic=vpc-infrastructure-cli-plugin-vpc-reference#custom-routes-section</a:t>
            </a:r>
            <a:r>
              <a:rPr lang="en-US" dirty="0"/>
              <a:t>  </a:t>
            </a:r>
            <a:endParaRPr lang="en-US" dirty="0">
              <a:solidFill>
                <a:schemeClr val="bg2"/>
              </a:solidFill>
            </a:endParaRPr>
          </a:p>
          <a:p>
            <a:pPr marL="285750" indent="-285750">
              <a:buFont typeface="Arial" panose="020B0604020202020204" pitchFamily="34" charset="0"/>
              <a:buChar char="•"/>
            </a:pPr>
            <a:endParaRPr lang="en-US" dirty="0">
              <a:solidFill>
                <a:schemeClr val="bg2"/>
              </a:solidFill>
            </a:endParaRPr>
          </a:p>
          <a:p>
            <a:pPr marL="285750" indent="-285750">
              <a:buFont typeface="Arial" panose="020B0604020202020204" pitchFamily="34" charset="0"/>
              <a:buChar char="•"/>
            </a:pPr>
            <a:r>
              <a:rPr lang="en-US" dirty="0">
                <a:solidFill>
                  <a:schemeClr val="bg2"/>
                </a:solidFill>
              </a:rPr>
              <a:t>Routing considerations for IANA-registered IP assignments: </a:t>
            </a:r>
            <a:r>
              <a:rPr lang="en-US" dirty="0">
                <a:hlinkClick r:id="rId7"/>
              </a:rPr>
              <a:t>https://cloud.ibm.com/docs/vpc?topic=vpc-interconnectivity#routing-considerations-iana</a:t>
            </a:r>
            <a:r>
              <a:rPr lang="en-US" dirty="0"/>
              <a:t> </a:t>
            </a:r>
          </a:p>
          <a:p>
            <a:pPr marL="285750" indent="-285750">
              <a:buFont typeface="Arial" panose="020B0604020202020204" pitchFamily="34" charset="0"/>
              <a:buChar char="•"/>
            </a:pPr>
            <a:endParaRPr lang="en-US" dirty="0">
              <a:solidFill>
                <a:schemeClr val="bg2"/>
              </a:solidFill>
            </a:endParaRPr>
          </a:p>
          <a:p>
            <a:pPr marL="285750" indent="-285750">
              <a:buFont typeface="Arial" panose="020B0604020202020204" pitchFamily="34" charset="0"/>
              <a:buChar char="•"/>
            </a:pPr>
            <a:r>
              <a:rPr lang="en-US" dirty="0">
                <a:solidFill>
                  <a:schemeClr val="bg2"/>
                </a:solidFill>
              </a:rPr>
              <a:t>Planning considerations for Transit Gateway and Direct Link (example) </a:t>
            </a:r>
            <a:r>
              <a:rPr lang="en-US" dirty="0">
                <a:hlinkClick r:id="rId8"/>
              </a:rPr>
              <a:t>https://cloud.ibm.com/docs/transit-gateway?topic=transit-gateway-helpful-tips#vpc-connection-consideration</a:t>
            </a:r>
            <a:endParaRPr lang="en-US" dirty="0"/>
          </a:p>
        </p:txBody>
      </p:sp>
    </p:spTree>
    <p:extLst>
      <p:ext uri="{BB962C8B-B14F-4D97-AF65-F5344CB8AC3E}">
        <p14:creationId xmlns:p14="http://schemas.microsoft.com/office/powerpoint/2010/main" val="624511548"/>
      </p:ext>
    </p:extLst>
  </p:cSld>
  <p:clrMapOvr>
    <a:masterClrMapping/>
  </p:clrMapOvr>
</p:sld>
</file>

<file path=ppt/theme/theme1.xml><?xml version="1.0" encoding="utf-8"?>
<a:theme xmlns:a="http://schemas.openxmlformats.org/drawingml/2006/main" name="blk_background_2017">
  <a:themeElements>
    <a:clrScheme name="Custom 49">
      <a:dk1>
        <a:srgbClr val="000000"/>
      </a:dk1>
      <a:lt1>
        <a:srgbClr val="000000"/>
      </a:lt1>
      <a:dk2>
        <a:srgbClr val="EAEAEA"/>
      </a:dk2>
      <a:lt2>
        <a:srgbClr val="FFFFFF"/>
      </a:lt2>
      <a:accent1>
        <a:srgbClr val="8F8B8B"/>
      </a:accent1>
      <a:accent2>
        <a:srgbClr val="0F6FFF"/>
      </a:accent2>
      <a:accent3>
        <a:srgbClr val="20D5D2"/>
      </a:accent3>
      <a:accent4>
        <a:srgbClr val="8F8B8B"/>
      </a:accent4>
      <a:accent5>
        <a:srgbClr val="6E177D"/>
      </a:accent5>
      <a:accent6>
        <a:srgbClr val="DB2663"/>
      </a:accent6>
      <a:hlink>
        <a:srgbClr val="0F6FFF"/>
      </a:hlink>
      <a:folHlink>
        <a:srgbClr val="E0E0E0"/>
      </a:folHlink>
    </a:clrScheme>
    <a:fontScheme name="IBM Master PPT Template">
      <a:majorFont>
        <a:latin typeface="IBM Plex Sans"/>
        <a:ea typeface=""/>
        <a:cs typeface=""/>
      </a:majorFont>
      <a:minorFont>
        <a:latin typeface="IBM Plex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wrap="square" lIns="0" tIns="0" rIns="0" bIns="0">
        <a:noAutofit/>
      </a:bodyPr>
      <a:lstStyle>
        <a:defPPr>
          <a:defRPr sz="1200" dirty="0" err="1">
            <a:solidFill>
              <a:srgbClr val="FFFFFF"/>
            </a:solidFill>
            <a:latin typeface="Arial"/>
            <a:cs typeface="Arial"/>
          </a:defRPr>
        </a:defPPr>
      </a:lst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BM_Cloud_Presentation_2018_V01_Plex" id="{E4F078EA-58AF-6C4E-BE35-690E66F1C43A}" vid="{CBAA68B9-7875-FE41-9AE2-43D2BA4EACF6}"/>
    </a:ext>
  </a:extLst>
</a:theme>
</file>

<file path=ppt/theme/theme2.xml><?xml version="1.0" encoding="utf-8"?>
<a:theme xmlns:a="http://schemas.openxmlformats.org/drawingml/2006/main" name="gry_background_2017">
  <a:themeElements>
    <a:clrScheme name="IBM Master Presentation 20170523 1">
      <a:dk1>
        <a:srgbClr val="000000"/>
      </a:dk1>
      <a:lt1>
        <a:srgbClr val="000E5E"/>
      </a:lt1>
      <a:dk2>
        <a:srgbClr val="EAEAEA"/>
      </a:dk2>
      <a:lt2>
        <a:srgbClr val="FFFFFF"/>
      </a:lt2>
      <a:accent1>
        <a:srgbClr val="69A6FF"/>
      </a:accent1>
      <a:accent2>
        <a:srgbClr val="0064FF"/>
      </a:accent2>
      <a:accent3>
        <a:srgbClr val="003BC9"/>
      </a:accent3>
      <a:accent4>
        <a:srgbClr val="1FB3CF"/>
      </a:accent4>
      <a:accent5>
        <a:srgbClr val="6E177D"/>
      </a:accent5>
      <a:accent6>
        <a:srgbClr val="DB2663"/>
      </a:accent6>
      <a:hlink>
        <a:srgbClr val="0064FF"/>
      </a:hlink>
      <a:folHlink>
        <a:srgbClr val="E0E0E0"/>
      </a:folHlink>
    </a:clrScheme>
    <a:fontScheme name="IBM Master PPT Template">
      <a:majorFont>
        <a:latin typeface="IBM Plex Sans"/>
        <a:ea typeface=""/>
        <a:cs typeface=""/>
      </a:majorFont>
      <a:minorFont>
        <a:latin typeface="IBM Plex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wrap="square" lIns="0" tIns="0" rIns="0" bIns="0">
        <a:noAutofit/>
      </a:bodyPr>
      <a:lstStyle>
        <a:defPPr>
          <a:defRPr sz="1200" dirty="0" err="1">
            <a:solidFill>
              <a:srgbClr val="FFFFFF"/>
            </a:solidFill>
            <a:latin typeface="Arial"/>
            <a:cs typeface="Arial"/>
          </a:defRPr>
        </a:defPPr>
      </a:lstStyle>
    </a:spDef>
    <a:lnDef>
      <a:spPr>
        <a:ln w="6350">
          <a:solidFill>
            <a:schemeClr val="tx2">
              <a:lumMod val="50000"/>
            </a:schemeClr>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BM_Master_Presentation_2017_v23_plex" id="{9703D799-5C8D-3249-8B0E-7EB5E8B92432}" vid="{318F3B17-FA30-F547-974D-88ACE0AED250}"/>
    </a:ext>
  </a:extLst>
</a:theme>
</file>

<file path=ppt/theme/theme3.xml><?xml version="1.0" encoding="utf-8"?>
<a:theme xmlns:a="http://schemas.openxmlformats.org/drawingml/2006/main" name="15_blk_background_2017">
  <a:themeElements>
    <a:clrScheme name="Custom 49">
      <a:dk1>
        <a:srgbClr val="000000"/>
      </a:dk1>
      <a:lt1>
        <a:srgbClr val="000000"/>
      </a:lt1>
      <a:dk2>
        <a:srgbClr val="EAEAEA"/>
      </a:dk2>
      <a:lt2>
        <a:srgbClr val="FFFFFF"/>
      </a:lt2>
      <a:accent1>
        <a:srgbClr val="8F8B8B"/>
      </a:accent1>
      <a:accent2>
        <a:srgbClr val="0F6FFF"/>
      </a:accent2>
      <a:accent3>
        <a:srgbClr val="20D5D2"/>
      </a:accent3>
      <a:accent4>
        <a:srgbClr val="8F8B8B"/>
      </a:accent4>
      <a:accent5>
        <a:srgbClr val="6E177D"/>
      </a:accent5>
      <a:accent6>
        <a:srgbClr val="DB2663"/>
      </a:accent6>
      <a:hlink>
        <a:srgbClr val="0F6FFF"/>
      </a:hlink>
      <a:folHlink>
        <a:srgbClr val="E0E0E0"/>
      </a:folHlink>
    </a:clrScheme>
    <a:fontScheme name="IBM Master PPT Template">
      <a:majorFont>
        <a:latin typeface="IBM Plex Sans"/>
        <a:ea typeface=""/>
        <a:cs typeface=""/>
      </a:majorFont>
      <a:minorFont>
        <a:latin typeface="IBM Plex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wrap="square" lIns="0" tIns="0" rIns="0" bIns="0">
        <a:noAutofit/>
      </a:bodyPr>
      <a:lstStyle>
        <a:defPPr>
          <a:defRPr sz="1200" dirty="0" err="1">
            <a:solidFill>
              <a:srgbClr val="FFFFFF"/>
            </a:solidFill>
            <a:latin typeface="Arial"/>
            <a:cs typeface="Arial"/>
          </a:defRPr>
        </a:defPPr>
      </a:lst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BM_Cloud_Presentation_2018_V01_Plex" id="{E4F078EA-58AF-6C4E-BE35-690E66F1C43A}" vid="{CBAA68B9-7875-FE41-9AE2-43D2BA4EACF6}"/>
    </a:ext>
  </a:extLst>
</a:theme>
</file>

<file path=ppt/theme/theme4.xml><?xml version="1.0" encoding="utf-8"?>
<a:theme xmlns:a="http://schemas.openxmlformats.org/drawingml/2006/main" name="1_blk_background_2017">
  <a:themeElements>
    <a:clrScheme name="Custom 49">
      <a:dk1>
        <a:srgbClr val="000000"/>
      </a:dk1>
      <a:lt1>
        <a:srgbClr val="000000"/>
      </a:lt1>
      <a:dk2>
        <a:srgbClr val="EAEAEA"/>
      </a:dk2>
      <a:lt2>
        <a:srgbClr val="FFFFFF"/>
      </a:lt2>
      <a:accent1>
        <a:srgbClr val="8F8B8B"/>
      </a:accent1>
      <a:accent2>
        <a:srgbClr val="0F6FFF"/>
      </a:accent2>
      <a:accent3>
        <a:srgbClr val="20D5D2"/>
      </a:accent3>
      <a:accent4>
        <a:srgbClr val="8F8B8B"/>
      </a:accent4>
      <a:accent5>
        <a:srgbClr val="6E177D"/>
      </a:accent5>
      <a:accent6>
        <a:srgbClr val="DB2663"/>
      </a:accent6>
      <a:hlink>
        <a:srgbClr val="0F6FFF"/>
      </a:hlink>
      <a:folHlink>
        <a:srgbClr val="E0E0E0"/>
      </a:folHlink>
    </a:clrScheme>
    <a:fontScheme name="IBM Master PPT Template">
      <a:majorFont>
        <a:latin typeface="IBM Plex Sans"/>
        <a:ea typeface=""/>
        <a:cs typeface=""/>
      </a:majorFont>
      <a:minorFont>
        <a:latin typeface="IBM Plex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wrap="square" lIns="0" tIns="0" rIns="0" bIns="0">
        <a:noAutofit/>
      </a:bodyPr>
      <a:lstStyle>
        <a:defPPr>
          <a:defRPr sz="1200" dirty="0" err="1">
            <a:solidFill>
              <a:srgbClr val="FFFFFF"/>
            </a:solidFill>
            <a:latin typeface="Arial"/>
            <a:cs typeface="Arial"/>
          </a:defRPr>
        </a:defPPr>
      </a:lst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BM_Cloud_Presentation_2018_V01_Plex" id="{E4F078EA-58AF-6C4E-BE35-690E66F1C43A}" vid="{CBAA68B9-7875-FE41-9AE2-43D2BA4EACF6}"/>
    </a:ext>
  </a:extLst>
</a:theme>
</file>

<file path=ppt/theme/theme5.xml><?xml version="1.0" encoding="utf-8"?>
<a:theme xmlns:a="http://schemas.openxmlformats.org/drawingml/2006/main" name="6_blk_background_2017">
  <a:themeElements>
    <a:clrScheme name="Custom 1">
      <a:dk1>
        <a:srgbClr val="000000"/>
      </a:dk1>
      <a:lt1>
        <a:srgbClr val="000E5E"/>
      </a:lt1>
      <a:dk2>
        <a:srgbClr val="EAEAEA"/>
      </a:dk2>
      <a:lt2>
        <a:srgbClr val="FFFFFF"/>
      </a:lt2>
      <a:accent1>
        <a:srgbClr val="69A6FF"/>
      </a:accent1>
      <a:accent2>
        <a:srgbClr val="0F6DFF"/>
      </a:accent2>
      <a:accent3>
        <a:srgbClr val="003BC9"/>
      </a:accent3>
      <a:accent4>
        <a:srgbClr val="43D0CE"/>
      </a:accent4>
      <a:accent5>
        <a:srgbClr val="6E177D"/>
      </a:accent5>
      <a:accent6>
        <a:srgbClr val="DB2663"/>
      </a:accent6>
      <a:hlink>
        <a:srgbClr val="FFFFFF"/>
      </a:hlink>
      <a:folHlink>
        <a:srgbClr val="E0E0E0"/>
      </a:folHlink>
    </a:clrScheme>
    <a:fontScheme name="IBM Master PPT Template">
      <a:majorFont>
        <a:latin typeface="IBM Plex Sans"/>
        <a:ea typeface=""/>
        <a:cs typeface=""/>
      </a:majorFont>
      <a:minorFont>
        <a:latin typeface="IBM Plex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wrap="square" lIns="0" tIns="0" rIns="0" bIns="0">
        <a:noAutofit/>
      </a:bodyPr>
      <a:lstStyle>
        <a:defPPr>
          <a:defRPr sz="1200" dirty="0" err="1">
            <a:solidFill>
              <a:srgbClr val="FFFFFF"/>
            </a:solidFill>
            <a:latin typeface="Arial"/>
            <a:cs typeface="Arial"/>
          </a:defRPr>
        </a:defPPr>
      </a:lst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BM_Master_Presentation_2017_v23_plex" id="{9703D799-5C8D-3249-8B0E-7EB5E8B92432}" vid="{63BADC01-3A43-A242-BFBA-ED0B13C564A3}"/>
    </a:ext>
  </a:extLst>
</a:theme>
</file>

<file path=ppt/theme/theme6.xml><?xml version="1.0" encoding="utf-8"?>
<a:theme xmlns:a="http://schemas.openxmlformats.org/drawingml/2006/main" name="7_blk_background_2017">
  <a:themeElements>
    <a:clrScheme name="Custom 1">
      <a:dk1>
        <a:srgbClr val="000000"/>
      </a:dk1>
      <a:lt1>
        <a:srgbClr val="000E5E"/>
      </a:lt1>
      <a:dk2>
        <a:srgbClr val="EAEAEA"/>
      </a:dk2>
      <a:lt2>
        <a:srgbClr val="FFFFFF"/>
      </a:lt2>
      <a:accent1>
        <a:srgbClr val="69A6FF"/>
      </a:accent1>
      <a:accent2>
        <a:srgbClr val="0F6DFF"/>
      </a:accent2>
      <a:accent3>
        <a:srgbClr val="003BC9"/>
      </a:accent3>
      <a:accent4>
        <a:srgbClr val="43D0CE"/>
      </a:accent4>
      <a:accent5>
        <a:srgbClr val="6E177D"/>
      </a:accent5>
      <a:accent6>
        <a:srgbClr val="DB2663"/>
      </a:accent6>
      <a:hlink>
        <a:srgbClr val="FFFFFF"/>
      </a:hlink>
      <a:folHlink>
        <a:srgbClr val="E0E0E0"/>
      </a:folHlink>
    </a:clrScheme>
    <a:fontScheme name="IBM Master PPT Template">
      <a:majorFont>
        <a:latin typeface="IBM Plex Sans"/>
        <a:ea typeface=""/>
        <a:cs typeface=""/>
      </a:majorFont>
      <a:minorFont>
        <a:latin typeface="IBM Plex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wrap="square" lIns="0" tIns="0" rIns="0" bIns="0">
        <a:noAutofit/>
      </a:bodyPr>
      <a:lstStyle>
        <a:defPPr>
          <a:defRPr sz="1200" dirty="0" err="1">
            <a:solidFill>
              <a:srgbClr val="FFFFFF"/>
            </a:solidFill>
            <a:latin typeface="Arial"/>
            <a:cs typeface="Arial"/>
          </a:defRPr>
        </a:defPPr>
      </a:lst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BM_Master_Presentation_2017_v23_plex" id="{9703D799-5C8D-3249-8B0E-7EB5E8B92432}" vid="{63BADC01-3A43-A242-BFBA-ED0B13C564A3}"/>
    </a:ext>
  </a:extLst>
</a:theme>
</file>

<file path=ppt/theme/theme7.xml><?xml version="1.0" encoding="utf-8"?>
<a:theme xmlns:a="http://schemas.openxmlformats.org/drawingml/2006/main" name="8_blk_background_2017">
  <a:themeElements>
    <a:clrScheme name="Custom 1">
      <a:dk1>
        <a:srgbClr val="000000"/>
      </a:dk1>
      <a:lt1>
        <a:srgbClr val="000E5E"/>
      </a:lt1>
      <a:dk2>
        <a:srgbClr val="EAEAEA"/>
      </a:dk2>
      <a:lt2>
        <a:srgbClr val="FFFFFF"/>
      </a:lt2>
      <a:accent1>
        <a:srgbClr val="69A6FF"/>
      </a:accent1>
      <a:accent2>
        <a:srgbClr val="0F6DFF"/>
      </a:accent2>
      <a:accent3>
        <a:srgbClr val="003BC9"/>
      </a:accent3>
      <a:accent4>
        <a:srgbClr val="43D0CE"/>
      </a:accent4>
      <a:accent5>
        <a:srgbClr val="6E177D"/>
      </a:accent5>
      <a:accent6>
        <a:srgbClr val="DB2663"/>
      </a:accent6>
      <a:hlink>
        <a:srgbClr val="FFFFFF"/>
      </a:hlink>
      <a:folHlink>
        <a:srgbClr val="E0E0E0"/>
      </a:folHlink>
    </a:clrScheme>
    <a:fontScheme name="IBM Master PPT Template">
      <a:majorFont>
        <a:latin typeface="IBM Plex Sans"/>
        <a:ea typeface=""/>
        <a:cs typeface=""/>
      </a:majorFont>
      <a:minorFont>
        <a:latin typeface="IBM Plex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wrap="square" lIns="0" tIns="0" rIns="0" bIns="0">
        <a:noAutofit/>
      </a:bodyPr>
      <a:lstStyle>
        <a:defPPr>
          <a:defRPr sz="1200" dirty="0" err="1">
            <a:solidFill>
              <a:srgbClr val="FFFFFF"/>
            </a:solidFill>
            <a:latin typeface="Arial"/>
            <a:cs typeface="Arial"/>
          </a:defRPr>
        </a:defPPr>
      </a:lst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BM_Master_Presentation_2017_v23_plex" id="{9703D799-5C8D-3249-8B0E-7EB5E8B92432}" vid="{63BADC01-3A43-A242-BFBA-ED0B13C564A3}"/>
    </a:ext>
  </a:extLst>
</a:theme>
</file>

<file path=ppt/theme/theme8.xml><?xml version="1.0" encoding="utf-8"?>
<a:theme xmlns:a="http://schemas.openxmlformats.org/drawingml/2006/main" name="IBM_Master_Presentation_Interim_2017">
  <a:themeElements>
    <a:clrScheme name="IBM_Master_Presentation_Interim_2017_black">
      <a:dk1>
        <a:srgbClr val="000000"/>
      </a:dk1>
      <a:lt1>
        <a:srgbClr val="150957"/>
      </a:lt1>
      <a:dk2>
        <a:srgbClr val="DFDFDF"/>
      </a:dk2>
      <a:lt2>
        <a:srgbClr val="FFFFFF"/>
      </a:lt2>
      <a:accent1>
        <a:srgbClr val="1BA3FF"/>
      </a:accent1>
      <a:accent2>
        <a:srgbClr val="362F9F"/>
      </a:accent2>
      <a:accent3>
        <a:srgbClr val="211D7F"/>
      </a:accent3>
      <a:accent4>
        <a:srgbClr val="16A78F"/>
      </a:accent4>
      <a:accent5>
        <a:srgbClr val="9854D3"/>
      </a:accent5>
      <a:accent6>
        <a:srgbClr val="E5D9D3"/>
      </a:accent6>
      <a:hlink>
        <a:srgbClr val="B3B3B3"/>
      </a:hlink>
      <a:folHlink>
        <a:srgbClr val="E0E0E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wrap="square" lIns="0" tIns="0" rIns="0" bIns="0">
        <a:noAutofit/>
      </a:bodyPr>
      <a:lstStyle>
        <a:defPPr>
          <a:defRPr sz="1200" dirty="0" err="1">
            <a:solidFill>
              <a:srgbClr val="FFFFFF"/>
            </a:solidFill>
            <a:latin typeface="Arial"/>
            <a:cs typeface="Arial"/>
          </a:defRPr>
        </a:defPPr>
      </a:lst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BM_Master_Presentation_Interim_2017_v14" id="{815F54BA-ED08-064D-B358-284BADCDFDD5}" vid="{CA452648-8B95-1842-8B3F-35EF3E7D2061}"/>
    </a:ext>
  </a:extLst>
</a:theme>
</file>

<file path=ppt/theme/theme9.xml><?xml version="1.0" encoding="utf-8"?>
<a:theme xmlns:a="http://schemas.openxmlformats.org/drawingml/2006/main" name="9_blk_background_2017">
  <a:themeElements>
    <a:clrScheme name="blk_background_2017">
      <a:dk1>
        <a:srgbClr val="000000"/>
      </a:dk1>
      <a:lt1>
        <a:srgbClr val="000000"/>
      </a:lt1>
      <a:dk2>
        <a:srgbClr val="A7A7A7"/>
      </a:dk2>
      <a:lt2>
        <a:srgbClr val="535353"/>
      </a:lt2>
      <a:accent1>
        <a:srgbClr val="69A6FF"/>
      </a:accent1>
      <a:accent2>
        <a:srgbClr val="0F6DFF"/>
      </a:accent2>
      <a:accent3>
        <a:srgbClr val="003BC9"/>
      </a:accent3>
      <a:accent4>
        <a:srgbClr val="43D0CE"/>
      </a:accent4>
      <a:accent5>
        <a:srgbClr val="6E177D"/>
      </a:accent5>
      <a:accent6>
        <a:srgbClr val="DB2663"/>
      </a:accent6>
      <a:hlink>
        <a:srgbClr val="0000FF"/>
      </a:hlink>
      <a:folHlink>
        <a:srgbClr val="FF00FF"/>
      </a:folHlink>
    </a:clrScheme>
    <a:fontScheme name="blk_background_2017">
      <a:majorFont>
        <a:latin typeface="Helvetica"/>
        <a:ea typeface="Helvetica"/>
        <a:cs typeface="Helvetica"/>
      </a:majorFont>
      <a:minorFont>
        <a:latin typeface="IBM Plex Sans"/>
        <a:ea typeface="IBM Plex Sans"/>
        <a:cs typeface="IBM Plex Sans"/>
      </a:minorFont>
    </a:fontScheme>
    <a:fmtScheme name="blk_background_2017">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E5E"/>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a:spAutoFit/>
      </a:bodyPr>
      <a:lstStyle>
        <a:defPPr marL="0" marR="0" indent="0" algn="l" defTabSz="685800"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000000"/>
            </a:solidFill>
            <a:effectLst/>
            <a:uFillTx/>
            <a:latin typeface="+mn-lt"/>
            <a:ea typeface="+mn-ea"/>
            <a:cs typeface="+mn-cs"/>
            <a:sym typeface="IBM Plex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685800"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000000"/>
            </a:solidFill>
            <a:effectLst/>
            <a:uFillTx/>
            <a:latin typeface="+mn-lt"/>
            <a:ea typeface="+mn-ea"/>
            <a:cs typeface="+mn-cs"/>
            <a:sym typeface="IBM Plex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10.xml><?xml version="1.0" encoding="utf-8"?>
<a:theme xmlns:a="http://schemas.openxmlformats.org/drawingml/2006/main" name="IBM_Cloud_Presentation_INTERIM_2017_V01_Plex">
  <a:themeElements>
    <a:clrScheme name="IBM Master Presentation 20170523 1">
      <a:dk1>
        <a:srgbClr val="000000"/>
      </a:dk1>
      <a:lt1>
        <a:srgbClr val="000E5E"/>
      </a:lt1>
      <a:dk2>
        <a:srgbClr val="EAEAEA"/>
      </a:dk2>
      <a:lt2>
        <a:srgbClr val="FFFFFF"/>
      </a:lt2>
      <a:accent1>
        <a:srgbClr val="69A6FF"/>
      </a:accent1>
      <a:accent2>
        <a:srgbClr val="0064FF"/>
      </a:accent2>
      <a:accent3>
        <a:srgbClr val="003BC9"/>
      </a:accent3>
      <a:accent4>
        <a:srgbClr val="1FB3CF"/>
      </a:accent4>
      <a:accent5>
        <a:srgbClr val="6E177D"/>
      </a:accent5>
      <a:accent6>
        <a:srgbClr val="DB2663"/>
      </a:accent6>
      <a:hlink>
        <a:srgbClr val="0064FF"/>
      </a:hlink>
      <a:folHlink>
        <a:srgbClr val="E0E0E0"/>
      </a:folHlink>
    </a:clrScheme>
    <a:fontScheme name="IBM Master PPT Template">
      <a:majorFont>
        <a:latin typeface="IBM Plex Sans"/>
        <a:ea typeface=""/>
        <a:cs typeface=""/>
      </a:majorFont>
      <a:minorFont>
        <a:latin typeface="IBM Plex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wrap="square" lIns="0" tIns="0" rIns="0" bIns="0">
        <a:noAutofit/>
      </a:bodyPr>
      <a:lstStyle>
        <a:defPPr>
          <a:defRPr sz="1200" dirty="0" err="1">
            <a:solidFill>
              <a:srgbClr val="FFFFFF"/>
            </a:solidFill>
            <a:latin typeface="Arial"/>
            <a:cs typeface="Arial"/>
          </a:defRPr>
        </a:defPPr>
      </a:lst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BMCloud_Oct17" id="{A3120E11-68A1-4E47-A867-19E14667595C}" vid="{AB446BC1-0BFA-4D4D-AF54-F0151A3CAE63}"/>
    </a:ext>
  </a:ext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413B2A7D9319449A8DEB6A0F7C0386A" ma:contentTypeVersion="15" ma:contentTypeDescription="Create a new document." ma:contentTypeScope="" ma:versionID="485c126fd2daad6416e69fbcdf0c21a5">
  <xsd:schema xmlns:xsd="http://www.w3.org/2001/XMLSchema" xmlns:xs="http://www.w3.org/2001/XMLSchema" xmlns:p="http://schemas.microsoft.com/office/2006/metadata/properties" xmlns:ns1="http://schemas.microsoft.com/sharepoint/v3" xmlns:ns2="9e8daefa-7686-4f7c-be3c-5a4b57a7c0e7" xmlns:ns3="cc9bf19b-92a5-4595-a684-2997b7cd02ce" targetNamespace="http://schemas.microsoft.com/office/2006/metadata/properties" ma:root="true" ma:fieldsID="57006ea216d8be34cf9fdf0e0853364b" ns1:_="" ns2:_="" ns3:_="">
    <xsd:import namespace="http://schemas.microsoft.com/sharepoint/v3"/>
    <xsd:import namespace="9e8daefa-7686-4f7c-be3c-5a4b57a7c0e7"/>
    <xsd:import namespace="cc9bf19b-92a5-4595-a684-2997b7cd02ce"/>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1:_ip_UnifiedCompliancePolicyProperties" minOccurs="0"/>
                <xsd:element ref="ns1:_ip_UnifiedCompliancePolicyUIAction" minOccurs="0"/>
                <xsd:element ref="ns2:MediaServiceAutoTags"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3" nillable="true" ma:displayName="Unified Compliance Policy Properties" ma:description="" ma:hidden="true" ma:internalName="_ip_UnifiedCompliancePolicyProperties">
      <xsd:simpleType>
        <xsd:restriction base="dms:Note"/>
      </xsd:simpleType>
    </xsd:element>
    <xsd:element name="_ip_UnifiedCompliancePolicyUIAction" ma:index="14" nillable="true" ma:displayName="Unified Compliance Policy UI Action" ma:descrip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e8daefa-7686-4f7c-be3c-5a4b57a7c0e7"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DateTaken" ma:index="10" nillable="true" ma:displayName="MediaServiceDateTaken" ma:description="" ma:hidden="true" ma:internalName="MediaServiceDateTaken" ma:readOnly="true">
      <xsd:simpleType>
        <xsd:restriction base="dms:Text"/>
      </xsd:simpleType>
    </xsd:element>
    <xsd:element name="MediaServiceAutoTags" ma:index="15" nillable="true" ma:displayName="MediaServiceAutoTags" ma:internalName="MediaServiceAutoTags" ma:readOnly="true">
      <xsd:simpleType>
        <xsd:restriction base="dms:Text"/>
      </xsd:simpleType>
    </xsd:element>
    <xsd:element name="MediaServiceOCR" ma:index="16" nillable="true" ma:displayName="MediaServiceOCR" ma:internalName="MediaServiceOCR" ma:readOnly="true">
      <xsd:simpleType>
        <xsd:restriction base="dms:Note">
          <xsd:maxLength value="255"/>
        </xsd:restriction>
      </xsd:simpleType>
    </xsd:element>
    <xsd:element name="MediaServiceLocation" ma:index="17" nillable="true" ma:displayName="MediaServic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c9bf19b-92a5-4595-a684-2997b7cd02ce" elementFormDefault="qualified">
    <xsd:import namespace="http://schemas.microsoft.com/office/2006/documentManagement/types"/>
    <xsd:import namespace="http://schemas.microsoft.com/office/infopath/2007/PartnerControls"/>
    <xsd:element name="SharedWithUsers" ma:index="11"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description=""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95FEAD8-5399-46A2-ABB1-EF49D12191C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e8daefa-7686-4f7c-be3c-5a4b57a7c0e7"/>
    <ds:schemaRef ds:uri="cc9bf19b-92a5-4595-a684-2997b7cd02c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19B0131-0B25-4CD2-BBE2-CC32946940A9}">
  <ds:schemaRefs>
    <ds:schemaRef ds:uri="http://purl.org/dc/elements/1.1/"/>
    <ds:schemaRef ds:uri="http://schemas.microsoft.com/office/2006/documentManagement/types"/>
    <ds:schemaRef ds:uri="http://schemas.microsoft.com/office/infopath/2007/PartnerControls"/>
    <ds:schemaRef ds:uri="http://purl.org/dc/terms/"/>
    <ds:schemaRef ds:uri="http://schemas.microsoft.com/office/2006/metadata/properties"/>
    <ds:schemaRef ds:uri="9e8daefa-7686-4f7c-be3c-5a4b57a7c0e7"/>
    <ds:schemaRef ds:uri="http://purl.org/dc/dcmitype/"/>
    <ds:schemaRef ds:uri="http://schemas.microsoft.com/sharepoint/v3"/>
    <ds:schemaRef ds:uri="http://schemas.openxmlformats.org/package/2006/metadata/core-properties"/>
    <ds:schemaRef ds:uri="cc9bf19b-92a5-4595-a684-2997b7cd02ce"/>
    <ds:schemaRef ds:uri="http://www.w3.org/XML/1998/namespace"/>
  </ds:schemaRefs>
</ds:datastoreItem>
</file>

<file path=customXml/itemProps3.xml><?xml version="1.0" encoding="utf-8"?>
<ds:datastoreItem xmlns:ds="http://schemas.openxmlformats.org/officeDocument/2006/customXml" ds:itemID="{E0D5FE48-CBFC-4144-9879-7F45BE75E80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84777</TotalTime>
  <Words>744</Words>
  <Application>Microsoft Office PowerPoint</Application>
  <PresentationFormat>Widescreen</PresentationFormat>
  <Paragraphs>81</Paragraphs>
  <Slides>6</Slides>
  <Notes>6</Notes>
  <HiddenSlides>0</HiddenSlides>
  <MMClips>0</MMClips>
  <ScaleCrop>false</ScaleCrop>
  <HeadingPairs>
    <vt:vector size="6" baseType="variant">
      <vt:variant>
        <vt:lpstr>Fonts Used</vt:lpstr>
      </vt:variant>
      <vt:variant>
        <vt:i4>13</vt:i4>
      </vt:variant>
      <vt:variant>
        <vt:lpstr>Theme</vt:lpstr>
      </vt:variant>
      <vt:variant>
        <vt:i4>10</vt:i4>
      </vt:variant>
      <vt:variant>
        <vt:lpstr>Slide Titles</vt:lpstr>
      </vt:variant>
      <vt:variant>
        <vt:i4>6</vt:i4>
      </vt:variant>
    </vt:vector>
  </HeadingPairs>
  <TitlesOfParts>
    <vt:vector size="29" baseType="lpstr">
      <vt:lpstr>.AppleSystemUIFont</vt:lpstr>
      <vt:lpstr>Arial</vt:lpstr>
      <vt:lpstr>Calibri</vt:lpstr>
      <vt:lpstr>Helvetica</vt:lpstr>
      <vt:lpstr>Helvetica Light</vt:lpstr>
      <vt:lpstr>Helvetica Neue</vt:lpstr>
      <vt:lpstr>HelvNeue Bold for IBM</vt:lpstr>
      <vt:lpstr>HelvNeue Light for IBM</vt:lpstr>
      <vt:lpstr>HelvNeue Medium for IBM</vt:lpstr>
      <vt:lpstr>IBM Eliot Sans Regular</vt:lpstr>
      <vt:lpstr>IBM Plex Sans</vt:lpstr>
      <vt:lpstr>IBM Plex Sans Light</vt:lpstr>
      <vt:lpstr>IBM Plex Sans SemiBold</vt:lpstr>
      <vt:lpstr>blk_background_2017</vt:lpstr>
      <vt:lpstr>gry_background_2017</vt:lpstr>
      <vt:lpstr>15_blk_background_2017</vt:lpstr>
      <vt:lpstr>1_blk_background_2017</vt:lpstr>
      <vt:lpstr>6_blk_background_2017</vt:lpstr>
      <vt:lpstr>7_blk_background_2017</vt:lpstr>
      <vt:lpstr>8_blk_background_2017</vt:lpstr>
      <vt:lpstr>IBM_Master_Presentation_Interim_2017</vt:lpstr>
      <vt:lpstr>9_blk_background_2017</vt:lpstr>
      <vt:lpstr>IBM_Cloud_Presentation_INTERIM_2017_V01_Plex</vt:lpstr>
      <vt:lpstr>VPC Enhancements  What’s New in Public Cloud March 11th , 2021    Peri Bhaskar   </vt:lpstr>
      <vt:lpstr> IBM Cloud® Application Load Balancer on VPC (ALB)</vt:lpstr>
      <vt:lpstr>Security Groups</vt:lpstr>
      <vt:lpstr>Creating a Security Group: Define Rules by Protocol (TCP, UDP, ICMP), Port Range, IP Address, CIDR or Security Group</vt:lpstr>
      <vt:lpstr> Removal of existing restriction for Non-RFC-1918 addresses on IBM Cloud VPC (GA 02 Feb 2021)</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Why IBM Cloud?</dc:title>
  <dc:creator>Jillian Tempelmeyer</dc:creator>
  <cp:lastModifiedBy>Pamela Maasch</cp:lastModifiedBy>
  <cp:revision>454</cp:revision>
  <dcterms:created xsi:type="dcterms:W3CDTF">2018-04-20T12:47:06Z</dcterms:created>
  <dcterms:modified xsi:type="dcterms:W3CDTF">2021-03-11T14:06:48Z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0x0101002413B2A7D9319449A8DEB6A0F7C0386A</vt:lpwstr>
  </property>
</Properties>
</file>